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sldIdLst>
    <p:sldId id="305" r:id="rId3"/>
    <p:sldId id="306" r:id="rId4"/>
    <p:sldId id="307" r:id="rId5"/>
    <p:sldId id="309" r:id="rId6"/>
    <p:sldId id="384" r:id="rId7"/>
    <p:sldId id="310" r:id="rId8"/>
    <p:sldId id="312" r:id="rId10"/>
    <p:sldId id="311" r:id="rId11"/>
    <p:sldId id="313" r:id="rId12"/>
    <p:sldId id="314" r:id="rId13"/>
    <p:sldId id="362" r:id="rId14"/>
    <p:sldId id="363" r:id="rId15"/>
    <p:sldId id="319" r:id="rId16"/>
    <p:sldId id="321" r:id="rId17"/>
    <p:sldId id="422" r:id="rId18"/>
    <p:sldId id="421" r:id="rId19"/>
    <p:sldId id="420" r:id="rId20"/>
    <p:sldId id="418" r:id="rId21"/>
    <p:sldId id="416" r:id="rId22"/>
    <p:sldId id="438" r:id="rId23"/>
    <p:sldId id="342" r:id="rId24"/>
    <p:sldId id="344" r:id="rId25"/>
    <p:sldId id="345" r:id="rId26"/>
    <p:sldId id="354" r:id="rId27"/>
    <p:sldId id="356" r:id="rId28"/>
    <p:sldId id="411" r:id="rId29"/>
    <p:sldId id="439" r:id="rId30"/>
    <p:sldId id="358" r:id="rId31"/>
    <p:sldId id="412" r:id="rId32"/>
    <p:sldId id="359" r:id="rId33"/>
    <p:sldId id="424" r:id="rId34"/>
    <p:sldId id="33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39ABB"/>
    <a:srgbClr val="8C5A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9" d="100"/>
          <a:sy n="89" d="100"/>
        </p:scale>
        <p:origin x="4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D:\Study\Thesis\Loss%20and%20R\mae_mse_and_R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D:\Study\Thesis\Loss%20and%20R\mae_mse_and_R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D:\Study\Thesis\Loss%20and%20R\location6_loss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D:\Study\Thesis\Loss%20and%20R\location2_maeloss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D:\Study\Thesis\Loss%20and%20R\mae_mse_and_R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D:\Study\Thesis\Loss%20and%20R\mae_mse_and_R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gcn_R_squared_loss_mae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Ref>
              <c:f>Sheet1!$F$2:$F$7</c:f>
              <c:numCache>
                <c:formatCode>General</c:formatCode>
                <c:ptCount val="6"/>
                <c:pt idx="0">
                  <c:v>0.7049</c:v>
                </c:pt>
                <c:pt idx="1">
                  <c:v>0.5685</c:v>
                </c:pt>
                <c:pt idx="2">
                  <c:v>0.528</c:v>
                </c:pt>
                <c:pt idx="3">
                  <c:v>0.6558</c:v>
                </c:pt>
                <c:pt idx="4">
                  <c:v>0.7134</c:v>
                </c:pt>
                <c:pt idx="5">
                  <c:v>0.5106</c:v>
                </c:pt>
              </c:numCache>
            </c:numRef>
          </c:val>
        </c:ser>
        <c:ser>
          <c:idx val="1"/>
          <c:order val="1"/>
          <c:tx>
            <c:strRef>
              <c:f>Sheet1!$G$1</c:f>
              <c:strCache>
                <c:ptCount val="1"/>
                <c:pt idx="0">
                  <c:v>sage_R_squared_loss_mae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Ref>
              <c:f>Sheet1!$G$2:$G$7</c:f>
              <c:numCache>
                <c:formatCode>General</c:formatCode>
                <c:ptCount val="6"/>
                <c:pt idx="0">
                  <c:v>0.7384</c:v>
                </c:pt>
                <c:pt idx="1">
                  <c:v>0.9188</c:v>
                </c:pt>
                <c:pt idx="2">
                  <c:v>0.9336</c:v>
                </c:pt>
                <c:pt idx="3">
                  <c:v>0.94</c:v>
                </c:pt>
                <c:pt idx="4">
                  <c:v>0.9468</c:v>
                </c:pt>
                <c:pt idx="5">
                  <c:v>0.8766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1470735"/>
        <c:axId val="751480303"/>
      </c:barChart>
      <c:catAx>
        <c:axId val="7514707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Location</a:t>
                </a:r>
                <a:r>
                  <a:rPr lang="en-US" baseline="0"/>
                  <a:t> id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51480303"/>
        <c:crosses val="autoZero"/>
        <c:auto val="1"/>
        <c:lblAlgn val="ctr"/>
        <c:lblOffset val="100"/>
        <c:noMultiLvlLbl val="0"/>
      </c:catAx>
      <c:valAx>
        <c:axId val="751480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51470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Sheet1!$H$1</c:f>
              <c:strCache>
                <c:ptCount val="1"/>
                <c:pt idx="0">
                  <c:v>gcn_R_squared_loss_mse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Ref>
              <c:f>Sheet1!$H$2:$H$7</c:f>
              <c:numCache>
                <c:formatCode>General</c:formatCode>
                <c:ptCount val="6"/>
                <c:pt idx="0">
                  <c:v>0.7081</c:v>
                </c:pt>
                <c:pt idx="1">
                  <c:v>0.5779</c:v>
                </c:pt>
                <c:pt idx="2">
                  <c:v>0.528</c:v>
                </c:pt>
                <c:pt idx="3">
                  <c:v>0.6558</c:v>
                </c:pt>
                <c:pt idx="4">
                  <c:v>0.7134</c:v>
                </c:pt>
                <c:pt idx="5">
                  <c:v>0.5106</c:v>
                </c:pt>
              </c:numCache>
            </c:numRef>
          </c:val>
        </c:ser>
        <c:ser>
          <c:idx val="1"/>
          <c:order val="1"/>
          <c:tx>
            <c:strRef>
              <c:f>Sheet1!$I$1</c:f>
              <c:strCache>
                <c:ptCount val="1"/>
                <c:pt idx="0">
                  <c:v>sage_R_squared_loss_mse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Ref>
              <c:f>Sheet1!$I$2:$I$7</c:f>
              <c:numCache>
                <c:formatCode>General</c:formatCode>
                <c:ptCount val="6"/>
                <c:pt idx="0">
                  <c:v>0.7627</c:v>
                </c:pt>
                <c:pt idx="1">
                  <c:v>0.8226</c:v>
                </c:pt>
                <c:pt idx="2">
                  <c:v>0.9336</c:v>
                </c:pt>
                <c:pt idx="3">
                  <c:v>0.94</c:v>
                </c:pt>
                <c:pt idx="4">
                  <c:v>0.9468</c:v>
                </c:pt>
                <c:pt idx="5">
                  <c:v>0.8766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1476975"/>
        <c:axId val="751479055"/>
      </c:barChart>
      <c:catAx>
        <c:axId val="7514769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Location</a:t>
                </a:r>
                <a:r>
                  <a:rPr lang="en-US" baseline="0"/>
                  <a:t> id</a:t>
                </a:r>
                <a:endParaRPr lang="en-US" baseline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51479055"/>
        <c:crosses val="autoZero"/>
        <c:auto val="1"/>
        <c:lblAlgn val="ctr"/>
        <c:lblOffset val="100"/>
        <c:noMultiLvlLbl val="0"/>
      </c:catAx>
      <c:valAx>
        <c:axId val="751479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51476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gcn_mse_loss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val>
            <c:numRef>
              <c:f>Sheet1!$D$2:$D$2001</c:f>
              <c:numCache>
                <c:formatCode>General</c:formatCode>
                <c:ptCount val="2000"/>
                <c:pt idx="0">
                  <c:v>12.9023952178094</c:v>
                </c:pt>
                <c:pt idx="1">
                  <c:v>15.1025145165312</c:v>
                </c:pt>
                <c:pt idx="2">
                  <c:v>11.9757232825207</c:v>
                </c:pt>
                <c:pt idx="3">
                  <c:v>7.50927767985231</c:v>
                </c:pt>
                <c:pt idx="4">
                  <c:v>5.52269738608134</c:v>
                </c:pt>
                <c:pt idx="5">
                  <c:v>6.51143330354251</c:v>
                </c:pt>
                <c:pt idx="6">
                  <c:v>5.92435427437268</c:v>
                </c:pt>
                <c:pt idx="7">
                  <c:v>5.31635293474572</c:v>
                </c:pt>
                <c:pt idx="8">
                  <c:v>5.76621686759196</c:v>
                </c:pt>
                <c:pt idx="9">
                  <c:v>5.51884773523558</c:v>
                </c:pt>
                <c:pt idx="10">
                  <c:v>4.8213314691665</c:v>
                </c:pt>
                <c:pt idx="11">
                  <c:v>4.40774541191576</c:v>
                </c:pt>
                <c:pt idx="12">
                  <c:v>4.64218104767626</c:v>
                </c:pt>
                <c:pt idx="13">
                  <c:v>4.67953621602023</c:v>
                </c:pt>
                <c:pt idx="14">
                  <c:v>4.16984553620774</c:v>
                </c:pt>
                <c:pt idx="15">
                  <c:v>3.87416208710495</c:v>
                </c:pt>
                <c:pt idx="16">
                  <c:v>4.11458666825134</c:v>
                </c:pt>
                <c:pt idx="17">
                  <c:v>4.24896293636775</c:v>
                </c:pt>
                <c:pt idx="18">
                  <c:v>3.94554684995657</c:v>
                </c:pt>
                <c:pt idx="19">
                  <c:v>3.65333107332928</c:v>
                </c:pt>
                <c:pt idx="20">
                  <c:v>3.75800628368699</c:v>
                </c:pt>
                <c:pt idx="21">
                  <c:v>3.99280627478739</c:v>
                </c:pt>
                <c:pt idx="22">
                  <c:v>3.68416680555111</c:v>
                </c:pt>
                <c:pt idx="23">
                  <c:v>3.64371180508795</c:v>
                </c:pt>
                <c:pt idx="24">
                  <c:v>3.57863639984856</c:v>
                </c:pt>
                <c:pt idx="25">
                  <c:v>3.75782230607374</c:v>
                </c:pt>
                <c:pt idx="26">
                  <c:v>3.62468443398927</c:v>
                </c:pt>
                <c:pt idx="27">
                  <c:v>3.5070303618446</c:v>
                </c:pt>
                <c:pt idx="28">
                  <c:v>3.4945865688932</c:v>
                </c:pt>
                <c:pt idx="29">
                  <c:v>3.57432324441811</c:v>
                </c:pt>
                <c:pt idx="30">
                  <c:v>3.49212084571988</c:v>
                </c:pt>
                <c:pt idx="31">
                  <c:v>3.41383834297326</c:v>
                </c:pt>
                <c:pt idx="32">
                  <c:v>3.49816486954205</c:v>
                </c:pt>
                <c:pt idx="33">
                  <c:v>3.5522220241932</c:v>
                </c:pt>
                <c:pt idx="34">
                  <c:v>3.29402103199996</c:v>
                </c:pt>
                <c:pt idx="35">
                  <c:v>3.39439297602005</c:v>
                </c:pt>
                <c:pt idx="36">
                  <c:v>3.52167670594458</c:v>
                </c:pt>
                <c:pt idx="37">
                  <c:v>3.39325356070991</c:v>
                </c:pt>
                <c:pt idx="38">
                  <c:v>3.4810014213119</c:v>
                </c:pt>
                <c:pt idx="39">
                  <c:v>3.36996798317905</c:v>
                </c:pt>
                <c:pt idx="40">
                  <c:v>3.48571789829331</c:v>
                </c:pt>
                <c:pt idx="41">
                  <c:v>3.44072180083733</c:v>
                </c:pt>
                <c:pt idx="42">
                  <c:v>3.43358946082567</c:v>
                </c:pt>
                <c:pt idx="43">
                  <c:v>3.35388071799227</c:v>
                </c:pt>
                <c:pt idx="44">
                  <c:v>3.4042863200397</c:v>
                </c:pt>
                <c:pt idx="45">
                  <c:v>3.31656525446851</c:v>
                </c:pt>
                <c:pt idx="46">
                  <c:v>3.31371296731446</c:v>
                </c:pt>
                <c:pt idx="47">
                  <c:v>3.28143197902988</c:v>
                </c:pt>
                <c:pt idx="48">
                  <c:v>3.25622231365479</c:v>
                </c:pt>
                <c:pt idx="49">
                  <c:v>3.34936344848854</c:v>
                </c:pt>
                <c:pt idx="50">
                  <c:v>3.19067023331733</c:v>
                </c:pt>
                <c:pt idx="51">
                  <c:v>3.40397182694328</c:v>
                </c:pt>
                <c:pt idx="52">
                  <c:v>3.26380430941474</c:v>
                </c:pt>
                <c:pt idx="53">
                  <c:v>3.33471796245305</c:v>
                </c:pt>
                <c:pt idx="54">
                  <c:v>3.21581154588498</c:v>
                </c:pt>
                <c:pt idx="55">
                  <c:v>3.29364408590295</c:v>
                </c:pt>
                <c:pt idx="56">
                  <c:v>3.26620133751837</c:v>
                </c:pt>
                <c:pt idx="57">
                  <c:v>3.2103838964797</c:v>
                </c:pt>
                <c:pt idx="58">
                  <c:v>3.24832072766161</c:v>
                </c:pt>
                <c:pt idx="59">
                  <c:v>3.21592830021075</c:v>
                </c:pt>
                <c:pt idx="60">
                  <c:v>3.24103570000934</c:v>
                </c:pt>
                <c:pt idx="61">
                  <c:v>3.31962122461376</c:v>
                </c:pt>
                <c:pt idx="62">
                  <c:v>3.27841767394673</c:v>
                </c:pt>
                <c:pt idx="63">
                  <c:v>3.2544846031949</c:v>
                </c:pt>
                <c:pt idx="64">
                  <c:v>3.33774843961608</c:v>
                </c:pt>
                <c:pt idx="65">
                  <c:v>3.31498047332126</c:v>
                </c:pt>
                <c:pt idx="66">
                  <c:v>3.2423806073492</c:v>
                </c:pt>
                <c:pt idx="67">
                  <c:v>3.29495137054473</c:v>
                </c:pt>
                <c:pt idx="68">
                  <c:v>3.26154990654671</c:v>
                </c:pt>
                <c:pt idx="69">
                  <c:v>3.35281719264817</c:v>
                </c:pt>
                <c:pt idx="70">
                  <c:v>3.19798244834765</c:v>
                </c:pt>
                <c:pt idx="71">
                  <c:v>3.31747625575399</c:v>
                </c:pt>
                <c:pt idx="72">
                  <c:v>3.24605667353599</c:v>
                </c:pt>
                <c:pt idx="73">
                  <c:v>3.41357903435368</c:v>
                </c:pt>
                <c:pt idx="74">
                  <c:v>3.22137747497515</c:v>
                </c:pt>
                <c:pt idx="75">
                  <c:v>3.15563951238629</c:v>
                </c:pt>
                <c:pt idx="76">
                  <c:v>3.35314109695361</c:v>
                </c:pt>
                <c:pt idx="77">
                  <c:v>3.21950285757237</c:v>
                </c:pt>
                <c:pt idx="78">
                  <c:v>3.15746620038328</c:v>
                </c:pt>
                <c:pt idx="79">
                  <c:v>3.19121550388662</c:v>
                </c:pt>
                <c:pt idx="80">
                  <c:v>3.22128643696775</c:v>
                </c:pt>
                <c:pt idx="81">
                  <c:v>3.13308334927525</c:v>
                </c:pt>
                <c:pt idx="82">
                  <c:v>3.18576266366173</c:v>
                </c:pt>
                <c:pt idx="83">
                  <c:v>3.16380402884248</c:v>
                </c:pt>
                <c:pt idx="84">
                  <c:v>3.15477456066943</c:v>
                </c:pt>
                <c:pt idx="85">
                  <c:v>3.16287124397929</c:v>
                </c:pt>
                <c:pt idx="86">
                  <c:v>3.22416407569401</c:v>
                </c:pt>
                <c:pt idx="87">
                  <c:v>3.20869017142251</c:v>
                </c:pt>
                <c:pt idx="88">
                  <c:v>3.21749659874562</c:v>
                </c:pt>
                <c:pt idx="89">
                  <c:v>3.22456345656687</c:v>
                </c:pt>
                <c:pt idx="90">
                  <c:v>3.15050831300283</c:v>
                </c:pt>
                <c:pt idx="91">
                  <c:v>3.2457193444013</c:v>
                </c:pt>
                <c:pt idx="92">
                  <c:v>3.10995717430892</c:v>
                </c:pt>
                <c:pt idx="93">
                  <c:v>3.14137726543289</c:v>
                </c:pt>
                <c:pt idx="94">
                  <c:v>3.11470769604292</c:v>
                </c:pt>
                <c:pt idx="95">
                  <c:v>3.17000324731984</c:v>
                </c:pt>
                <c:pt idx="96">
                  <c:v>3.19327267737752</c:v>
                </c:pt>
                <c:pt idx="97">
                  <c:v>3.12492374621764</c:v>
                </c:pt>
                <c:pt idx="98">
                  <c:v>3.10573179637518</c:v>
                </c:pt>
                <c:pt idx="99">
                  <c:v>3.19174747355857</c:v>
                </c:pt>
                <c:pt idx="100">
                  <c:v>3.08487876741831</c:v>
                </c:pt>
                <c:pt idx="101">
                  <c:v>3.05140906291649</c:v>
                </c:pt>
                <c:pt idx="102">
                  <c:v>3.12511751215335</c:v>
                </c:pt>
                <c:pt idx="103">
                  <c:v>3.08351904833221</c:v>
                </c:pt>
                <c:pt idx="104">
                  <c:v>3.1085184405043</c:v>
                </c:pt>
                <c:pt idx="105">
                  <c:v>3.10792559718525</c:v>
                </c:pt>
                <c:pt idx="106">
                  <c:v>3.13908976914902</c:v>
                </c:pt>
                <c:pt idx="107">
                  <c:v>3.10178248843146</c:v>
                </c:pt>
                <c:pt idx="108">
                  <c:v>3.06415934707989</c:v>
                </c:pt>
                <c:pt idx="109">
                  <c:v>3.0627794555925</c:v>
                </c:pt>
                <c:pt idx="110">
                  <c:v>3.1725961237699</c:v>
                </c:pt>
                <c:pt idx="111">
                  <c:v>3.0858045456945</c:v>
                </c:pt>
                <c:pt idx="112">
                  <c:v>3.0596889131565</c:v>
                </c:pt>
                <c:pt idx="113">
                  <c:v>3.10861041406049</c:v>
                </c:pt>
                <c:pt idx="114">
                  <c:v>3.21431898805008</c:v>
                </c:pt>
                <c:pt idx="115">
                  <c:v>3.09691028147572</c:v>
                </c:pt>
                <c:pt idx="116">
                  <c:v>3.07920356274563</c:v>
                </c:pt>
                <c:pt idx="117">
                  <c:v>3.03229106079485</c:v>
                </c:pt>
                <c:pt idx="118">
                  <c:v>3.13379500878819</c:v>
                </c:pt>
                <c:pt idx="119">
                  <c:v>3.06104338696841</c:v>
                </c:pt>
                <c:pt idx="120">
                  <c:v>3.15892589617087</c:v>
                </c:pt>
                <c:pt idx="121">
                  <c:v>3.06779302215501</c:v>
                </c:pt>
                <c:pt idx="122">
                  <c:v>3.07190604038359</c:v>
                </c:pt>
                <c:pt idx="123">
                  <c:v>3.0727548662402</c:v>
                </c:pt>
                <c:pt idx="124">
                  <c:v>3.04635829227</c:v>
                </c:pt>
                <c:pt idx="125">
                  <c:v>3.05704341079066</c:v>
                </c:pt>
                <c:pt idx="126">
                  <c:v>3.10322286380059</c:v>
                </c:pt>
                <c:pt idx="127">
                  <c:v>3.07086452940908</c:v>
                </c:pt>
                <c:pt idx="128">
                  <c:v>3.13595006961002</c:v>
                </c:pt>
                <c:pt idx="129">
                  <c:v>2.99074751356799</c:v>
                </c:pt>
                <c:pt idx="130">
                  <c:v>3.03369715515266</c:v>
                </c:pt>
                <c:pt idx="131">
                  <c:v>3.01220370623022</c:v>
                </c:pt>
                <c:pt idx="132">
                  <c:v>2.97270991127382</c:v>
                </c:pt>
                <c:pt idx="133">
                  <c:v>3.04218225483777</c:v>
                </c:pt>
                <c:pt idx="134">
                  <c:v>3.02160597421438</c:v>
                </c:pt>
                <c:pt idx="135">
                  <c:v>3.02581115036894</c:v>
                </c:pt>
                <c:pt idx="136">
                  <c:v>3.01151854279251</c:v>
                </c:pt>
                <c:pt idx="137">
                  <c:v>3.02222877697537</c:v>
                </c:pt>
                <c:pt idx="138">
                  <c:v>3.05426366607814</c:v>
                </c:pt>
                <c:pt idx="139">
                  <c:v>2.91386616761415</c:v>
                </c:pt>
                <c:pt idx="140">
                  <c:v>2.99331299088719</c:v>
                </c:pt>
                <c:pt idx="141">
                  <c:v>2.93822649100753</c:v>
                </c:pt>
                <c:pt idx="142">
                  <c:v>2.92808036906258</c:v>
                </c:pt>
                <c:pt idx="143">
                  <c:v>2.98914661793523</c:v>
                </c:pt>
                <c:pt idx="144">
                  <c:v>2.94897281664202</c:v>
                </c:pt>
                <c:pt idx="145">
                  <c:v>2.97704519969771</c:v>
                </c:pt>
                <c:pt idx="146">
                  <c:v>3.03080464599915</c:v>
                </c:pt>
                <c:pt idx="147">
                  <c:v>3.00161676652983</c:v>
                </c:pt>
                <c:pt idx="148">
                  <c:v>2.96377749648127</c:v>
                </c:pt>
                <c:pt idx="149">
                  <c:v>2.91598559601067</c:v>
                </c:pt>
                <c:pt idx="150">
                  <c:v>2.94010919336847</c:v>
                </c:pt>
                <c:pt idx="151">
                  <c:v>2.98203362701762</c:v>
                </c:pt>
                <c:pt idx="152">
                  <c:v>2.86307984199224</c:v>
                </c:pt>
                <c:pt idx="153">
                  <c:v>2.99254863334454</c:v>
                </c:pt>
                <c:pt idx="154">
                  <c:v>2.94652034909957</c:v>
                </c:pt>
                <c:pt idx="155">
                  <c:v>2.96634367365591</c:v>
                </c:pt>
                <c:pt idx="156">
                  <c:v>2.91411299400403</c:v>
                </c:pt>
                <c:pt idx="157">
                  <c:v>2.8422052499142</c:v>
                </c:pt>
                <c:pt idx="158">
                  <c:v>2.87533960993184</c:v>
                </c:pt>
                <c:pt idx="159">
                  <c:v>2.96716282997073</c:v>
                </c:pt>
                <c:pt idx="160">
                  <c:v>2.99193006185717</c:v>
                </c:pt>
                <c:pt idx="161">
                  <c:v>2.86956708521488</c:v>
                </c:pt>
                <c:pt idx="162">
                  <c:v>2.90355053988676</c:v>
                </c:pt>
                <c:pt idx="163">
                  <c:v>2.91251079659557</c:v>
                </c:pt>
                <c:pt idx="164">
                  <c:v>2.91666650961346</c:v>
                </c:pt>
                <c:pt idx="165">
                  <c:v>2.90336032839868</c:v>
                </c:pt>
                <c:pt idx="166">
                  <c:v>2.88863677073179</c:v>
                </c:pt>
                <c:pt idx="167">
                  <c:v>2.82747909568292</c:v>
                </c:pt>
                <c:pt idx="168">
                  <c:v>2.89677295371471</c:v>
                </c:pt>
                <c:pt idx="169">
                  <c:v>2.84052488122741</c:v>
                </c:pt>
                <c:pt idx="170">
                  <c:v>2.89253889979331</c:v>
                </c:pt>
                <c:pt idx="171">
                  <c:v>2.89880047691686</c:v>
                </c:pt>
                <c:pt idx="172">
                  <c:v>2.90435072982764</c:v>
                </c:pt>
                <c:pt idx="173">
                  <c:v>2.81540393564258</c:v>
                </c:pt>
                <c:pt idx="174">
                  <c:v>2.82586546578557</c:v>
                </c:pt>
                <c:pt idx="175">
                  <c:v>2.89780115905827</c:v>
                </c:pt>
                <c:pt idx="176">
                  <c:v>2.85106968539399</c:v>
                </c:pt>
                <c:pt idx="177">
                  <c:v>2.84590338142931</c:v>
                </c:pt>
                <c:pt idx="178">
                  <c:v>2.7928954780268</c:v>
                </c:pt>
                <c:pt idx="179">
                  <c:v>2.80070889129972</c:v>
                </c:pt>
                <c:pt idx="180">
                  <c:v>2.75651087110629</c:v>
                </c:pt>
                <c:pt idx="181">
                  <c:v>2.80707285206674</c:v>
                </c:pt>
                <c:pt idx="182">
                  <c:v>2.81323016632193</c:v>
                </c:pt>
                <c:pt idx="183">
                  <c:v>2.75256023827793</c:v>
                </c:pt>
                <c:pt idx="184">
                  <c:v>2.8748026332637</c:v>
                </c:pt>
                <c:pt idx="185">
                  <c:v>2.77328843495599</c:v>
                </c:pt>
                <c:pt idx="186">
                  <c:v>2.77438969558727</c:v>
                </c:pt>
                <c:pt idx="187">
                  <c:v>2.74952949780877</c:v>
                </c:pt>
                <c:pt idx="188">
                  <c:v>2.82940742822134</c:v>
                </c:pt>
                <c:pt idx="189">
                  <c:v>2.75512850091556</c:v>
                </c:pt>
                <c:pt idx="190">
                  <c:v>2.7595739199381</c:v>
                </c:pt>
                <c:pt idx="191">
                  <c:v>2.66822489887779</c:v>
                </c:pt>
                <c:pt idx="192">
                  <c:v>2.65417497805675</c:v>
                </c:pt>
                <c:pt idx="193">
                  <c:v>2.7651937489034</c:v>
                </c:pt>
                <c:pt idx="194">
                  <c:v>2.65099631999313</c:v>
                </c:pt>
                <c:pt idx="195">
                  <c:v>2.77566758329829</c:v>
                </c:pt>
                <c:pt idx="196">
                  <c:v>2.69674100367954</c:v>
                </c:pt>
                <c:pt idx="197">
                  <c:v>2.65073010804133</c:v>
                </c:pt>
                <c:pt idx="198">
                  <c:v>2.66748522068345</c:v>
                </c:pt>
                <c:pt idx="199">
                  <c:v>2.70192785418154</c:v>
                </c:pt>
                <c:pt idx="200">
                  <c:v>2.70065295128618</c:v>
                </c:pt>
                <c:pt idx="201">
                  <c:v>2.75411495501282</c:v>
                </c:pt>
                <c:pt idx="202">
                  <c:v>2.68242799908674</c:v>
                </c:pt>
                <c:pt idx="203">
                  <c:v>2.71703346574925</c:v>
                </c:pt>
                <c:pt idx="204">
                  <c:v>2.64605612273508</c:v>
                </c:pt>
                <c:pt idx="205">
                  <c:v>2.6766512085001</c:v>
                </c:pt>
                <c:pt idx="206">
                  <c:v>2.62537659772453</c:v>
                </c:pt>
                <c:pt idx="207">
                  <c:v>2.61028717627424</c:v>
                </c:pt>
                <c:pt idx="208">
                  <c:v>2.68138144888028</c:v>
                </c:pt>
                <c:pt idx="209">
                  <c:v>2.54950089920463</c:v>
                </c:pt>
                <c:pt idx="210">
                  <c:v>2.73745040323575</c:v>
                </c:pt>
                <c:pt idx="211">
                  <c:v>2.5113600475169</c:v>
                </c:pt>
                <c:pt idx="212">
                  <c:v>2.57304366085202</c:v>
                </c:pt>
                <c:pt idx="213">
                  <c:v>2.60871779787066</c:v>
                </c:pt>
                <c:pt idx="214">
                  <c:v>2.61068625679045</c:v>
                </c:pt>
                <c:pt idx="215">
                  <c:v>2.67360231326999</c:v>
                </c:pt>
                <c:pt idx="216">
                  <c:v>2.62182269428701</c:v>
                </c:pt>
                <c:pt idx="217">
                  <c:v>2.55752417431182</c:v>
                </c:pt>
                <c:pt idx="218">
                  <c:v>2.62987854661955</c:v>
                </c:pt>
                <c:pt idx="219">
                  <c:v>2.49964624213083</c:v>
                </c:pt>
                <c:pt idx="220">
                  <c:v>2.57405445868181</c:v>
                </c:pt>
                <c:pt idx="221">
                  <c:v>2.56337061483264</c:v>
                </c:pt>
                <c:pt idx="222">
                  <c:v>2.61912981078656</c:v>
                </c:pt>
                <c:pt idx="223">
                  <c:v>2.50826624766452</c:v>
                </c:pt>
                <c:pt idx="224">
                  <c:v>2.5725619896528</c:v>
                </c:pt>
                <c:pt idx="225">
                  <c:v>2.56659400645131</c:v>
                </c:pt>
                <c:pt idx="226">
                  <c:v>2.44333128189656</c:v>
                </c:pt>
                <c:pt idx="227">
                  <c:v>2.51074302157698</c:v>
                </c:pt>
                <c:pt idx="228">
                  <c:v>2.53159349509349</c:v>
                </c:pt>
                <c:pt idx="229">
                  <c:v>2.56270613523221</c:v>
                </c:pt>
                <c:pt idx="230">
                  <c:v>2.51263185479657</c:v>
                </c:pt>
                <c:pt idx="231">
                  <c:v>2.61907106444602</c:v>
                </c:pt>
                <c:pt idx="232">
                  <c:v>2.45421539726494</c:v>
                </c:pt>
                <c:pt idx="233">
                  <c:v>2.59286505764092</c:v>
                </c:pt>
                <c:pt idx="234">
                  <c:v>2.53407714064893</c:v>
                </c:pt>
                <c:pt idx="235">
                  <c:v>2.60809917995159</c:v>
                </c:pt>
                <c:pt idx="236">
                  <c:v>2.53391105049996</c:v>
                </c:pt>
                <c:pt idx="237">
                  <c:v>2.53662117733008</c:v>
                </c:pt>
                <c:pt idx="238">
                  <c:v>2.40960170906204</c:v>
                </c:pt>
                <c:pt idx="239">
                  <c:v>2.51021384802379</c:v>
                </c:pt>
                <c:pt idx="240">
                  <c:v>2.51105281183688</c:v>
                </c:pt>
                <c:pt idx="241">
                  <c:v>2.37333974435576</c:v>
                </c:pt>
                <c:pt idx="242">
                  <c:v>2.40242677035051</c:v>
                </c:pt>
                <c:pt idx="243">
                  <c:v>2.39876349749806</c:v>
                </c:pt>
                <c:pt idx="244">
                  <c:v>2.4408805398184</c:v>
                </c:pt>
                <c:pt idx="245">
                  <c:v>2.35791317729213</c:v>
                </c:pt>
                <c:pt idx="246">
                  <c:v>2.44657491612048</c:v>
                </c:pt>
                <c:pt idx="247">
                  <c:v>2.43456798110409</c:v>
                </c:pt>
                <c:pt idx="248">
                  <c:v>2.40838368854543</c:v>
                </c:pt>
                <c:pt idx="249">
                  <c:v>2.40854835572241</c:v>
                </c:pt>
                <c:pt idx="250">
                  <c:v>2.38922743813356</c:v>
                </c:pt>
                <c:pt idx="251">
                  <c:v>2.41950392845399</c:v>
                </c:pt>
                <c:pt idx="252">
                  <c:v>2.42027232801123</c:v>
                </c:pt>
                <c:pt idx="253">
                  <c:v>2.39585344836553</c:v>
                </c:pt>
                <c:pt idx="254">
                  <c:v>2.39553805873599</c:v>
                </c:pt>
                <c:pt idx="255">
                  <c:v>2.40656218205855</c:v>
                </c:pt>
                <c:pt idx="256">
                  <c:v>2.40286077535574</c:v>
                </c:pt>
                <c:pt idx="257">
                  <c:v>2.32555943129952</c:v>
                </c:pt>
                <c:pt idx="258">
                  <c:v>2.39287792983583</c:v>
                </c:pt>
                <c:pt idx="259">
                  <c:v>2.35833719043674</c:v>
                </c:pt>
                <c:pt idx="260">
                  <c:v>2.41203660302658</c:v>
                </c:pt>
                <c:pt idx="261">
                  <c:v>2.39222113314889</c:v>
                </c:pt>
                <c:pt idx="262">
                  <c:v>2.34025791073353</c:v>
                </c:pt>
                <c:pt idx="263">
                  <c:v>2.37074164577234</c:v>
                </c:pt>
                <c:pt idx="264">
                  <c:v>2.34775446302813</c:v>
                </c:pt>
                <c:pt idx="265">
                  <c:v>2.32106002666956</c:v>
                </c:pt>
                <c:pt idx="266">
                  <c:v>2.31751561392412</c:v>
                </c:pt>
                <c:pt idx="267">
                  <c:v>2.39494536424834</c:v>
                </c:pt>
                <c:pt idx="268">
                  <c:v>2.27452190830826</c:v>
                </c:pt>
                <c:pt idx="269">
                  <c:v>2.28066314076671</c:v>
                </c:pt>
                <c:pt idx="270">
                  <c:v>2.30053264304233</c:v>
                </c:pt>
                <c:pt idx="271">
                  <c:v>2.24466259213826</c:v>
                </c:pt>
                <c:pt idx="272">
                  <c:v>2.39648357418932</c:v>
                </c:pt>
                <c:pt idx="273">
                  <c:v>2.27537871516377</c:v>
                </c:pt>
                <c:pt idx="274">
                  <c:v>2.30224705133982</c:v>
                </c:pt>
                <c:pt idx="275">
                  <c:v>2.25841099781987</c:v>
                </c:pt>
                <c:pt idx="276">
                  <c:v>2.36398553838149</c:v>
                </c:pt>
                <c:pt idx="277">
                  <c:v>2.20636420330794</c:v>
                </c:pt>
                <c:pt idx="278">
                  <c:v>2.31835127030872</c:v>
                </c:pt>
                <c:pt idx="279">
                  <c:v>2.25727895026074</c:v>
                </c:pt>
                <c:pt idx="280">
                  <c:v>2.34184418809827</c:v>
                </c:pt>
                <c:pt idx="281">
                  <c:v>2.2473725495005</c:v>
                </c:pt>
                <c:pt idx="282">
                  <c:v>2.32401612204669</c:v>
                </c:pt>
                <c:pt idx="283">
                  <c:v>2.26392228518775</c:v>
                </c:pt>
                <c:pt idx="284">
                  <c:v>2.38325297055978</c:v>
                </c:pt>
                <c:pt idx="285">
                  <c:v>2.22263664099272</c:v>
                </c:pt>
                <c:pt idx="286">
                  <c:v>2.29923297717762</c:v>
                </c:pt>
                <c:pt idx="287">
                  <c:v>2.36675198991084</c:v>
                </c:pt>
                <c:pt idx="288">
                  <c:v>2.32626075325839</c:v>
                </c:pt>
                <c:pt idx="289">
                  <c:v>2.27668675948341</c:v>
                </c:pt>
                <c:pt idx="290">
                  <c:v>2.24588711771513</c:v>
                </c:pt>
                <c:pt idx="291">
                  <c:v>2.28833418768069</c:v>
                </c:pt>
                <c:pt idx="292">
                  <c:v>2.18396249762306</c:v>
                </c:pt>
                <c:pt idx="293">
                  <c:v>2.1991094552336</c:v>
                </c:pt>
                <c:pt idx="294">
                  <c:v>2.20722614039619</c:v>
                </c:pt>
                <c:pt idx="295">
                  <c:v>2.18648701131828</c:v>
                </c:pt>
                <c:pt idx="296">
                  <c:v>2.1250083145361</c:v>
                </c:pt>
                <c:pt idx="297">
                  <c:v>2.185841898798</c:v>
                </c:pt>
                <c:pt idx="298">
                  <c:v>2.16314589354415</c:v>
                </c:pt>
                <c:pt idx="299">
                  <c:v>2.18845766711728</c:v>
                </c:pt>
                <c:pt idx="300">
                  <c:v>2.09296214113666</c:v>
                </c:pt>
                <c:pt idx="301">
                  <c:v>2.16250933244618</c:v>
                </c:pt>
                <c:pt idx="302">
                  <c:v>2.11218800549625</c:v>
                </c:pt>
                <c:pt idx="303">
                  <c:v>2.11480093557447</c:v>
                </c:pt>
                <c:pt idx="304">
                  <c:v>2.08724742187122</c:v>
                </c:pt>
                <c:pt idx="305">
                  <c:v>2.06778891399442</c:v>
                </c:pt>
                <c:pt idx="306">
                  <c:v>2.09160425471984</c:v>
                </c:pt>
                <c:pt idx="307">
                  <c:v>2.18573223107934</c:v>
                </c:pt>
                <c:pt idx="308">
                  <c:v>2.1090622315829</c:v>
                </c:pt>
                <c:pt idx="309">
                  <c:v>2.07768528023387</c:v>
                </c:pt>
                <c:pt idx="310">
                  <c:v>2.07945082070265</c:v>
                </c:pt>
                <c:pt idx="311">
                  <c:v>2.10987817004858</c:v>
                </c:pt>
                <c:pt idx="312">
                  <c:v>2.13566562231457</c:v>
                </c:pt>
                <c:pt idx="313">
                  <c:v>2.01854554639873</c:v>
                </c:pt>
                <c:pt idx="314">
                  <c:v>2.07694079457903</c:v>
                </c:pt>
                <c:pt idx="315">
                  <c:v>2.07090586060167</c:v>
                </c:pt>
                <c:pt idx="316">
                  <c:v>2.03335374466288</c:v>
                </c:pt>
                <c:pt idx="317">
                  <c:v>2.0719242111073</c:v>
                </c:pt>
                <c:pt idx="318">
                  <c:v>2.04128778847024</c:v>
                </c:pt>
                <c:pt idx="319">
                  <c:v>2.02950420076669</c:v>
                </c:pt>
                <c:pt idx="320">
                  <c:v>2.00579134868357</c:v>
                </c:pt>
                <c:pt idx="321">
                  <c:v>2.05629644594504</c:v>
                </c:pt>
                <c:pt idx="322">
                  <c:v>2.00692017625735</c:v>
                </c:pt>
                <c:pt idx="323">
                  <c:v>2.00870301067359</c:v>
                </c:pt>
                <c:pt idx="324">
                  <c:v>2.00092867787926</c:v>
                </c:pt>
                <c:pt idx="325">
                  <c:v>1.97346511751576</c:v>
                </c:pt>
                <c:pt idx="326">
                  <c:v>1.98439961752119</c:v>
                </c:pt>
                <c:pt idx="327">
                  <c:v>1.97108858163055</c:v>
                </c:pt>
                <c:pt idx="328">
                  <c:v>1.95646153696568</c:v>
                </c:pt>
                <c:pt idx="329">
                  <c:v>1.94255727317996</c:v>
                </c:pt>
                <c:pt idx="330">
                  <c:v>1.94185662644552</c:v>
                </c:pt>
                <c:pt idx="331">
                  <c:v>1.96059442512004</c:v>
                </c:pt>
                <c:pt idx="332">
                  <c:v>1.95636352761899</c:v>
                </c:pt>
                <c:pt idx="333">
                  <c:v>1.95451318600764</c:v>
                </c:pt>
                <c:pt idx="334">
                  <c:v>1.88970305203274</c:v>
                </c:pt>
                <c:pt idx="335">
                  <c:v>1.83872591517548</c:v>
                </c:pt>
                <c:pt idx="336">
                  <c:v>1.92621692845452</c:v>
                </c:pt>
                <c:pt idx="337">
                  <c:v>1.85328722160759</c:v>
                </c:pt>
                <c:pt idx="338">
                  <c:v>1.8281585343389</c:v>
                </c:pt>
                <c:pt idx="339">
                  <c:v>1.90361568505165</c:v>
                </c:pt>
                <c:pt idx="340">
                  <c:v>1.95099882962869</c:v>
                </c:pt>
                <c:pt idx="341">
                  <c:v>1.86940382717787</c:v>
                </c:pt>
                <c:pt idx="342">
                  <c:v>1.87517972508291</c:v>
                </c:pt>
                <c:pt idx="343">
                  <c:v>1.83490822592138</c:v>
                </c:pt>
                <c:pt idx="344">
                  <c:v>1.81887070660013</c:v>
                </c:pt>
                <c:pt idx="345">
                  <c:v>1.81127629259822</c:v>
                </c:pt>
                <c:pt idx="346">
                  <c:v>1.83962455516281</c:v>
                </c:pt>
                <c:pt idx="347">
                  <c:v>1.85347656518738</c:v>
                </c:pt>
                <c:pt idx="348">
                  <c:v>1.83590345934912</c:v>
                </c:pt>
                <c:pt idx="349">
                  <c:v>1.80051003148888</c:v>
                </c:pt>
                <c:pt idx="350">
                  <c:v>1.77147082209452</c:v>
                </c:pt>
                <c:pt idx="351">
                  <c:v>1.83222495486069</c:v>
                </c:pt>
                <c:pt idx="352">
                  <c:v>1.76873804765067</c:v>
                </c:pt>
                <c:pt idx="353">
                  <c:v>1.75489672379168</c:v>
                </c:pt>
                <c:pt idx="354">
                  <c:v>1.74342858127996</c:v>
                </c:pt>
                <c:pt idx="355">
                  <c:v>1.76303715806786</c:v>
                </c:pt>
                <c:pt idx="356">
                  <c:v>1.7393007092241</c:v>
                </c:pt>
                <c:pt idx="357">
                  <c:v>1.68017789076222</c:v>
                </c:pt>
                <c:pt idx="358">
                  <c:v>1.72850019007859</c:v>
                </c:pt>
                <c:pt idx="359">
                  <c:v>1.76660539201057</c:v>
                </c:pt>
                <c:pt idx="360">
                  <c:v>1.68830510597359</c:v>
                </c:pt>
                <c:pt idx="361">
                  <c:v>1.7177038591921</c:v>
                </c:pt>
                <c:pt idx="362">
                  <c:v>1.71028555742622</c:v>
                </c:pt>
                <c:pt idx="363">
                  <c:v>1.71171269969045</c:v>
                </c:pt>
                <c:pt idx="364">
                  <c:v>1.7424689381358</c:v>
                </c:pt>
                <c:pt idx="365">
                  <c:v>1.66398510974699</c:v>
                </c:pt>
                <c:pt idx="366">
                  <c:v>1.68877865508912</c:v>
                </c:pt>
                <c:pt idx="367">
                  <c:v>1.63929765931154</c:v>
                </c:pt>
                <c:pt idx="368">
                  <c:v>1.70126961859617</c:v>
                </c:pt>
                <c:pt idx="369">
                  <c:v>1.61653080220231</c:v>
                </c:pt>
                <c:pt idx="370">
                  <c:v>1.65487067065569</c:v>
                </c:pt>
                <c:pt idx="371">
                  <c:v>1.61816473504144</c:v>
                </c:pt>
                <c:pt idx="372">
                  <c:v>1.61776199619656</c:v>
                </c:pt>
                <c:pt idx="373">
                  <c:v>1.61155146437879</c:v>
                </c:pt>
                <c:pt idx="374">
                  <c:v>1.59759161068047</c:v>
                </c:pt>
                <c:pt idx="375">
                  <c:v>1.59192023115365</c:v>
                </c:pt>
                <c:pt idx="376">
                  <c:v>1.62759251967631</c:v>
                </c:pt>
                <c:pt idx="377">
                  <c:v>1.59280896851554</c:v>
                </c:pt>
                <c:pt idx="378">
                  <c:v>1.56745570482445</c:v>
                </c:pt>
                <c:pt idx="379">
                  <c:v>1.57579105511764</c:v>
                </c:pt>
                <c:pt idx="380">
                  <c:v>1.59588855747862</c:v>
                </c:pt>
                <c:pt idx="381">
                  <c:v>1.57933668462182</c:v>
                </c:pt>
                <c:pt idx="382">
                  <c:v>1.53181906109235</c:v>
                </c:pt>
                <c:pt idx="383">
                  <c:v>1.54844366593814</c:v>
                </c:pt>
                <c:pt idx="384">
                  <c:v>1.53710747403219</c:v>
                </c:pt>
                <c:pt idx="385">
                  <c:v>1.52383126005203</c:v>
                </c:pt>
                <c:pt idx="386">
                  <c:v>1.5349359044528</c:v>
                </c:pt>
                <c:pt idx="387">
                  <c:v>1.52506981661895</c:v>
                </c:pt>
                <c:pt idx="388">
                  <c:v>1.53923579226474</c:v>
                </c:pt>
                <c:pt idx="389">
                  <c:v>1.57098140767137</c:v>
                </c:pt>
                <c:pt idx="390">
                  <c:v>1.5202741697415</c:v>
                </c:pt>
                <c:pt idx="391">
                  <c:v>1.48867920075466</c:v>
                </c:pt>
                <c:pt idx="392">
                  <c:v>1.55591766536611</c:v>
                </c:pt>
                <c:pt idx="393">
                  <c:v>1.56249952786399</c:v>
                </c:pt>
                <c:pt idx="394">
                  <c:v>1.50884046948395</c:v>
                </c:pt>
                <c:pt idx="395">
                  <c:v>1.53694954773544</c:v>
                </c:pt>
                <c:pt idx="396">
                  <c:v>1.60141731239932</c:v>
                </c:pt>
                <c:pt idx="397">
                  <c:v>1.50276663629515</c:v>
                </c:pt>
                <c:pt idx="398">
                  <c:v>1.57430274119107</c:v>
                </c:pt>
                <c:pt idx="399">
                  <c:v>1.56345540936457</c:v>
                </c:pt>
                <c:pt idx="400">
                  <c:v>1.50436954340054</c:v>
                </c:pt>
                <c:pt idx="401">
                  <c:v>1.5446522231438</c:v>
                </c:pt>
                <c:pt idx="402">
                  <c:v>1.50558926016502</c:v>
                </c:pt>
                <c:pt idx="403">
                  <c:v>1.53976200495646</c:v>
                </c:pt>
                <c:pt idx="404">
                  <c:v>1.52742770202639</c:v>
                </c:pt>
                <c:pt idx="405">
                  <c:v>1.5287846107644</c:v>
                </c:pt>
                <c:pt idx="406">
                  <c:v>1.51974402424905</c:v>
                </c:pt>
                <c:pt idx="407">
                  <c:v>1.50482150550833</c:v>
                </c:pt>
                <c:pt idx="408">
                  <c:v>1.56311590267427</c:v>
                </c:pt>
                <c:pt idx="409">
                  <c:v>1.53727737401034</c:v>
                </c:pt>
                <c:pt idx="410">
                  <c:v>1.49634046999776</c:v>
                </c:pt>
                <c:pt idx="411">
                  <c:v>1.62330935735911</c:v>
                </c:pt>
                <c:pt idx="412">
                  <c:v>1.51214496810755</c:v>
                </c:pt>
                <c:pt idx="413">
                  <c:v>1.55742013733154</c:v>
                </c:pt>
                <c:pt idx="414">
                  <c:v>1.53700003069311</c:v>
                </c:pt>
                <c:pt idx="415">
                  <c:v>1.51139041075181</c:v>
                </c:pt>
                <c:pt idx="416">
                  <c:v>1.53443341346169</c:v>
                </c:pt>
                <c:pt idx="417">
                  <c:v>1.48968910401953</c:v>
                </c:pt>
                <c:pt idx="418">
                  <c:v>1.53471911809002</c:v>
                </c:pt>
                <c:pt idx="419">
                  <c:v>1.50279671414566</c:v>
                </c:pt>
                <c:pt idx="420">
                  <c:v>1.52030893672121</c:v>
                </c:pt>
                <c:pt idx="421">
                  <c:v>1.53133507025057</c:v>
                </c:pt>
                <c:pt idx="422">
                  <c:v>1.50636417752782</c:v>
                </c:pt>
                <c:pt idx="423">
                  <c:v>1.58351648909413</c:v>
                </c:pt>
                <c:pt idx="424">
                  <c:v>1.4949216632089</c:v>
                </c:pt>
                <c:pt idx="425">
                  <c:v>1.559471095791</c:v>
                </c:pt>
                <c:pt idx="426">
                  <c:v>1.50915959606411</c:v>
                </c:pt>
                <c:pt idx="427">
                  <c:v>1.52651300928961</c:v>
                </c:pt>
                <c:pt idx="428">
                  <c:v>1.49791779276401</c:v>
                </c:pt>
                <c:pt idx="429">
                  <c:v>1.53481855914438</c:v>
                </c:pt>
                <c:pt idx="430">
                  <c:v>1.51178088302033</c:v>
                </c:pt>
                <c:pt idx="431">
                  <c:v>1.48690502852532</c:v>
                </c:pt>
                <c:pt idx="432">
                  <c:v>1.51195936671461</c:v>
                </c:pt>
                <c:pt idx="433">
                  <c:v>1.51134684644409</c:v>
                </c:pt>
                <c:pt idx="434">
                  <c:v>1.51317672327021</c:v>
                </c:pt>
                <c:pt idx="435">
                  <c:v>1.50953445371753</c:v>
                </c:pt>
                <c:pt idx="436">
                  <c:v>1.5118390694157</c:v>
                </c:pt>
                <c:pt idx="437">
                  <c:v>1.52007635525991</c:v>
                </c:pt>
                <c:pt idx="438">
                  <c:v>1.49581617419688</c:v>
                </c:pt>
                <c:pt idx="439">
                  <c:v>1.48506010443798</c:v>
                </c:pt>
                <c:pt idx="440">
                  <c:v>1.49885374480014</c:v>
                </c:pt>
                <c:pt idx="441">
                  <c:v>1.49359385720159</c:v>
                </c:pt>
                <c:pt idx="442">
                  <c:v>1.49821629420855</c:v>
                </c:pt>
                <c:pt idx="443">
                  <c:v>1.48417641642062</c:v>
                </c:pt>
                <c:pt idx="444">
                  <c:v>1.50794746266254</c:v>
                </c:pt>
                <c:pt idx="445">
                  <c:v>1.51317281603751</c:v>
                </c:pt>
                <c:pt idx="446">
                  <c:v>1.47401522625584</c:v>
                </c:pt>
                <c:pt idx="447">
                  <c:v>1.46314137434418</c:v>
                </c:pt>
                <c:pt idx="448">
                  <c:v>1.46874780593653</c:v>
                </c:pt>
                <c:pt idx="449">
                  <c:v>1.46917987740379</c:v>
                </c:pt>
                <c:pt idx="450">
                  <c:v>1.5037788586344</c:v>
                </c:pt>
                <c:pt idx="451">
                  <c:v>1.46311899377034</c:v>
                </c:pt>
                <c:pt idx="452">
                  <c:v>1.45397090520656</c:v>
                </c:pt>
                <c:pt idx="453">
                  <c:v>1.48331515249647</c:v>
                </c:pt>
                <c:pt idx="454">
                  <c:v>1.48306857221236</c:v>
                </c:pt>
                <c:pt idx="455">
                  <c:v>1.46106769598511</c:v>
                </c:pt>
                <c:pt idx="456">
                  <c:v>1.48219374591151</c:v>
                </c:pt>
                <c:pt idx="457">
                  <c:v>1.47929077661243</c:v>
                </c:pt>
                <c:pt idx="458">
                  <c:v>1.48784215183042</c:v>
                </c:pt>
                <c:pt idx="459">
                  <c:v>1.47815979237699</c:v>
                </c:pt>
                <c:pt idx="460">
                  <c:v>1.46596454886734</c:v>
                </c:pt>
                <c:pt idx="461">
                  <c:v>1.45424146861459</c:v>
                </c:pt>
                <c:pt idx="462">
                  <c:v>1.4754729746078</c:v>
                </c:pt>
                <c:pt idx="463">
                  <c:v>1.47255866262599</c:v>
                </c:pt>
                <c:pt idx="464">
                  <c:v>1.45686169722121</c:v>
                </c:pt>
                <c:pt idx="465">
                  <c:v>1.4931346887788</c:v>
                </c:pt>
                <c:pt idx="466">
                  <c:v>1.47405511234357</c:v>
                </c:pt>
                <c:pt idx="467">
                  <c:v>1.46633151787111</c:v>
                </c:pt>
                <c:pt idx="468">
                  <c:v>1.51292008734141</c:v>
                </c:pt>
                <c:pt idx="469">
                  <c:v>1.4865133839352</c:v>
                </c:pt>
                <c:pt idx="470">
                  <c:v>1.48069776624874</c:v>
                </c:pt>
                <c:pt idx="471">
                  <c:v>1.4853490937969</c:v>
                </c:pt>
                <c:pt idx="472">
                  <c:v>1.49726550313991</c:v>
                </c:pt>
                <c:pt idx="473">
                  <c:v>1.50108564139575</c:v>
                </c:pt>
                <c:pt idx="474">
                  <c:v>1.45754668640215</c:v>
                </c:pt>
                <c:pt idx="475">
                  <c:v>1.47668422118747</c:v>
                </c:pt>
                <c:pt idx="476">
                  <c:v>1.48212187242601</c:v>
                </c:pt>
                <c:pt idx="477">
                  <c:v>1.49040632733015</c:v>
                </c:pt>
                <c:pt idx="478">
                  <c:v>1.46456239959162</c:v>
                </c:pt>
                <c:pt idx="479">
                  <c:v>1.48541310846321</c:v>
                </c:pt>
                <c:pt idx="480">
                  <c:v>1.49554738206842</c:v>
                </c:pt>
                <c:pt idx="481">
                  <c:v>1.48250811770428</c:v>
                </c:pt>
                <c:pt idx="482">
                  <c:v>1.4705189056257</c:v>
                </c:pt>
                <c:pt idx="483">
                  <c:v>1.54503816762224</c:v>
                </c:pt>
                <c:pt idx="484">
                  <c:v>1.50441652504691</c:v>
                </c:pt>
                <c:pt idx="485">
                  <c:v>1.59635936714708</c:v>
                </c:pt>
                <c:pt idx="486">
                  <c:v>1.45934488350876</c:v>
                </c:pt>
                <c:pt idx="487">
                  <c:v>1.54622799160282</c:v>
                </c:pt>
                <c:pt idx="488">
                  <c:v>1.53134448511823</c:v>
                </c:pt>
                <c:pt idx="489">
                  <c:v>1.49249235181622</c:v>
                </c:pt>
                <c:pt idx="490">
                  <c:v>1.50986296832935</c:v>
                </c:pt>
                <c:pt idx="491">
                  <c:v>1.47494413603129</c:v>
                </c:pt>
                <c:pt idx="492">
                  <c:v>1.5073127814744</c:v>
                </c:pt>
                <c:pt idx="493">
                  <c:v>1.47114667129606</c:v>
                </c:pt>
                <c:pt idx="494">
                  <c:v>1.47713882156317</c:v>
                </c:pt>
                <c:pt idx="495">
                  <c:v>1.50008145118013</c:v>
                </c:pt>
                <c:pt idx="496">
                  <c:v>1.50673314961627</c:v>
                </c:pt>
                <c:pt idx="497">
                  <c:v>1.51984439058066</c:v>
                </c:pt>
                <c:pt idx="498">
                  <c:v>1.48861907240982</c:v>
                </c:pt>
                <c:pt idx="499">
                  <c:v>1.47244496215865</c:v>
                </c:pt>
                <c:pt idx="500">
                  <c:v>1.50163645857374</c:v>
                </c:pt>
                <c:pt idx="501">
                  <c:v>1.48118663221724</c:v>
                </c:pt>
                <c:pt idx="502">
                  <c:v>1.48130444432425</c:v>
                </c:pt>
                <c:pt idx="503">
                  <c:v>1.47127683958584</c:v>
                </c:pt>
                <c:pt idx="504">
                  <c:v>1.47278068972482</c:v>
                </c:pt>
                <c:pt idx="505">
                  <c:v>1.4955228692298</c:v>
                </c:pt>
                <c:pt idx="506">
                  <c:v>1.46096115607297</c:v>
                </c:pt>
                <c:pt idx="507">
                  <c:v>1.4785196927774</c:v>
                </c:pt>
                <c:pt idx="508">
                  <c:v>1.47259555066979</c:v>
                </c:pt>
                <c:pt idx="509">
                  <c:v>1.50391686460438</c:v>
                </c:pt>
                <c:pt idx="510">
                  <c:v>1.49212173884127</c:v>
                </c:pt>
                <c:pt idx="511">
                  <c:v>1.47685813210737</c:v>
                </c:pt>
                <c:pt idx="512">
                  <c:v>1.49939340792897</c:v>
                </c:pt>
                <c:pt idx="513">
                  <c:v>1.45211782881553</c:v>
                </c:pt>
                <c:pt idx="514">
                  <c:v>1.48300162047483</c:v>
                </c:pt>
                <c:pt idx="515">
                  <c:v>1.4704746724497</c:v>
                </c:pt>
                <c:pt idx="516">
                  <c:v>1.47740068110581</c:v>
                </c:pt>
                <c:pt idx="517">
                  <c:v>1.48819717895074</c:v>
                </c:pt>
                <c:pt idx="518">
                  <c:v>1.45036492667366</c:v>
                </c:pt>
                <c:pt idx="519">
                  <c:v>1.49629163462651</c:v>
                </c:pt>
                <c:pt idx="520">
                  <c:v>1.48439785229989</c:v>
                </c:pt>
                <c:pt idx="521">
                  <c:v>1.48317242925133</c:v>
                </c:pt>
                <c:pt idx="522">
                  <c:v>1.48448745645186</c:v>
                </c:pt>
                <c:pt idx="523">
                  <c:v>1.47556979136051</c:v>
                </c:pt>
                <c:pt idx="524">
                  <c:v>1.46392491844836</c:v>
                </c:pt>
                <c:pt idx="525">
                  <c:v>1.53096008644563</c:v>
                </c:pt>
                <c:pt idx="526">
                  <c:v>1.46033863481019</c:v>
                </c:pt>
                <c:pt idx="527">
                  <c:v>1.51205207231973</c:v>
                </c:pt>
                <c:pt idx="528">
                  <c:v>1.49076888442293</c:v>
                </c:pt>
                <c:pt idx="529">
                  <c:v>1.48675435463487</c:v>
                </c:pt>
                <c:pt idx="530">
                  <c:v>1.48904239223674</c:v>
                </c:pt>
                <c:pt idx="531">
                  <c:v>1.44542195669643</c:v>
                </c:pt>
                <c:pt idx="532">
                  <c:v>1.5181238409168</c:v>
                </c:pt>
                <c:pt idx="533">
                  <c:v>1.46630433040418</c:v>
                </c:pt>
                <c:pt idx="534">
                  <c:v>1.54772978199383</c:v>
                </c:pt>
                <c:pt idx="535">
                  <c:v>1.46044218496804</c:v>
                </c:pt>
                <c:pt idx="536">
                  <c:v>1.50360073020493</c:v>
                </c:pt>
                <c:pt idx="537">
                  <c:v>1.53715908898802</c:v>
                </c:pt>
                <c:pt idx="538">
                  <c:v>1.47076004854827</c:v>
                </c:pt>
                <c:pt idx="539">
                  <c:v>1.53262911029714</c:v>
                </c:pt>
                <c:pt idx="540">
                  <c:v>1.46101021086241</c:v>
                </c:pt>
                <c:pt idx="541">
                  <c:v>1.4782132310821</c:v>
                </c:pt>
                <c:pt idx="542">
                  <c:v>1.48611489756987</c:v>
                </c:pt>
                <c:pt idx="543">
                  <c:v>1.46470891312567</c:v>
                </c:pt>
                <c:pt idx="544">
                  <c:v>1.4823527203234</c:v>
                </c:pt>
                <c:pt idx="545">
                  <c:v>1.46929767327411</c:v>
                </c:pt>
                <c:pt idx="546">
                  <c:v>1.4536650702842</c:v>
                </c:pt>
                <c:pt idx="547">
                  <c:v>1.46549085194554</c:v>
                </c:pt>
                <c:pt idx="548">
                  <c:v>1.48091263446294</c:v>
                </c:pt>
                <c:pt idx="549">
                  <c:v>1.47031910341905</c:v>
                </c:pt>
                <c:pt idx="550">
                  <c:v>1.47522483667453</c:v>
                </c:pt>
                <c:pt idx="551">
                  <c:v>1.47521917504038</c:v>
                </c:pt>
                <c:pt idx="552">
                  <c:v>1.49021927476987</c:v>
                </c:pt>
                <c:pt idx="553">
                  <c:v>1.46599553876367</c:v>
                </c:pt>
                <c:pt idx="554">
                  <c:v>1.46747593806328</c:v>
                </c:pt>
                <c:pt idx="555">
                  <c:v>1.48842492719793</c:v>
                </c:pt>
                <c:pt idx="556">
                  <c:v>1.46625892108453</c:v>
                </c:pt>
                <c:pt idx="557">
                  <c:v>1.49043443348999</c:v>
                </c:pt>
                <c:pt idx="558">
                  <c:v>1.45244940998003</c:v>
                </c:pt>
                <c:pt idx="559">
                  <c:v>1.45206947506616</c:v>
                </c:pt>
                <c:pt idx="560">
                  <c:v>1.46904698462746</c:v>
                </c:pt>
                <c:pt idx="561">
                  <c:v>1.4506149560853</c:v>
                </c:pt>
                <c:pt idx="562">
                  <c:v>1.47386701881656</c:v>
                </c:pt>
                <c:pt idx="563">
                  <c:v>1.47452377387314</c:v>
                </c:pt>
                <c:pt idx="564">
                  <c:v>1.44851925819738</c:v>
                </c:pt>
                <c:pt idx="565">
                  <c:v>1.46245536130801</c:v>
                </c:pt>
                <c:pt idx="566">
                  <c:v>1.46490639757347</c:v>
                </c:pt>
                <c:pt idx="567">
                  <c:v>1.47436765713399</c:v>
                </c:pt>
                <c:pt idx="568">
                  <c:v>1.45321267576368</c:v>
                </c:pt>
                <c:pt idx="569">
                  <c:v>1.45125081290145</c:v>
                </c:pt>
                <c:pt idx="570">
                  <c:v>1.43021877468194</c:v>
                </c:pt>
                <c:pt idx="571">
                  <c:v>1.44684248320416</c:v>
                </c:pt>
                <c:pt idx="572">
                  <c:v>1.42522642303552</c:v>
                </c:pt>
                <c:pt idx="573">
                  <c:v>1.48236931248537</c:v>
                </c:pt>
                <c:pt idx="574">
                  <c:v>1.48348519677529</c:v>
                </c:pt>
                <c:pt idx="575">
                  <c:v>1.46306375253314</c:v>
                </c:pt>
                <c:pt idx="576">
                  <c:v>1.4723789530515</c:v>
                </c:pt>
                <c:pt idx="577">
                  <c:v>1.47238097710634</c:v>
                </c:pt>
                <c:pt idx="578">
                  <c:v>1.46126234507953</c:v>
                </c:pt>
                <c:pt idx="579">
                  <c:v>1.48996099913488</c:v>
                </c:pt>
                <c:pt idx="580">
                  <c:v>1.51463514176811</c:v>
                </c:pt>
                <c:pt idx="581">
                  <c:v>1.44600489125622</c:v>
                </c:pt>
                <c:pt idx="582">
                  <c:v>1.53207184662167</c:v>
                </c:pt>
                <c:pt idx="583">
                  <c:v>1.46321210695529</c:v>
                </c:pt>
                <c:pt idx="584">
                  <c:v>1.49523613697372</c:v>
                </c:pt>
                <c:pt idx="585">
                  <c:v>1.46197104509895</c:v>
                </c:pt>
                <c:pt idx="586">
                  <c:v>1.46315831469554</c:v>
                </c:pt>
                <c:pt idx="587">
                  <c:v>1.46270232528946</c:v>
                </c:pt>
                <c:pt idx="588">
                  <c:v>1.47946931684189</c:v>
                </c:pt>
                <c:pt idx="589">
                  <c:v>1.48877873425676</c:v>
                </c:pt>
                <c:pt idx="590">
                  <c:v>1.48508328270026</c:v>
                </c:pt>
                <c:pt idx="591">
                  <c:v>1.47657532796505</c:v>
                </c:pt>
                <c:pt idx="592">
                  <c:v>1.50623861234066</c:v>
                </c:pt>
                <c:pt idx="593">
                  <c:v>1.49032068506273</c:v>
                </c:pt>
                <c:pt idx="594">
                  <c:v>1.47691293581833</c:v>
                </c:pt>
                <c:pt idx="595">
                  <c:v>1.44801135509941</c:v>
                </c:pt>
                <c:pt idx="596">
                  <c:v>1.45035153744713</c:v>
                </c:pt>
                <c:pt idx="597">
                  <c:v>1.46550225715282</c:v>
                </c:pt>
                <c:pt idx="598">
                  <c:v>1.46983451183639</c:v>
                </c:pt>
                <c:pt idx="599">
                  <c:v>1.48333454356424</c:v>
                </c:pt>
                <c:pt idx="600">
                  <c:v>1.46198910677397</c:v>
                </c:pt>
                <c:pt idx="601">
                  <c:v>1.45223710793452</c:v>
                </c:pt>
                <c:pt idx="602">
                  <c:v>1.51115808956503</c:v>
                </c:pt>
                <c:pt idx="603">
                  <c:v>1.46095026914987</c:v>
                </c:pt>
                <c:pt idx="604">
                  <c:v>1.48607437617011</c:v>
                </c:pt>
                <c:pt idx="605">
                  <c:v>1.45892411006389</c:v>
                </c:pt>
                <c:pt idx="606">
                  <c:v>1.47684596616023</c:v>
                </c:pt>
                <c:pt idx="607">
                  <c:v>1.49803047764109</c:v>
                </c:pt>
                <c:pt idx="608">
                  <c:v>1.44857040285725</c:v>
                </c:pt>
                <c:pt idx="609">
                  <c:v>1.59819726956149</c:v>
                </c:pt>
                <c:pt idx="610">
                  <c:v>1.45978309443639</c:v>
                </c:pt>
                <c:pt idx="611">
                  <c:v>1.52262348319511</c:v>
                </c:pt>
                <c:pt idx="612">
                  <c:v>1.45087292461036</c:v>
                </c:pt>
                <c:pt idx="613">
                  <c:v>1.47106290424423</c:v>
                </c:pt>
                <c:pt idx="614">
                  <c:v>1.48400205328152</c:v>
                </c:pt>
                <c:pt idx="615">
                  <c:v>1.46274397823934</c:v>
                </c:pt>
                <c:pt idx="616">
                  <c:v>1.50544721810046</c:v>
                </c:pt>
                <c:pt idx="617">
                  <c:v>1.45857679567554</c:v>
                </c:pt>
                <c:pt idx="618">
                  <c:v>1.48811754786136</c:v>
                </c:pt>
                <c:pt idx="619">
                  <c:v>1.46811999069096</c:v>
                </c:pt>
                <c:pt idx="620">
                  <c:v>1.47991959670816</c:v>
                </c:pt>
                <c:pt idx="621">
                  <c:v>1.45560529087243</c:v>
                </c:pt>
                <c:pt idx="622">
                  <c:v>1.46124312584043</c:v>
                </c:pt>
                <c:pt idx="623">
                  <c:v>1.49075358641614</c:v>
                </c:pt>
                <c:pt idx="624">
                  <c:v>1.44273649598121</c:v>
                </c:pt>
                <c:pt idx="625">
                  <c:v>1.48086237938331</c:v>
                </c:pt>
                <c:pt idx="626">
                  <c:v>1.4409882567596</c:v>
                </c:pt>
                <c:pt idx="627">
                  <c:v>1.48767102363447</c:v>
                </c:pt>
                <c:pt idx="628">
                  <c:v>1.44765185226584</c:v>
                </c:pt>
                <c:pt idx="629">
                  <c:v>1.44665970681654</c:v>
                </c:pt>
                <c:pt idx="630">
                  <c:v>1.48424694337133</c:v>
                </c:pt>
                <c:pt idx="631">
                  <c:v>1.4411164223892</c:v>
                </c:pt>
                <c:pt idx="632">
                  <c:v>1.4889206282729</c:v>
                </c:pt>
                <c:pt idx="633">
                  <c:v>1.4548397467934</c:v>
                </c:pt>
                <c:pt idx="634">
                  <c:v>1.46433169656751</c:v>
                </c:pt>
                <c:pt idx="635">
                  <c:v>1.45876766171128</c:v>
                </c:pt>
                <c:pt idx="636">
                  <c:v>1.43198410775599</c:v>
                </c:pt>
                <c:pt idx="637">
                  <c:v>1.43684008931051</c:v>
                </c:pt>
                <c:pt idx="638">
                  <c:v>1.45242824819564</c:v>
                </c:pt>
                <c:pt idx="639">
                  <c:v>1.43996538583138</c:v>
                </c:pt>
                <c:pt idx="640">
                  <c:v>1.42513222574476</c:v>
                </c:pt>
                <c:pt idx="641">
                  <c:v>1.44392928114625</c:v>
                </c:pt>
                <c:pt idx="642">
                  <c:v>1.41861888165414</c:v>
                </c:pt>
                <c:pt idx="643">
                  <c:v>1.47532605628812</c:v>
                </c:pt>
                <c:pt idx="644">
                  <c:v>1.43181795488371</c:v>
                </c:pt>
                <c:pt idx="645">
                  <c:v>1.46526419543793</c:v>
                </c:pt>
                <c:pt idx="646">
                  <c:v>1.43616477860217</c:v>
                </c:pt>
                <c:pt idx="647">
                  <c:v>1.43772829307608</c:v>
                </c:pt>
                <c:pt idx="648">
                  <c:v>1.42825866244401</c:v>
                </c:pt>
                <c:pt idx="649">
                  <c:v>1.45373567244161</c:v>
                </c:pt>
                <c:pt idx="650">
                  <c:v>1.4451266937351</c:v>
                </c:pt>
                <c:pt idx="651">
                  <c:v>1.43271817342747</c:v>
                </c:pt>
                <c:pt idx="652">
                  <c:v>1.45521201546011</c:v>
                </c:pt>
                <c:pt idx="653">
                  <c:v>1.44863509289836</c:v>
                </c:pt>
                <c:pt idx="654">
                  <c:v>1.45669021548527</c:v>
                </c:pt>
                <c:pt idx="655">
                  <c:v>1.46085036047602</c:v>
                </c:pt>
                <c:pt idx="656">
                  <c:v>1.43889855616463</c:v>
                </c:pt>
                <c:pt idx="657">
                  <c:v>1.44787936481012</c:v>
                </c:pt>
                <c:pt idx="658">
                  <c:v>1.46403739429599</c:v>
                </c:pt>
                <c:pt idx="659">
                  <c:v>1.45502484348865</c:v>
                </c:pt>
                <c:pt idx="660">
                  <c:v>1.45883895791712</c:v>
                </c:pt>
                <c:pt idx="661">
                  <c:v>1.43888294986372</c:v>
                </c:pt>
                <c:pt idx="662">
                  <c:v>1.44625920688384</c:v>
                </c:pt>
                <c:pt idx="663">
                  <c:v>1.45827935828163</c:v>
                </c:pt>
                <c:pt idx="664">
                  <c:v>1.42782314075027</c:v>
                </c:pt>
                <c:pt idx="665">
                  <c:v>1.43683007671292</c:v>
                </c:pt>
                <c:pt idx="666">
                  <c:v>1.46189675810114</c:v>
                </c:pt>
                <c:pt idx="667">
                  <c:v>1.44155629207211</c:v>
                </c:pt>
                <c:pt idx="668">
                  <c:v>1.4485715177829</c:v>
                </c:pt>
                <c:pt idx="669">
                  <c:v>1.43469818453738</c:v>
                </c:pt>
                <c:pt idx="670">
                  <c:v>1.45181398632005</c:v>
                </c:pt>
                <c:pt idx="671">
                  <c:v>1.44517382508571</c:v>
                </c:pt>
                <c:pt idx="672">
                  <c:v>1.45577005404459</c:v>
                </c:pt>
                <c:pt idx="673">
                  <c:v>1.44235990733551</c:v>
                </c:pt>
                <c:pt idx="674">
                  <c:v>1.47117042881189</c:v>
                </c:pt>
                <c:pt idx="675">
                  <c:v>1.46011934530412</c:v>
                </c:pt>
                <c:pt idx="676">
                  <c:v>1.44610885727954</c:v>
                </c:pt>
                <c:pt idx="677">
                  <c:v>1.42918287454795</c:v>
                </c:pt>
                <c:pt idx="678">
                  <c:v>1.43719048532804</c:v>
                </c:pt>
                <c:pt idx="679">
                  <c:v>1.43402884127713</c:v>
                </c:pt>
                <c:pt idx="680">
                  <c:v>1.43977806425641</c:v>
                </c:pt>
                <c:pt idx="681">
                  <c:v>1.41838905943829</c:v>
                </c:pt>
                <c:pt idx="682">
                  <c:v>1.44025803958714</c:v>
                </c:pt>
                <c:pt idx="683">
                  <c:v>1.43908425795989</c:v>
                </c:pt>
                <c:pt idx="684">
                  <c:v>1.44898595000398</c:v>
                </c:pt>
                <c:pt idx="685">
                  <c:v>1.42465681356643</c:v>
                </c:pt>
                <c:pt idx="686">
                  <c:v>1.47354858649746</c:v>
                </c:pt>
                <c:pt idx="687">
                  <c:v>1.46100582040975</c:v>
                </c:pt>
                <c:pt idx="688">
                  <c:v>1.44058772140023</c:v>
                </c:pt>
                <c:pt idx="689">
                  <c:v>1.47313366691881</c:v>
                </c:pt>
                <c:pt idx="690">
                  <c:v>1.41818247646803</c:v>
                </c:pt>
                <c:pt idx="691">
                  <c:v>1.47043716113973</c:v>
                </c:pt>
                <c:pt idx="692">
                  <c:v>1.4599579770717</c:v>
                </c:pt>
                <c:pt idx="693">
                  <c:v>1.46514992568774</c:v>
                </c:pt>
                <c:pt idx="694">
                  <c:v>1.47545572297661</c:v>
                </c:pt>
                <c:pt idx="695">
                  <c:v>1.39562114740142</c:v>
                </c:pt>
                <c:pt idx="696">
                  <c:v>1.46870059815276</c:v>
                </c:pt>
                <c:pt idx="697">
                  <c:v>1.46588475427398</c:v>
                </c:pt>
                <c:pt idx="698">
                  <c:v>1.46262790662627</c:v>
                </c:pt>
                <c:pt idx="699">
                  <c:v>1.49522647351608</c:v>
                </c:pt>
                <c:pt idx="700">
                  <c:v>1.45306364799416</c:v>
                </c:pt>
                <c:pt idx="701">
                  <c:v>1.46960303050968</c:v>
                </c:pt>
                <c:pt idx="702">
                  <c:v>1.45474361393677</c:v>
                </c:pt>
                <c:pt idx="703">
                  <c:v>1.46122147552393</c:v>
                </c:pt>
                <c:pt idx="704">
                  <c:v>1.41767952046877</c:v>
                </c:pt>
                <c:pt idx="705">
                  <c:v>1.45597601820915</c:v>
                </c:pt>
                <c:pt idx="706">
                  <c:v>1.45093751393301</c:v>
                </c:pt>
                <c:pt idx="707">
                  <c:v>1.4442965136071</c:v>
                </c:pt>
                <c:pt idx="708">
                  <c:v>1.46917358438927</c:v>
                </c:pt>
                <c:pt idx="709">
                  <c:v>1.43568306970043</c:v>
                </c:pt>
                <c:pt idx="710">
                  <c:v>1.48232867311594</c:v>
                </c:pt>
                <c:pt idx="711">
                  <c:v>1.45420580658024</c:v>
                </c:pt>
                <c:pt idx="712">
                  <c:v>1.4686729717276</c:v>
                </c:pt>
                <c:pt idx="713">
                  <c:v>1.46348435744999</c:v>
                </c:pt>
                <c:pt idx="714">
                  <c:v>1.46495641601826</c:v>
                </c:pt>
                <c:pt idx="715">
                  <c:v>1.51434129186453</c:v>
                </c:pt>
                <c:pt idx="716">
                  <c:v>1.42029116783121</c:v>
                </c:pt>
                <c:pt idx="717">
                  <c:v>1.50076346184522</c:v>
                </c:pt>
                <c:pt idx="718">
                  <c:v>1.42337538077785</c:v>
                </c:pt>
                <c:pt idx="719">
                  <c:v>1.52881114576324</c:v>
                </c:pt>
                <c:pt idx="720">
                  <c:v>1.47370254446607</c:v>
                </c:pt>
                <c:pt idx="721">
                  <c:v>1.51638267442819</c:v>
                </c:pt>
                <c:pt idx="722">
                  <c:v>1.4608396265742</c:v>
                </c:pt>
                <c:pt idx="723">
                  <c:v>1.44110791215701</c:v>
                </c:pt>
                <c:pt idx="724">
                  <c:v>1.44535709094612</c:v>
                </c:pt>
                <c:pt idx="725">
                  <c:v>1.44829746560498</c:v>
                </c:pt>
                <c:pt idx="726">
                  <c:v>1.45484734588071</c:v>
                </c:pt>
                <c:pt idx="727">
                  <c:v>1.45999333630791</c:v>
                </c:pt>
                <c:pt idx="728">
                  <c:v>1.43804594603927</c:v>
                </c:pt>
                <c:pt idx="729">
                  <c:v>1.46690836255267</c:v>
                </c:pt>
                <c:pt idx="730">
                  <c:v>1.45038505801527</c:v>
                </c:pt>
                <c:pt idx="731">
                  <c:v>1.43961599887583</c:v>
                </c:pt>
                <c:pt idx="732">
                  <c:v>1.43612138132807</c:v>
                </c:pt>
                <c:pt idx="733">
                  <c:v>1.44474006168754</c:v>
                </c:pt>
                <c:pt idx="734">
                  <c:v>1.46055228196399</c:v>
                </c:pt>
                <c:pt idx="735">
                  <c:v>1.42492790239148</c:v>
                </c:pt>
                <c:pt idx="736">
                  <c:v>1.4261376503614</c:v>
                </c:pt>
                <c:pt idx="737">
                  <c:v>1.44055995805941</c:v>
                </c:pt>
                <c:pt idx="738">
                  <c:v>1.44548101002209</c:v>
                </c:pt>
                <c:pt idx="739">
                  <c:v>1.44514878086829</c:v>
                </c:pt>
                <c:pt idx="740">
                  <c:v>1.4619438382105</c:v>
                </c:pt>
                <c:pt idx="741">
                  <c:v>1.44174934827489</c:v>
                </c:pt>
                <c:pt idx="742">
                  <c:v>1.42244366062072</c:v>
                </c:pt>
                <c:pt idx="743">
                  <c:v>1.4387821157772</c:v>
                </c:pt>
                <c:pt idx="744">
                  <c:v>1.43421681397404</c:v>
                </c:pt>
                <c:pt idx="745">
                  <c:v>1.43508924437898</c:v>
                </c:pt>
                <c:pt idx="746">
                  <c:v>1.43299134180304</c:v>
                </c:pt>
                <c:pt idx="747">
                  <c:v>1.43888143692728</c:v>
                </c:pt>
                <c:pt idx="748">
                  <c:v>1.44349277833977</c:v>
                </c:pt>
                <c:pt idx="749">
                  <c:v>1.45834224620477</c:v>
                </c:pt>
                <c:pt idx="750">
                  <c:v>1.44598211224157</c:v>
                </c:pt>
                <c:pt idx="751">
                  <c:v>1.44068202814909</c:v>
                </c:pt>
                <c:pt idx="752">
                  <c:v>1.43232894961365</c:v>
                </c:pt>
                <c:pt idx="753">
                  <c:v>1.41075573813901</c:v>
                </c:pt>
                <c:pt idx="754">
                  <c:v>1.4534702743055</c:v>
                </c:pt>
                <c:pt idx="755">
                  <c:v>1.4186191289105</c:v>
                </c:pt>
                <c:pt idx="756">
                  <c:v>1.42914522291258</c:v>
                </c:pt>
                <c:pt idx="757">
                  <c:v>1.4458258116431</c:v>
                </c:pt>
                <c:pt idx="758">
                  <c:v>1.42602782346016</c:v>
                </c:pt>
                <c:pt idx="759">
                  <c:v>1.4341071259072</c:v>
                </c:pt>
                <c:pt idx="760">
                  <c:v>1.4348227235511</c:v>
                </c:pt>
                <c:pt idx="761">
                  <c:v>1.43424276598814</c:v>
                </c:pt>
                <c:pt idx="762">
                  <c:v>1.44215671458388</c:v>
                </c:pt>
                <c:pt idx="763">
                  <c:v>1.41190196585517</c:v>
                </c:pt>
                <c:pt idx="764">
                  <c:v>1.44486958698919</c:v>
                </c:pt>
                <c:pt idx="765">
                  <c:v>1.44171130556115</c:v>
                </c:pt>
                <c:pt idx="766">
                  <c:v>1.45132116156136</c:v>
                </c:pt>
                <c:pt idx="767">
                  <c:v>1.42939921798098</c:v>
                </c:pt>
                <c:pt idx="768">
                  <c:v>1.45278157087562</c:v>
                </c:pt>
                <c:pt idx="769">
                  <c:v>1.43039586548823</c:v>
                </c:pt>
                <c:pt idx="770">
                  <c:v>1.44904293078005</c:v>
                </c:pt>
                <c:pt idx="771">
                  <c:v>1.44824825615651</c:v>
                </c:pt>
                <c:pt idx="772">
                  <c:v>1.44769112544819</c:v>
                </c:pt>
                <c:pt idx="773">
                  <c:v>1.45167596317427</c:v>
                </c:pt>
                <c:pt idx="774">
                  <c:v>1.41583181332139</c:v>
                </c:pt>
                <c:pt idx="775">
                  <c:v>1.46782361800912</c:v>
                </c:pt>
                <c:pt idx="776">
                  <c:v>1.45518869987989</c:v>
                </c:pt>
                <c:pt idx="777">
                  <c:v>1.40625673164146</c:v>
                </c:pt>
                <c:pt idx="778">
                  <c:v>1.46817564532441</c:v>
                </c:pt>
                <c:pt idx="779">
                  <c:v>1.43177027883403</c:v>
                </c:pt>
                <c:pt idx="780">
                  <c:v>1.42794244436723</c:v>
                </c:pt>
                <c:pt idx="781">
                  <c:v>1.42760730045524</c:v>
                </c:pt>
                <c:pt idx="782">
                  <c:v>1.40631687419576</c:v>
                </c:pt>
                <c:pt idx="783">
                  <c:v>1.42874591137673</c:v>
                </c:pt>
                <c:pt idx="784">
                  <c:v>1.417779544073</c:v>
                </c:pt>
                <c:pt idx="785">
                  <c:v>1.41868780968106</c:v>
                </c:pt>
                <c:pt idx="786">
                  <c:v>1.42305254068051</c:v>
                </c:pt>
                <c:pt idx="787">
                  <c:v>1.42910594442334</c:v>
                </c:pt>
                <c:pt idx="788">
                  <c:v>1.42334516171296</c:v>
                </c:pt>
                <c:pt idx="789">
                  <c:v>1.42492464343671</c:v>
                </c:pt>
                <c:pt idx="790">
                  <c:v>1.42658632837185</c:v>
                </c:pt>
                <c:pt idx="791">
                  <c:v>1.4461150907394</c:v>
                </c:pt>
                <c:pt idx="792">
                  <c:v>1.43630592306938</c:v>
                </c:pt>
                <c:pt idx="793">
                  <c:v>1.42557621371349</c:v>
                </c:pt>
                <c:pt idx="794">
                  <c:v>1.44974003178519</c:v>
                </c:pt>
                <c:pt idx="795">
                  <c:v>1.40226300249919</c:v>
                </c:pt>
                <c:pt idx="796">
                  <c:v>1.41517860198181</c:v>
                </c:pt>
                <c:pt idx="797">
                  <c:v>1.4273633071605</c:v>
                </c:pt>
                <c:pt idx="798">
                  <c:v>1.43095764773578</c:v>
                </c:pt>
                <c:pt idx="799">
                  <c:v>1.42764458687468</c:v>
                </c:pt>
                <c:pt idx="800">
                  <c:v>1.40531853288436</c:v>
                </c:pt>
                <c:pt idx="801">
                  <c:v>1.44289879142052</c:v>
                </c:pt>
                <c:pt idx="802">
                  <c:v>1.44890077862699</c:v>
                </c:pt>
                <c:pt idx="803">
                  <c:v>1.44080661809498</c:v>
                </c:pt>
                <c:pt idx="804">
                  <c:v>1.42912999897649</c:v>
                </c:pt>
                <c:pt idx="805">
                  <c:v>1.41042160554869</c:v>
                </c:pt>
                <c:pt idx="806">
                  <c:v>1.42365447367648</c:v>
                </c:pt>
                <c:pt idx="807">
                  <c:v>1.45213832275745</c:v>
                </c:pt>
                <c:pt idx="808">
                  <c:v>1.43357368184979</c:v>
                </c:pt>
                <c:pt idx="809">
                  <c:v>1.42959297265079</c:v>
                </c:pt>
                <c:pt idx="810">
                  <c:v>1.44432057978137</c:v>
                </c:pt>
                <c:pt idx="811">
                  <c:v>1.44094176442738</c:v>
                </c:pt>
                <c:pt idx="812">
                  <c:v>1.43968063387805</c:v>
                </c:pt>
                <c:pt idx="813">
                  <c:v>1.44014474191937</c:v>
                </c:pt>
                <c:pt idx="814">
                  <c:v>1.43198368151498</c:v>
                </c:pt>
                <c:pt idx="815">
                  <c:v>1.43844661956209</c:v>
                </c:pt>
                <c:pt idx="816">
                  <c:v>1.45121107333168</c:v>
                </c:pt>
                <c:pt idx="817">
                  <c:v>1.43418010186528</c:v>
                </c:pt>
                <c:pt idx="818">
                  <c:v>1.40853475863989</c:v>
                </c:pt>
                <c:pt idx="819">
                  <c:v>1.44285709366896</c:v>
                </c:pt>
                <c:pt idx="820">
                  <c:v>1.42664942666279</c:v>
                </c:pt>
                <c:pt idx="821">
                  <c:v>1.43457901149467</c:v>
                </c:pt>
                <c:pt idx="822">
                  <c:v>1.41832634907501</c:v>
                </c:pt>
                <c:pt idx="823">
                  <c:v>1.43325534656489</c:v>
                </c:pt>
                <c:pt idx="824">
                  <c:v>1.41225745464144</c:v>
                </c:pt>
                <c:pt idx="825">
                  <c:v>1.42603538817048</c:v>
                </c:pt>
                <c:pt idx="826">
                  <c:v>1.44034872826764</c:v>
                </c:pt>
                <c:pt idx="827">
                  <c:v>1.43772644199965</c:v>
                </c:pt>
                <c:pt idx="828">
                  <c:v>1.42335018566031</c:v>
                </c:pt>
                <c:pt idx="829">
                  <c:v>1.41719312282356</c:v>
                </c:pt>
                <c:pt idx="830">
                  <c:v>1.40900705176251</c:v>
                </c:pt>
                <c:pt idx="831">
                  <c:v>1.45337724879366</c:v>
                </c:pt>
                <c:pt idx="832">
                  <c:v>1.43033580664776</c:v>
                </c:pt>
                <c:pt idx="833">
                  <c:v>1.44105424804294</c:v>
                </c:pt>
                <c:pt idx="834">
                  <c:v>1.42208719910751</c:v>
                </c:pt>
                <c:pt idx="835">
                  <c:v>1.41120427696736</c:v>
                </c:pt>
                <c:pt idx="836">
                  <c:v>1.40719718601402</c:v>
                </c:pt>
                <c:pt idx="837">
                  <c:v>1.40765359245919</c:v>
                </c:pt>
                <c:pt idx="838">
                  <c:v>1.43078283896296</c:v>
                </c:pt>
                <c:pt idx="839">
                  <c:v>1.41806269950475</c:v>
                </c:pt>
                <c:pt idx="840">
                  <c:v>1.4519488696944</c:v>
                </c:pt>
                <c:pt idx="841">
                  <c:v>1.46186912672976</c:v>
                </c:pt>
                <c:pt idx="842">
                  <c:v>1.4302952882694</c:v>
                </c:pt>
                <c:pt idx="843">
                  <c:v>1.42938774393483</c:v>
                </c:pt>
                <c:pt idx="844">
                  <c:v>1.43065835925724</c:v>
                </c:pt>
                <c:pt idx="845">
                  <c:v>1.41718737688063</c:v>
                </c:pt>
                <c:pt idx="846">
                  <c:v>1.42937718012774</c:v>
                </c:pt>
                <c:pt idx="847">
                  <c:v>1.448321110789</c:v>
                </c:pt>
                <c:pt idx="848">
                  <c:v>1.43260880174422</c:v>
                </c:pt>
                <c:pt idx="849">
                  <c:v>1.46247650788297</c:v>
                </c:pt>
                <c:pt idx="850">
                  <c:v>1.45080166518105</c:v>
                </c:pt>
                <c:pt idx="851">
                  <c:v>1.44414112242094</c:v>
                </c:pt>
                <c:pt idx="852">
                  <c:v>1.42729908187797</c:v>
                </c:pt>
                <c:pt idx="853">
                  <c:v>1.43790573184665</c:v>
                </c:pt>
                <c:pt idx="854">
                  <c:v>1.42022711121661</c:v>
                </c:pt>
                <c:pt idx="855">
                  <c:v>1.44686955756633</c:v>
                </c:pt>
                <c:pt idx="856">
                  <c:v>1.41362475922931</c:v>
                </c:pt>
                <c:pt idx="857">
                  <c:v>1.41556079796352</c:v>
                </c:pt>
                <c:pt idx="858">
                  <c:v>1.4202640990491</c:v>
                </c:pt>
                <c:pt idx="859">
                  <c:v>1.42920486601952</c:v>
                </c:pt>
                <c:pt idx="860">
                  <c:v>1.41884174568136</c:v>
                </c:pt>
                <c:pt idx="861">
                  <c:v>1.43522749564129</c:v>
                </c:pt>
                <c:pt idx="862">
                  <c:v>1.45937446942112</c:v>
                </c:pt>
                <c:pt idx="863">
                  <c:v>1.427218181789</c:v>
                </c:pt>
                <c:pt idx="864">
                  <c:v>1.43418284478728</c:v>
                </c:pt>
                <c:pt idx="865">
                  <c:v>1.42450561156466</c:v>
                </c:pt>
                <c:pt idx="866">
                  <c:v>1.42500979027303</c:v>
                </c:pt>
                <c:pt idx="867">
                  <c:v>1.39814194178859</c:v>
                </c:pt>
                <c:pt idx="868">
                  <c:v>1.4287532277791</c:v>
                </c:pt>
                <c:pt idx="869">
                  <c:v>1.43867763308593</c:v>
                </c:pt>
                <c:pt idx="870">
                  <c:v>1.44648364182855</c:v>
                </c:pt>
                <c:pt idx="871">
                  <c:v>1.43715665811694</c:v>
                </c:pt>
                <c:pt idx="872">
                  <c:v>1.41381356452644</c:v>
                </c:pt>
                <c:pt idx="873">
                  <c:v>1.42583563800206</c:v>
                </c:pt>
                <c:pt idx="874">
                  <c:v>1.42320091339301</c:v>
                </c:pt>
                <c:pt idx="875">
                  <c:v>1.4431891160756</c:v>
                </c:pt>
                <c:pt idx="876">
                  <c:v>1.41338879742186</c:v>
                </c:pt>
                <c:pt idx="877">
                  <c:v>1.44876771272251</c:v>
                </c:pt>
                <c:pt idx="878">
                  <c:v>1.4220685028811</c:v>
                </c:pt>
                <c:pt idx="879">
                  <c:v>1.42171286073038</c:v>
                </c:pt>
                <c:pt idx="880">
                  <c:v>1.43147547206932</c:v>
                </c:pt>
                <c:pt idx="881">
                  <c:v>1.42124392278985</c:v>
                </c:pt>
                <c:pt idx="882">
                  <c:v>1.44114963837795</c:v>
                </c:pt>
                <c:pt idx="883">
                  <c:v>1.44221293206506</c:v>
                </c:pt>
                <c:pt idx="884">
                  <c:v>1.41693956187085</c:v>
                </c:pt>
                <c:pt idx="885">
                  <c:v>1.42431430961895</c:v>
                </c:pt>
                <c:pt idx="886">
                  <c:v>1.41267566523668</c:v>
                </c:pt>
                <c:pt idx="887">
                  <c:v>1.41904470569846</c:v>
                </c:pt>
                <c:pt idx="888">
                  <c:v>1.41281258522519</c:v>
                </c:pt>
                <c:pt idx="889">
                  <c:v>1.44109238999357</c:v>
                </c:pt>
                <c:pt idx="890">
                  <c:v>1.43161312583798</c:v>
                </c:pt>
                <c:pt idx="891">
                  <c:v>1.42721598763075</c:v>
                </c:pt>
                <c:pt idx="892">
                  <c:v>1.40318212724505</c:v>
                </c:pt>
                <c:pt idx="893">
                  <c:v>1.42817466147716</c:v>
                </c:pt>
                <c:pt idx="894">
                  <c:v>1.41465026466343</c:v>
                </c:pt>
                <c:pt idx="895">
                  <c:v>1.41810365855538</c:v>
                </c:pt>
                <c:pt idx="896">
                  <c:v>1.41119662240199</c:v>
                </c:pt>
                <c:pt idx="897">
                  <c:v>1.42761077251862</c:v>
                </c:pt>
                <c:pt idx="898">
                  <c:v>1.44414443619226</c:v>
                </c:pt>
                <c:pt idx="899">
                  <c:v>1.45478426415609</c:v>
                </c:pt>
                <c:pt idx="900">
                  <c:v>1.39350394099002</c:v>
                </c:pt>
                <c:pt idx="901">
                  <c:v>1.43402286317365</c:v>
                </c:pt>
                <c:pt idx="902">
                  <c:v>1.41852426598882</c:v>
                </c:pt>
                <c:pt idx="903">
                  <c:v>1.41150277085887</c:v>
                </c:pt>
                <c:pt idx="904">
                  <c:v>1.43135941012173</c:v>
                </c:pt>
                <c:pt idx="905">
                  <c:v>1.40721361574172</c:v>
                </c:pt>
                <c:pt idx="906">
                  <c:v>1.42364749111787</c:v>
                </c:pt>
                <c:pt idx="907">
                  <c:v>1.40639596979846</c:v>
                </c:pt>
                <c:pt idx="908">
                  <c:v>1.40213036524337</c:v>
                </c:pt>
                <c:pt idx="909">
                  <c:v>1.44276403625405</c:v>
                </c:pt>
                <c:pt idx="910">
                  <c:v>1.39754553710588</c:v>
                </c:pt>
                <c:pt idx="911">
                  <c:v>1.40663976896942</c:v>
                </c:pt>
                <c:pt idx="912">
                  <c:v>1.43288488945338</c:v>
                </c:pt>
                <c:pt idx="913">
                  <c:v>1.45860658714731</c:v>
                </c:pt>
                <c:pt idx="914">
                  <c:v>1.40170188875052</c:v>
                </c:pt>
                <c:pt idx="915">
                  <c:v>1.41866689634527</c:v>
                </c:pt>
                <c:pt idx="916">
                  <c:v>1.46925531002886</c:v>
                </c:pt>
                <c:pt idx="917">
                  <c:v>1.39705044576902</c:v>
                </c:pt>
                <c:pt idx="918">
                  <c:v>1.3987718988223</c:v>
                </c:pt>
                <c:pt idx="919">
                  <c:v>1.42744188625585</c:v>
                </c:pt>
                <c:pt idx="920">
                  <c:v>1.43633416558752</c:v>
                </c:pt>
                <c:pt idx="921">
                  <c:v>1.43927093699422</c:v>
                </c:pt>
                <c:pt idx="922">
                  <c:v>1.45370451459273</c:v>
                </c:pt>
                <c:pt idx="923">
                  <c:v>1.42777433154656</c:v>
                </c:pt>
                <c:pt idx="924">
                  <c:v>1.41478341491915</c:v>
                </c:pt>
                <c:pt idx="925">
                  <c:v>1.42220463567</c:v>
                </c:pt>
                <c:pt idx="926">
                  <c:v>1.41407477801807</c:v>
                </c:pt>
                <c:pt idx="927">
                  <c:v>1.40878349205781</c:v>
                </c:pt>
                <c:pt idx="928">
                  <c:v>1.43529044727897</c:v>
                </c:pt>
                <c:pt idx="929">
                  <c:v>1.4252143767798</c:v>
                </c:pt>
                <c:pt idx="930">
                  <c:v>1.44040215791649</c:v>
                </c:pt>
                <c:pt idx="931">
                  <c:v>1.42388333880624</c:v>
                </c:pt>
                <c:pt idx="932">
                  <c:v>1.41342055765449</c:v>
                </c:pt>
                <c:pt idx="933">
                  <c:v>1.40953317096028</c:v>
                </c:pt>
                <c:pt idx="934">
                  <c:v>1.38981099854586</c:v>
                </c:pt>
                <c:pt idx="935">
                  <c:v>1.42967619111174</c:v>
                </c:pt>
                <c:pt idx="936">
                  <c:v>1.42916249112929</c:v>
                </c:pt>
                <c:pt idx="937">
                  <c:v>1.40408506304273</c:v>
                </c:pt>
                <c:pt idx="938">
                  <c:v>1.40086767370829</c:v>
                </c:pt>
                <c:pt idx="939">
                  <c:v>1.43547811654322</c:v>
                </c:pt>
                <c:pt idx="940">
                  <c:v>1.43878278398994</c:v>
                </c:pt>
                <c:pt idx="941">
                  <c:v>1.38288967000252</c:v>
                </c:pt>
                <c:pt idx="942">
                  <c:v>1.44566757176806</c:v>
                </c:pt>
                <c:pt idx="943">
                  <c:v>1.41863429841769</c:v>
                </c:pt>
                <c:pt idx="944">
                  <c:v>1.40292819338961</c:v>
                </c:pt>
                <c:pt idx="945">
                  <c:v>1.43941257885404</c:v>
                </c:pt>
                <c:pt idx="946">
                  <c:v>1.41533213857882</c:v>
                </c:pt>
                <c:pt idx="947">
                  <c:v>1.42915838800984</c:v>
                </c:pt>
                <c:pt idx="948">
                  <c:v>1.46372182728317</c:v>
                </c:pt>
                <c:pt idx="949">
                  <c:v>1.41436628317717</c:v>
                </c:pt>
                <c:pt idx="950">
                  <c:v>1.4043907956609</c:v>
                </c:pt>
                <c:pt idx="951">
                  <c:v>1.4663156483814</c:v>
                </c:pt>
                <c:pt idx="952">
                  <c:v>1.42202865742926</c:v>
                </c:pt>
                <c:pt idx="953">
                  <c:v>1.43344429355976</c:v>
                </c:pt>
                <c:pt idx="954">
                  <c:v>1.4511669278792</c:v>
                </c:pt>
                <c:pt idx="955">
                  <c:v>1.3976907981616</c:v>
                </c:pt>
                <c:pt idx="956">
                  <c:v>1.42219303755399</c:v>
                </c:pt>
                <c:pt idx="957">
                  <c:v>1.40816734532067</c:v>
                </c:pt>
                <c:pt idx="958">
                  <c:v>1.41812076875134</c:v>
                </c:pt>
                <c:pt idx="959">
                  <c:v>1.42506646953182</c:v>
                </c:pt>
                <c:pt idx="960">
                  <c:v>1.42783762124771</c:v>
                </c:pt>
                <c:pt idx="961">
                  <c:v>1.4294912528947</c:v>
                </c:pt>
                <c:pt idx="962">
                  <c:v>1.43702574622008</c:v>
                </c:pt>
                <c:pt idx="963">
                  <c:v>1.42896619417577</c:v>
                </c:pt>
                <c:pt idx="964">
                  <c:v>1.45073204753083</c:v>
                </c:pt>
                <c:pt idx="965">
                  <c:v>1.4347379797551</c:v>
                </c:pt>
                <c:pt idx="966">
                  <c:v>1.40855836275826</c:v>
                </c:pt>
                <c:pt idx="967">
                  <c:v>1.47618457461447</c:v>
                </c:pt>
                <c:pt idx="968">
                  <c:v>1.45419966237192</c:v>
                </c:pt>
                <c:pt idx="969">
                  <c:v>1.40958155907659</c:v>
                </c:pt>
                <c:pt idx="970">
                  <c:v>1.47838818365777</c:v>
                </c:pt>
                <c:pt idx="971">
                  <c:v>1.38294076499583</c:v>
                </c:pt>
                <c:pt idx="972">
                  <c:v>1.42806812525543</c:v>
                </c:pt>
                <c:pt idx="973">
                  <c:v>1.42911328949028</c:v>
                </c:pt>
                <c:pt idx="974">
                  <c:v>1.40021451547166</c:v>
                </c:pt>
                <c:pt idx="975">
                  <c:v>1.44693682485683</c:v>
                </c:pt>
                <c:pt idx="976">
                  <c:v>1.41862119182625</c:v>
                </c:pt>
                <c:pt idx="977">
                  <c:v>1.51147641770252</c:v>
                </c:pt>
                <c:pt idx="978">
                  <c:v>1.45651086389105</c:v>
                </c:pt>
                <c:pt idx="979">
                  <c:v>1.42150932377482</c:v>
                </c:pt>
                <c:pt idx="980">
                  <c:v>1.49974822269815</c:v>
                </c:pt>
                <c:pt idx="981">
                  <c:v>1.4425804045255</c:v>
                </c:pt>
                <c:pt idx="982">
                  <c:v>1.43843079809273</c:v>
                </c:pt>
                <c:pt idx="983">
                  <c:v>1.45020123799917</c:v>
                </c:pt>
                <c:pt idx="984">
                  <c:v>1.40251779393794</c:v>
                </c:pt>
                <c:pt idx="985">
                  <c:v>1.46522758670089</c:v>
                </c:pt>
                <c:pt idx="986">
                  <c:v>1.43031338104786</c:v>
                </c:pt>
                <c:pt idx="987">
                  <c:v>1.41172230627012</c:v>
                </c:pt>
                <c:pt idx="988">
                  <c:v>1.45131992592522</c:v>
                </c:pt>
                <c:pt idx="989">
                  <c:v>1.40523421353334</c:v>
                </c:pt>
                <c:pt idx="990">
                  <c:v>1.4239387981985</c:v>
                </c:pt>
                <c:pt idx="991">
                  <c:v>1.43510433171899</c:v>
                </c:pt>
                <c:pt idx="992">
                  <c:v>1.40642812608784</c:v>
                </c:pt>
                <c:pt idx="993">
                  <c:v>1.41458978704871</c:v>
                </c:pt>
                <c:pt idx="994">
                  <c:v>1.45580027160892</c:v>
                </c:pt>
                <c:pt idx="995">
                  <c:v>1.40680579640052</c:v>
                </c:pt>
                <c:pt idx="996">
                  <c:v>1.43608849473574</c:v>
                </c:pt>
                <c:pt idx="997">
                  <c:v>1.39428727149037</c:v>
                </c:pt>
                <c:pt idx="998">
                  <c:v>1.40822454096747</c:v>
                </c:pt>
                <c:pt idx="999">
                  <c:v>1.41616786491518</c:v>
                </c:pt>
                <c:pt idx="1000">
                  <c:v>1.39574573419138</c:v>
                </c:pt>
                <c:pt idx="1001">
                  <c:v>1.42032345827562</c:v>
                </c:pt>
                <c:pt idx="1002">
                  <c:v>1.41430887826341</c:v>
                </c:pt>
                <c:pt idx="1003">
                  <c:v>1.40584563403071</c:v>
                </c:pt>
                <c:pt idx="1004">
                  <c:v>1.40872172697177</c:v>
                </c:pt>
                <c:pt idx="1005">
                  <c:v>1.39460680392818</c:v>
                </c:pt>
                <c:pt idx="1006">
                  <c:v>1.42315573156689</c:v>
                </c:pt>
                <c:pt idx="1007">
                  <c:v>1.41051841135248</c:v>
                </c:pt>
                <c:pt idx="1008">
                  <c:v>1.40639896181245</c:v>
                </c:pt>
                <c:pt idx="1009">
                  <c:v>1.40687821402092</c:v>
                </c:pt>
                <c:pt idx="1010">
                  <c:v>1.43287572144425</c:v>
                </c:pt>
                <c:pt idx="1011">
                  <c:v>1.41229868193779</c:v>
                </c:pt>
                <c:pt idx="1012">
                  <c:v>1.42895664581668</c:v>
                </c:pt>
                <c:pt idx="1013">
                  <c:v>1.36840972603242</c:v>
                </c:pt>
                <c:pt idx="1014">
                  <c:v>1.40879249204688</c:v>
                </c:pt>
                <c:pt idx="1015">
                  <c:v>1.39286186020988</c:v>
                </c:pt>
                <c:pt idx="1016">
                  <c:v>1.40611755586874</c:v>
                </c:pt>
                <c:pt idx="1017">
                  <c:v>1.39700951024655</c:v>
                </c:pt>
                <c:pt idx="1018">
                  <c:v>1.3961243581777</c:v>
                </c:pt>
                <c:pt idx="1019">
                  <c:v>1.45424822746326</c:v>
                </c:pt>
                <c:pt idx="1020">
                  <c:v>1.41821594377725</c:v>
                </c:pt>
                <c:pt idx="1021">
                  <c:v>1.40459533413127</c:v>
                </c:pt>
                <c:pt idx="1022">
                  <c:v>1.4350616105812</c:v>
                </c:pt>
                <c:pt idx="1023">
                  <c:v>1.40099775405736</c:v>
                </c:pt>
                <c:pt idx="1024">
                  <c:v>1.3835318130031</c:v>
                </c:pt>
                <c:pt idx="1025">
                  <c:v>1.41511880293765</c:v>
                </c:pt>
                <c:pt idx="1026">
                  <c:v>1.41894333047442</c:v>
                </c:pt>
                <c:pt idx="1027">
                  <c:v>1.41472434462359</c:v>
                </c:pt>
                <c:pt idx="1028">
                  <c:v>1.42956871090343</c:v>
                </c:pt>
                <c:pt idx="1029">
                  <c:v>1.42081760468127</c:v>
                </c:pt>
                <c:pt idx="1030">
                  <c:v>1.4170580194434</c:v>
                </c:pt>
                <c:pt idx="1031">
                  <c:v>1.43362659928924</c:v>
                </c:pt>
                <c:pt idx="1032">
                  <c:v>1.41034384551113</c:v>
                </c:pt>
                <c:pt idx="1033">
                  <c:v>1.41914216200244</c:v>
                </c:pt>
                <c:pt idx="1034">
                  <c:v>1.42105758656594</c:v>
                </c:pt>
                <c:pt idx="1035">
                  <c:v>1.40917008551223</c:v>
                </c:pt>
                <c:pt idx="1036">
                  <c:v>1.40482304248909</c:v>
                </c:pt>
                <c:pt idx="1037">
                  <c:v>1.40602766962598</c:v>
                </c:pt>
                <c:pt idx="1038">
                  <c:v>1.41909923408796</c:v>
                </c:pt>
                <c:pt idx="1039">
                  <c:v>1.47037005352995</c:v>
                </c:pt>
                <c:pt idx="1040">
                  <c:v>1.39619493207627</c:v>
                </c:pt>
                <c:pt idx="1041">
                  <c:v>1.41987032012251</c:v>
                </c:pt>
                <c:pt idx="1042">
                  <c:v>1.42690578566308</c:v>
                </c:pt>
                <c:pt idx="1043">
                  <c:v>1.39762066886905</c:v>
                </c:pt>
                <c:pt idx="1044">
                  <c:v>1.44728458493217</c:v>
                </c:pt>
                <c:pt idx="1045">
                  <c:v>1.42741265167106</c:v>
                </c:pt>
                <c:pt idx="1046">
                  <c:v>1.44073965594299</c:v>
                </c:pt>
                <c:pt idx="1047">
                  <c:v>1.44882176808144</c:v>
                </c:pt>
                <c:pt idx="1048">
                  <c:v>1.40725015405545</c:v>
                </c:pt>
                <c:pt idx="1049">
                  <c:v>1.46837051412493</c:v>
                </c:pt>
                <c:pt idx="1050">
                  <c:v>1.39957654917143</c:v>
                </c:pt>
                <c:pt idx="1051">
                  <c:v>1.48145526370735</c:v>
                </c:pt>
                <c:pt idx="1052">
                  <c:v>1.45308910293409</c:v>
                </c:pt>
                <c:pt idx="1053">
                  <c:v>1.46977020227902</c:v>
                </c:pt>
                <c:pt idx="1054">
                  <c:v>1.48055402524916</c:v>
                </c:pt>
                <c:pt idx="1055">
                  <c:v>1.4069465215168</c:v>
                </c:pt>
                <c:pt idx="1056">
                  <c:v>1.45755947484147</c:v>
                </c:pt>
                <c:pt idx="1057">
                  <c:v>1.40673716067112</c:v>
                </c:pt>
                <c:pt idx="1058">
                  <c:v>1.52264062822702</c:v>
                </c:pt>
                <c:pt idx="1059">
                  <c:v>1.42150803797429</c:v>
                </c:pt>
                <c:pt idx="1060">
                  <c:v>1.46333523311294</c:v>
                </c:pt>
                <c:pt idx="1061">
                  <c:v>1.45109913310666</c:v>
                </c:pt>
                <c:pt idx="1062">
                  <c:v>1.41369175172616</c:v>
                </c:pt>
                <c:pt idx="1063">
                  <c:v>1.49282127524287</c:v>
                </c:pt>
                <c:pt idx="1064">
                  <c:v>1.41537649290224</c:v>
                </c:pt>
                <c:pt idx="1065">
                  <c:v>1.47605660605618</c:v>
                </c:pt>
                <c:pt idx="1066">
                  <c:v>1.41646999556713</c:v>
                </c:pt>
                <c:pt idx="1067">
                  <c:v>1.40578449987623</c:v>
                </c:pt>
                <c:pt idx="1068">
                  <c:v>1.41602299927749</c:v>
                </c:pt>
                <c:pt idx="1069">
                  <c:v>1.40498534230521</c:v>
                </c:pt>
                <c:pt idx="1070">
                  <c:v>1.43215859509465</c:v>
                </c:pt>
                <c:pt idx="1071">
                  <c:v>1.39182269437392</c:v>
                </c:pt>
                <c:pt idx="1072">
                  <c:v>1.40541209897594</c:v>
                </c:pt>
                <c:pt idx="1073">
                  <c:v>1.42755425869358</c:v>
                </c:pt>
                <c:pt idx="1074">
                  <c:v>1.38421517738667</c:v>
                </c:pt>
                <c:pt idx="1075">
                  <c:v>1.42518380425178</c:v>
                </c:pt>
                <c:pt idx="1076">
                  <c:v>1.39204796497118</c:v>
                </c:pt>
                <c:pt idx="1077">
                  <c:v>1.40969987624795</c:v>
                </c:pt>
                <c:pt idx="1078">
                  <c:v>1.42350678889885</c:v>
                </c:pt>
                <c:pt idx="1079">
                  <c:v>1.40173682763285</c:v>
                </c:pt>
                <c:pt idx="1080">
                  <c:v>1.40888614867098</c:v>
                </c:pt>
                <c:pt idx="1081">
                  <c:v>1.4422862754844</c:v>
                </c:pt>
                <c:pt idx="1082">
                  <c:v>1.41447957281661</c:v>
                </c:pt>
                <c:pt idx="1083">
                  <c:v>1.38933911309165</c:v>
                </c:pt>
                <c:pt idx="1084">
                  <c:v>1.39729099371465</c:v>
                </c:pt>
                <c:pt idx="1085">
                  <c:v>1.41219687132308</c:v>
                </c:pt>
                <c:pt idx="1086">
                  <c:v>1.38908559078416</c:v>
                </c:pt>
                <c:pt idx="1087">
                  <c:v>1.3985011745861</c:v>
                </c:pt>
                <c:pt idx="1088">
                  <c:v>1.41096817950659</c:v>
                </c:pt>
                <c:pt idx="1089">
                  <c:v>1.4145811997193</c:v>
                </c:pt>
                <c:pt idx="1090">
                  <c:v>1.42605907545077</c:v>
                </c:pt>
                <c:pt idx="1091">
                  <c:v>1.41440934155623</c:v>
                </c:pt>
                <c:pt idx="1092">
                  <c:v>1.40482059269166</c:v>
                </c:pt>
                <c:pt idx="1093">
                  <c:v>1.39921815588196</c:v>
                </c:pt>
                <c:pt idx="1094">
                  <c:v>1.41228702380306</c:v>
                </c:pt>
                <c:pt idx="1095">
                  <c:v>1.42816160247904</c:v>
                </c:pt>
                <c:pt idx="1096">
                  <c:v>1.42614117051528</c:v>
                </c:pt>
                <c:pt idx="1097">
                  <c:v>1.41008738954473</c:v>
                </c:pt>
                <c:pt idx="1098">
                  <c:v>1.39432235303892</c:v>
                </c:pt>
                <c:pt idx="1099">
                  <c:v>1.39685983283493</c:v>
                </c:pt>
                <c:pt idx="1100">
                  <c:v>1.40786239368845</c:v>
                </c:pt>
                <c:pt idx="1101">
                  <c:v>1.38524752783803</c:v>
                </c:pt>
                <c:pt idx="1102">
                  <c:v>1.40327314860492</c:v>
                </c:pt>
                <c:pt idx="1103">
                  <c:v>1.39212696594281</c:v>
                </c:pt>
                <c:pt idx="1104">
                  <c:v>1.41339159224166</c:v>
                </c:pt>
                <c:pt idx="1105">
                  <c:v>1.41286429931126</c:v>
                </c:pt>
                <c:pt idx="1106">
                  <c:v>1.42048253864677</c:v>
                </c:pt>
                <c:pt idx="1107">
                  <c:v>1.41605358296811</c:v>
                </c:pt>
                <c:pt idx="1108">
                  <c:v>1.42171917474539</c:v>
                </c:pt>
                <c:pt idx="1109">
                  <c:v>1.39508250934613</c:v>
                </c:pt>
                <c:pt idx="1110">
                  <c:v>1.43646541091194</c:v>
                </c:pt>
                <c:pt idx="1111">
                  <c:v>1.39655739211514</c:v>
                </c:pt>
                <c:pt idx="1112">
                  <c:v>1.44374932016308</c:v>
                </c:pt>
                <c:pt idx="1113">
                  <c:v>1.39736039785645</c:v>
                </c:pt>
                <c:pt idx="1114">
                  <c:v>1.40356351391576</c:v>
                </c:pt>
                <c:pt idx="1115">
                  <c:v>1.44947972518346</c:v>
                </c:pt>
                <c:pt idx="1116">
                  <c:v>1.41581065921025</c:v>
                </c:pt>
                <c:pt idx="1117">
                  <c:v>1.41722668950069</c:v>
                </c:pt>
                <c:pt idx="1118">
                  <c:v>1.43202830955969</c:v>
                </c:pt>
                <c:pt idx="1119">
                  <c:v>1.40881770486738</c:v>
                </c:pt>
                <c:pt idx="1120">
                  <c:v>1.42528806070368</c:v>
                </c:pt>
                <c:pt idx="1121">
                  <c:v>1.39244996896527</c:v>
                </c:pt>
                <c:pt idx="1122">
                  <c:v>1.41730190045948</c:v>
                </c:pt>
                <c:pt idx="1123">
                  <c:v>1.42865553700428</c:v>
                </c:pt>
                <c:pt idx="1124">
                  <c:v>1.40848583493353</c:v>
                </c:pt>
                <c:pt idx="1125">
                  <c:v>1.40597925003396</c:v>
                </c:pt>
                <c:pt idx="1126">
                  <c:v>1.39188283877296</c:v>
                </c:pt>
                <c:pt idx="1127">
                  <c:v>1.39199317866657</c:v>
                </c:pt>
                <c:pt idx="1128">
                  <c:v>1.40632698873027</c:v>
                </c:pt>
                <c:pt idx="1129">
                  <c:v>1.40081723590422</c:v>
                </c:pt>
                <c:pt idx="1130">
                  <c:v>1.42411405859442</c:v>
                </c:pt>
                <c:pt idx="1131">
                  <c:v>1.40730944075546</c:v>
                </c:pt>
                <c:pt idx="1132">
                  <c:v>1.40272317530389</c:v>
                </c:pt>
                <c:pt idx="1133">
                  <c:v>1.40194555521728</c:v>
                </c:pt>
                <c:pt idx="1134">
                  <c:v>1.41658927415525</c:v>
                </c:pt>
                <c:pt idx="1135">
                  <c:v>1.44241275697997</c:v>
                </c:pt>
                <c:pt idx="1136">
                  <c:v>1.39475058035436</c:v>
                </c:pt>
                <c:pt idx="1137">
                  <c:v>1.4202920654548</c:v>
                </c:pt>
                <c:pt idx="1138">
                  <c:v>1.39005001915739</c:v>
                </c:pt>
                <c:pt idx="1139">
                  <c:v>1.38792279026436</c:v>
                </c:pt>
                <c:pt idx="1140">
                  <c:v>1.41163814806878</c:v>
                </c:pt>
                <c:pt idx="1141">
                  <c:v>1.39777482574459</c:v>
                </c:pt>
                <c:pt idx="1142">
                  <c:v>1.39705516772947</c:v>
                </c:pt>
                <c:pt idx="1143">
                  <c:v>1.40771318663613</c:v>
                </c:pt>
                <c:pt idx="1144">
                  <c:v>1.38319067520186</c:v>
                </c:pt>
                <c:pt idx="1145">
                  <c:v>1.38076638505373</c:v>
                </c:pt>
                <c:pt idx="1146">
                  <c:v>1.40332458781212</c:v>
                </c:pt>
                <c:pt idx="1147">
                  <c:v>1.39932997518463</c:v>
                </c:pt>
                <c:pt idx="1148">
                  <c:v>1.38585008194092</c:v>
                </c:pt>
                <c:pt idx="1149">
                  <c:v>1.39123913307127</c:v>
                </c:pt>
                <c:pt idx="1150">
                  <c:v>1.42420569441278</c:v>
                </c:pt>
                <c:pt idx="1151">
                  <c:v>1.41730048536554</c:v>
                </c:pt>
                <c:pt idx="1152">
                  <c:v>1.39284360605389</c:v>
                </c:pt>
                <c:pt idx="1153">
                  <c:v>1.41825117211491</c:v>
                </c:pt>
                <c:pt idx="1154">
                  <c:v>1.40591095780252</c:v>
                </c:pt>
                <c:pt idx="1155">
                  <c:v>1.41568031988139</c:v>
                </c:pt>
                <c:pt idx="1156">
                  <c:v>1.3936099147655</c:v>
                </c:pt>
                <c:pt idx="1157">
                  <c:v>1.387518138229</c:v>
                </c:pt>
                <c:pt idx="1158">
                  <c:v>1.39743064922734</c:v>
                </c:pt>
                <c:pt idx="1159">
                  <c:v>1.40211050160289</c:v>
                </c:pt>
                <c:pt idx="1160">
                  <c:v>1.39593757757492</c:v>
                </c:pt>
                <c:pt idx="1161">
                  <c:v>1.41750758158994</c:v>
                </c:pt>
                <c:pt idx="1162">
                  <c:v>1.38186618561264</c:v>
                </c:pt>
                <c:pt idx="1163">
                  <c:v>1.39628089708241</c:v>
                </c:pt>
                <c:pt idx="1164">
                  <c:v>1.39696597038689</c:v>
                </c:pt>
                <c:pt idx="1165">
                  <c:v>1.38687199843287</c:v>
                </c:pt>
                <c:pt idx="1166">
                  <c:v>1.41406957421806</c:v>
                </c:pt>
                <c:pt idx="1167">
                  <c:v>1.38631884880823</c:v>
                </c:pt>
                <c:pt idx="1168">
                  <c:v>1.39859345877903</c:v>
                </c:pt>
                <c:pt idx="1169">
                  <c:v>1.42957319075397</c:v>
                </c:pt>
                <c:pt idx="1170">
                  <c:v>1.40946457921621</c:v>
                </c:pt>
                <c:pt idx="1171">
                  <c:v>1.40216920390402</c:v>
                </c:pt>
                <c:pt idx="1172">
                  <c:v>1.41404644210682</c:v>
                </c:pt>
                <c:pt idx="1173">
                  <c:v>1.41228904841898</c:v>
                </c:pt>
                <c:pt idx="1174">
                  <c:v>1.38662021815407</c:v>
                </c:pt>
                <c:pt idx="1175">
                  <c:v>1.41245419571032</c:v>
                </c:pt>
                <c:pt idx="1176">
                  <c:v>1.39362062938026</c:v>
                </c:pt>
                <c:pt idx="1177">
                  <c:v>1.39361958306147</c:v>
                </c:pt>
                <c:pt idx="1178">
                  <c:v>1.43667802165319</c:v>
                </c:pt>
                <c:pt idx="1179">
                  <c:v>1.40281344515678</c:v>
                </c:pt>
                <c:pt idx="1180">
                  <c:v>1.42911302588539</c:v>
                </c:pt>
                <c:pt idx="1181">
                  <c:v>1.43304350987811</c:v>
                </c:pt>
                <c:pt idx="1182">
                  <c:v>1.41668444727365</c:v>
                </c:pt>
                <c:pt idx="1183">
                  <c:v>1.41605612260923</c:v>
                </c:pt>
                <c:pt idx="1184">
                  <c:v>1.40711740179539</c:v>
                </c:pt>
                <c:pt idx="1185">
                  <c:v>1.39248110095667</c:v>
                </c:pt>
                <c:pt idx="1186">
                  <c:v>1.41973431516784</c:v>
                </c:pt>
                <c:pt idx="1187">
                  <c:v>1.39323976440067</c:v>
                </c:pt>
                <c:pt idx="1188">
                  <c:v>1.41725912523782</c:v>
                </c:pt>
                <c:pt idx="1189">
                  <c:v>1.37518638149089</c:v>
                </c:pt>
                <c:pt idx="1190">
                  <c:v>1.42225627076251</c:v>
                </c:pt>
                <c:pt idx="1191">
                  <c:v>1.41058180388976</c:v>
                </c:pt>
                <c:pt idx="1192">
                  <c:v>1.38959484245207</c:v>
                </c:pt>
                <c:pt idx="1193">
                  <c:v>1.41372822361154</c:v>
                </c:pt>
                <c:pt idx="1194">
                  <c:v>1.38967320234387</c:v>
                </c:pt>
                <c:pt idx="1195">
                  <c:v>1.39347199500409</c:v>
                </c:pt>
                <c:pt idx="1196">
                  <c:v>1.40680117835449</c:v>
                </c:pt>
                <c:pt idx="1197">
                  <c:v>1.41447705015385</c:v>
                </c:pt>
                <c:pt idx="1198">
                  <c:v>1.36825860786697</c:v>
                </c:pt>
                <c:pt idx="1199">
                  <c:v>1.39919216873791</c:v>
                </c:pt>
                <c:pt idx="1200">
                  <c:v>1.40755693024542</c:v>
                </c:pt>
                <c:pt idx="1201">
                  <c:v>1.39642886687496</c:v>
                </c:pt>
                <c:pt idx="1202">
                  <c:v>1.40794947370294</c:v>
                </c:pt>
                <c:pt idx="1203">
                  <c:v>1.40991076551258</c:v>
                </c:pt>
                <c:pt idx="1204">
                  <c:v>1.39423356162101</c:v>
                </c:pt>
                <c:pt idx="1205">
                  <c:v>1.38453433424783</c:v>
                </c:pt>
                <c:pt idx="1206">
                  <c:v>1.41218407977617</c:v>
                </c:pt>
                <c:pt idx="1207">
                  <c:v>1.40252057837464</c:v>
                </c:pt>
                <c:pt idx="1208">
                  <c:v>1.41294822049686</c:v>
                </c:pt>
                <c:pt idx="1209">
                  <c:v>1.40309102085163</c:v>
                </c:pt>
                <c:pt idx="1210">
                  <c:v>1.40237854201621</c:v>
                </c:pt>
                <c:pt idx="1211">
                  <c:v>1.406620586581</c:v>
                </c:pt>
                <c:pt idx="1212">
                  <c:v>1.41389446746617</c:v>
                </c:pt>
                <c:pt idx="1213">
                  <c:v>1.4034609661911</c:v>
                </c:pt>
                <c:pt idx="1214">
                  <c:v>1.38596168549249</c:v>
                </c:pt>
                <c:pt idx="1215">
                  <c:v>1.39967491425076</c:v>
                </c:pt>
                <c:pt idx="1216">
                  <c:v>1.42732719924458</c:v>
                </c:pt>
                <c:pt idx="1217">
                  <c:v>1.38894103117617</c:v>
                </c:pt>
                <c:pt idx="1218">
                  <c:v>1.42197009928488</c:v>
                </c:pt>
                <c:pt idx="1219">
                  <c:v>1.43610266131952</c:v>
                </c:pt>
                <c:pt idx="1220">
                  <c:v>1.39030660296036</c:v>
                </c:pt>
                <c:pt idx="1221">
                  <c:v>1.39361697447193</c:v>
                </c:pt>
                <c:pt idx="1222">
                  <c:v>1.39046167335702</c:v>
                </c:pt>
                <c:pt idx="1223">
                  <c:v>1.39019012337795</c:v>
                </c:pt>
                <c:pt idx="1224">
                  <c:v>1.4027534421916</c:v>
                </c:pt>
                <c:pt idx="1225">
                  <c:v>1.39000194913397</c:v>
                </c:pt>
                <c:pt idx="1226">
                  <c:v>1.41226804247969</c:v>
                </c:pt>
                <c:pt idx="1227">
                  <c:v>1.42714146675624</c:v>
                </c:pt>
                <c:pt idx="1228">
                  <c:v>1.39762307665039</c:v>
                </c:pt>
                <c:pt idx="1229">
                  <c:v>1.46009040549352</c:v>
                </c:pt>
                <c:pt idx="1230">
                  <c:v>1.43569800078526</c:v>
                </c:pt>
                <c:pt idx="1231">
                  <c:v>1.41017711404774</c:v>
                </c:pt>
                <c:pt idx="1232">
                  <c:v>1.4717977569194</c:v>
                </c:pt>
                <c:pt idx="1233">
                  <c:v>1.39308600246201</c:v>
                </c:pt>
                <c:pt idx="1234">
                  <c:v>1.41283932391287</c:v>
                </c:pt>
                <c:pt idx="1235">
                  <c:v>1.42019391834713</c:v>
                </c:pt>
                <c:pt idx="1236">
                  <c:v>1.40041539610053</c:v>
                </c:pt>
                <c:pt idx="1237">
                  <c:v>1.42179599303203</c:v>
                </c:pt>
                <c:pt idx="1238">
                  <c:v>1.40333090219151</c:v>
                </c:pt>
                <c:pt idx="1239">
                  <c:v>1.41565323275756</c:v>
                </c:pt>
                <c:pt idx="1240">
                  <c:v>1.43559739470174</c:v>
                </c:pt>
                <c:pt idx="1241">
                  <c:v>1.39321233563985</c:v>
                </c:pt>
                <c:pt idx="1242">
                  <c:v>1.40580744200006</c:v>
                </c:pt>
                <c:pt idx="1243">
                  <c:v>1.39094726012358</c:v>
                </c:pt>
                <c:pt idx="1244">
                  <c:v>1.41061148759942</c:v>
                </c:pt>
                <c:pt idx="1245">
                  <c:v>1.41763392031419</c:v>
                </c:pt>
                <c:pt idx="1246">
                  <c:v>1.39795356500801</c:v>
                </c:pt>
                <c:pt idx="1247">
                  <c:v>1.41597743597188</c:v>
                </c:pt>
                <c:pt idx="1248">
                  <c:v>1.39329811861496</c:v>
                </c:pt>
                <c:pt idx="1249">
                  <c:v>1.40512892950768</c:v>
                </c:pt>
                <c:pt idx="1250">
                  <c:v>1.41327142590105</c:v>
                </c:pt>
                <c:pt idx="1251">
                  <c:v>1.40949085014028</c:v>
                </c:pt>
                <c:pt idx="1252">
                  <c:v>1.38654000413426</c:v>
                </c:pt>
                <c:pt idx="1253">
                  <c:v>1.39630515874347</c:v>
                </c:pt>
                <c:pt idx="1254">
                  <c:v>1.393160847194</c:v>
                </c:pt>
                <c:pt idx="1255">
                  <c:v>1.39694586663146</c:v>
                </c:pt>
                <c:pt idx="1256">
                  <c:v>1.39074866047545</c:v>
                </c:pt>
                <c:pt idx="1257">
                  <c:v>1.42581360002514</c:v>
                </c:pt>
                <c:pt idx="1258">
                  <c:v>1.39575455170287</c:v>
                </c:pt>
                <c:pt idx="1259">
                  <c:v>1.38927821817817</c:v>
                </c:pt>
                <c:pt idx="1260">
                  <c:v>1.38896616999044</c:v>
                </c:pt>
                <c:pt idx="1261">
                  <c:v>1.3873882051068</c:v>
                </c:pt>
                <c:pt idx="1262">
                  <c:v>1.40430208093386</c:v>
                </c:pt>
                <c:pt idx="1263">
                  <c:v>1.3905219222404</c:v>
                </c:pt>
                <c:pt idx="1264">
                  <c:v>1.39298355426127</c:v>
                </c:pt>
                <c:pt idx="1265">
                  <c:v>1.40520376823587</c:v>
                </c:pt>
                <c:pt idx="1266">
                  <c:v>1.36412517681166</c:v>
                </c:pt>
                <c:pt idx="1267">
                  <c:v>1.40418204489781</c:v>
                </c:pt>
                <c:pt idx="1268">
                  <c:v>1.39698028801268</c:v>
                </c:pt>
                <c:pt idx="1269">
                  <c:v>1.40781516389101</c:v>
                </c:pt>
                <c:pt idx="1270">
                  <c:v>1.39486944418075</c:v>
                </c:pt>
                <c:pt idx="1271">
                  <c:v>1.39723593137009</c:v>
                </c:pt>
                <c:pt idx="1272">
                  <c:v>1.37981558905901</c:v>
                </c:pt>
                <c:pt idx="1273">
                  <c:v>1.37921423232738</c:v>
                </c:pt>
                <c:pt idx="1274">
                  <c:v>1.39657356234619</c:v>
                </c:pt>
                <c:pt idx="1275">
                  <c:v>1.39485842066442</c:v>
                </c:pt>
                <c:pt idx="1276">
                  <c:v>1.38824240977691</c:v>
                </c:pt>
                <c:pt idx="1277">
                  <c:v>1.40226129766873</c:v>
                </c:pt>
                <c:pt idx="1278">
                  <c:v>1.39929716750017</c:v>
                </c:pt>
                <c:pt idx="1279">
                  <c:v>1.39317351234486</c:v>
                </c:pt>
                <c:pt idx="1280">
                  <c:v>1.41555553968698</c:v>
                </c:pt>
                <c:pt idx="1281">
                  <c:v>1.38711925422561</c:v>
                </c:pt>
                <c:pt idx="1282">
                  <c:v>1.4030901411777</c:v>
                </c:pt>
                <c:pt idx="1283">
                  <c:v>1.36819089192373</c:v>
                </c:pt>
                <c:pt idx="1284">
                  <c:v>1.3725983224901</c:v>
                </c:pt>
                <c:pt idx="1285">
                  <c:v>1.39670382882644</c:v>
                </c:pt>
                <c:pt idx="1286">
                  <c:v>1.37621695624882</c:v>
                </c:pt>
                <c:pt idx="1287">
                  <c:v>1.41181177834532</c:v>
                </c:pt>
                <c:pt idx="1288">
                  <c:v>1.39467745677575</c:v>
                </c:pt>
                <c:pt idx="1289">
                  <c:v>1.3803787251196</c:v>
                </c:pt>
                <c:pt idx="1290">
                  <c:v>1.39322563324895</c:v>
                </c:pt>
                <c:pt idx="1291">
                  <c:v>1.37071021793292</c:v>
                </c:pt>
                <c:pt idx="1292">
                  <c:v>1.41648429483205</c:v>
                </c:pt>
                <c:pt idx="1293">
                  <c:v>1.41197756983605</c:v>
                </c:pt>
                <c:pt idx="1294">
                  <c:v>1.40201448345294</c:v>
                </c:pt>
                <c:pt idx="1295">
                  <c:v>1.47519308679999</c:v>
                </c:pt>
                <c:pt idx="1296">
                  <c:v>1.40869166345632</c:v>
                </c:pt>
                <c:pt idx="1297">
                  <c:v>1.42303669487267</c:v>
                </c:pt>
                <c:pt idx="1298">
                  <c:v>1.3985398412371</c:v>
                </c:pt>
                <c:pt idx="1299">
                  <c:v>1.3768898419693</c:v>
                </c:pt>
                <c:pt idx="1300">
                  <c:v>1.46307714837762</c:v>
                </c:pt>
                <c:pt idx="1301">
                  <c:v>1.41823349016931</c:v>
                </c:pt>
                <c:pt idx="1302">
                  <c:v>1.40756828234918</c:v>
                </c:pt>
                <c:pt idx="1303">
                  <c:v>1.40168836961091</c:v>
                </c:pt>
                <c:pt idx="1304">
                  <c:v>1.41385256083891</c:v>
                </c:pt>
                <c:pt idx="1305">
                  <c:v>1.41990706664657</c:v>
                </c:pt>
                <c:pt idx="1306">
                  <c:v>1.40927981709499</c:v>
                </c:pt>
                <c:pt idx="1307">
                  <c:v>1.41451138285816</c:v>
                </c:pt>
                <c:pt idx="1308">
                  <c:v>1.41141051403588</c:v>
                </c:pt>
                <c:pt idx="1309">
                  <c:v>1.40430992772204</c:v>
                </c:pt>
                <c:pt idx="1310">
                  <c:v>1.44857464985433</c:v>
                </c:pt>
                <c:pt idx="1311">
                  <c:v>1.39640188528866</c:v>
                </c:pt>
                <c:pt idx="1312">
                  <c:v>1.43526591668806</c:v>
                </c:pt>
                <c:pt idx="1313">
                  <c:v>1.42997387254124</c:v>
                </c:pt>
                <c:pt idx="1314">
                  <c:v>1.41465042677536</c:v>
                </c:pt>
                <c:pt idx="1315">
                  <c:v>1.40831952490215</c:v>
                </c:pt>
                <c:pt idx="1316">
                  <c:v>1.41538028378874</c:v>
                </c:pt>
                <c:pt idx="1317">
                  <c:v>1.39515187123918</c:v>
                </c:pt>
                <c:pt idx="1318">
                  <c:v>1.38895526387573</c:v>
                </c:pt>
                <c:pt idx="1319">
                  <c:v>1.4068794586195</c:v>
                </c:pt>
                <c:pt idx="1320">
                  <c:v>1.40979725808414</c:v>
                </c:pt>
                <c:pt idx="1321">
                  <c:v>1.39049464287864</c:v>
                </c:pt>
                <c:pt idx="1322">
                  <c:v>1.41102526841815</c:v>
                </c:pt>
                <c:pt idx="1323">
                  <c:v>1.39779776659851</c:v>
                </c:pt>
                <c:pt idx="1324">
                  <c:v>1.36591361527517</c:v>
                </c:pt>
                <c:pt idx="1325">
                  <c:v>1.42192981842437</c:v>
                </c:pt>
                <c:pt idx="1326">
                  <c:v>1.40671831120649</c:v>
                </c:pt>
                <c:pt idx="1327">
                  <c:v>1.4143318150255</c:v>
                </c:pt>
                <c:pt idx="1328">
                  <c:v>1.41025903308786</c:v>
                </c:pt>
                <c:pt idx="1329">
                  <c:v>1.37844779293066</c:v>
                </c:pt>
                <c:pt idx="1330">
                  <c:v>1.44067323238531</c:v>
                </c:pt>
                <c:pt idx="1331">
                  <c:v>1.37945003224444</c:v>
                </c:pt>
                <c:pt idx="1332">
                  <c:v>1.39254600595904</c:v>
                </c:pt>
                <c:pt idx="1333">
                  <c:v>1.41337800156839</c:v>
                </c:pt>
                <c:pt idx="1334">
                  <c:v>1.38138533116061</c:v>
                </c:pt>
                <c:pt idx="1335">
                  <c:v>1.39399944562578</c:v>
                </c:pt>
                <c:pt idx="1336">
                  <c:v>1.39738515287051</c:v>
                </c:pt>
                <c:pt idx="1337">
                  <c:v>1.41044409901104</c:v>
                </c:pt>
                <c:pt idx="1338">
                  <c:v>1.41924135892815</c:v>
                </c:pt>
                <c:pt idx="1339">
                  <c:v>1.39614840520476</c:v>
                </c:pt>
                <c:pt idx="1340">
                  <c:v>1.40024682625693</c:v>
                </c:pt>
                <c:pt idx="1341">
                  <c:v>1.41370474651957</c:v>
                </c:pt>
                <c:pt idx="1342">
                  <c:v>1.39477907219646</c:v>
                </c:pt>
                <c:pt idx="1343">
                  <c:v>1.42065952724252</c:v>
                </c:pt>
                <c:pt idx="1344">
                  <c:v>1.38270075179643</c:v>
                </c:pt>
                <c:pt idx="1345">
                  <c:v>1.42813611585432</c:v>
                </c:pt>
                <c:pt idx="1346">
                  <c:v>1.39913277413965</c:v>
                </c:pt>
                <c:pt idx="1347">
                  <c:v>1.40550130623402</c:v>
                </c:pt>
                <c:pt idx="1348">
                  <c:v>1.40048545118967</c:v>
                </c:pt>
                <c:pt idx="1349">
                  <c:v>1.40898185358453</c:v>
                </c:pt>
                <c:pt idx="1350">
                  <c:v>1.47410495705587</c:v>
                </c:pt>
                <c:pt idx="1351">
                  <c:v>1.39134005338317</c:v>
                </c:pt>
                <c:pt idx="1352">
                  <c:v>1.42798359022265</c:v>
                </c:pt>
                <c:pt idx="1353">
                  <c:v>1.42840713335918</c:v>
                </c:pt>
                <c:pt idx="1354">
                  <c:v>1.42703220329981</c:v>
                </c:pt>
                <c:pt idx="1355">
                  <c:v>1.43057933332277</c:v>
                </c:pt>
                <c:pt idx="1356">
                  <c:v>1.42116716236166</c:v>
                </c:pt>
                <c:pt idx="1357">
                  <c:v>1.3747812012812</c:v>
                </c:pt>
                <c:pt idx="1358">
                  <c:v>1.40164611133954</c:v>
                </c:pt>
                <c:pt idx="1359">
                  <c:v>1.38816087729427</c:v>
                </c:pt>
                <c:pt idx="1360">
                  <c:v>1.40808941032994</c:v>
                </c:pt>
                <c:pt idx="1361">
                  <c:v>1.40263911987142</c:v>
                </c:pt>
                <c:pt idx="1362">
                  <c:v>1.40508741413438</c:v>
                </c:pt>
                <c:pt idx="1363">
                  <c:v>1.39083902862959</c:v>
                </c:pt>
                <c:pt idx="1364">
                  <c:v>1.40671244247871</c:v>
                </c:pt>
                <c:pt idx="1365">
                  <c:v>1.38037913036127</c:v>
                </c:pt>
                <c:pt idx="1366">
                  <c:v>1.38096165670011</c:v>
                </c:pt>
                <c:pt idx="1367">
                  <c:v>1.38145408218445</c:v>
                </c:pt>
                <c:pt idx="1368">
                  <c:v>1.40050406459406</c:v>
                </c:pt>
                <c:pt idx="1369">
                  <c:v>1.3920522281031</c:v>
                </c:pt>
                <c:pt idx="1370">
                  <c:v>1.37771540407932</c:v>
                </c:pt>
                <c:pt idx="1371">
                  <c:v>1.3991983921212</c:v>
                </c:pt>
                <c:pt idx="1372">
                  <c:v>1.41331776480816</c:v>
                </c:pt>
                <c:pt idx="1373">
                  <c:v>1.3913244082762</c:v>
                </c:pt>
                <c:pt idx="1374">
                  <c:v>1.39793761477082</c:v>
                </c:pt>
                <c:pt idx="1375">
                  <c:v>1.36621192967873</c:v>
                </c:pt>
                <c:pt idx="1376">
                  <c:v>1.38127290578371</c:v>
                </c:pt>
                <c:pt idx="1377">
                  <c:v>1.39652907744496</c:v>
                </c:pt>
                <c:pt idx="1378">
                  <c:v>1.39769755682752</c:v>
                </c:pt>
                <c:pt idx="1379">
                  <c:v>1.37910005110118</c:v>
                </c:pt>
                <c:pt idx="1380">
                  <c:v>1.39777420042107</c:v>
                </c:pt>
                <c:pt idx="1381">
                  <c:v>1.39847777487118</c:v>
                </c:pt>
                <c:pt idx="1382">
                  <c:v>1.408572246734</c:v>
                </c:pt>
                <c:pt idx="1383">
                  <c:v>1.36541785218863</c:v>
                </c:pt>
                <c:pt idx="1384">
                  <c:v>1.39741706406836</c:v>
                </c:pt>
                <c:pt idx="1385">
                  <c:v>1.37591613289598</c:v>
                </c:pt>
                <c:pt idx="1386">
                  <c:v>1.38979966772989</c:v>
                </c:pt>
                <c:pt idx="1387">
                  <c:v>1.39285612512577</c:v>
                </c:pt>
                <c:pt idx="1388">
                  <c:v>1.39434471951511</c:v>
                </c:pt>
                <c:pt idx="1389">
                  <c:v>1.39066152143419</c:v>
                </c:pt>
                <c:pt idx="1390">
                  <c:v>1.39173027484405</c:v>
                </c:pt>
                <c:pt idx="1391">
                  <c:v>1.36716391220298</c:v>
                </c:pt>
                <c:pt idx="1392">
                  <c:v>1.3866109264107</c:v>
                </c:pt>
                <c:pt idx="1393">
                  <c:v>1.39075710949858</c:v>
                </c:pt>
                <c:pt idx="1394">
                  <c:v>1.39350167990898</c:v>
                </c:pt>
                <c:pt idx="1395">
                  <c:v>1.40512295081355</c:v>
                </c:pt>
                <c:pt idx="1396">
                  <c:v>1.39269657741776</c:v>
                </c:pt>
                <c:pt idx="1397">
                  <c:v>1.39686254885505</c:v>
                </c:pt>
                <c:pt idx="1398">
                  <c:v>1.39940957780169</c:v>
                </c:pt>
                <c:pt idx="1399">
                  <c:v>1.40353700797506</c:v>
                </c:pt>
                <c:pt idx="1400">
                  <c:v>1.40975303736964</c:v>
                </c:pt>
                <c:pt idx="1401">
                  <c:v>1.4130442668393</c:v>
                </c:pt>
                <c:pt idx="1402">
                  <c:v>1.41845518259819</c:v>
                </c:pt>
                <c:pt idx="1403">
                  <c:v>1.41743002712413</c:v>
                </c:pt>
                <c:pt idx="1404">
                  <c:v>1.3964384418009</c:v>
                </c:pt>
                <c:pt idx="1405">
                  <c:v>1.4066506021369</c:v>
                </c:pt>
                <c:pt idx="1406">
                  <c:v>1.41991497702996</c:v>
                </c:pt>
                <c:pt idx="1407">
                  <c:v>1.40727347806765</c:v>
                </c:pt>
                <c:pt idx="1408">
                  <c:v>1.40915022422167</c:v>
                </c:pt>
                <c:pt idx="1409">
                  <c:v>1.37626696957844</c:v>
                </c:pt>
                <c:pt idx="1410">
                  <c:v>1.41927553736442</c:v>
                </c:pt>
                <c:pt idx="1411">
                  <c:v>1.42898252741378</c:v>
                </c:pt>
                <c:pt idx="1412">
                  <c:v>1.38831468044649</c:v>
                </c:pt>
                <c:pt idx="1413">
                  <c:v>1.47449938791755</c:v>
                </c:pt>
                <c:pt idx="1414">
                  <c:v>1.38165251886239</c:v>
                </c:pt>
                <c:pt idx="1415">
                  <c:v>1.42393128427936</c:v>
                </c:pt>
                <c:pt idx="1416">
                  <c:v>1.38943920470608</c:v>
                </c:pt>
                <c:pt idx="1417">
                  <c:v>1.37890737169655</c:v>
                </c:pt>
                <c:pt idx="1418">
                  <c:v>1.412103128172</c:v>
                </c:pt>
                <c:pt idx="1419">
                  <c:v>1.38371992214618</c:v>
                </c:pt>
                <c:pt idx="1420">
                  <c:v>1.37727483022756</c:v>
                </c:pt>
                <c:pt idx="1421">
                  <c:v>1.41915839488471</c:v>
                </c:pt>
                <c:pt idx="1422">
                  <c:v>1.38472846924081</c:v>
                </c:pt>
                <c:pt idx="1423">
                  <c:v>1.41139808488468</c:v>
                </c:pt>
                <c:pt idx="1424">
                  <c:v>1.40421054996145</c:v>
                </c:pt>
                <c:pt idx="1425">
                  <c:v>1.37128527048733</c:v>
                </c:pt>
                <c:pt idx="1426">
                  <c:v>1.40817986825469</c:v>
                </c:pt>
                <c:pt idx="1427">
                  <c:v>1.44501105362398</c:v>
                </c:pt>
                <c:pt idx="1428">
                  <c:v>1.38374243144751</c:v>
                </c:pt>
                <c:pt idx="1429">
                  <c:v>1.40268658355841</c:v>
                </c:pt>
                <c:pt idx="1430">
                  <c:v>1.42333377540034</c:v>
                </c:pt>
                <c:pt idx="1431">
                  <c:v>1.39043939064563</c:v>
                </c:pt>
                <c:pt idx="1432">
                  <c:v>1.3905682287018</c:v>
                </c:pt>
                <c:pt idx="1433">
                  <c:v>1.38628587121848</c:v>
                </c:pt>
                <c:pt idx="1434">
                  <c:v>1.4095180208298</c:v>
                </c:pt>
                <c:pt idx="1435">
                  <c:v>1.37009581368111</c:v>
                </c:pt>
                <c:pt idx="1436">
                  <c:v>1.41572671493814</c:v>
                </c:pt>
                <c:pt idx="1437">
                  <c:v>1.41429882781189</c:v>
                </c:pt>
                <c:pt idx="1438">
                  <c:v>1.403084948193</c:v>
                </c:pt>
                <c:pt idx="1439">
                  <c:v>1.40846953469035</c:v>
                </c:pt>
                <c:pt idx="1440">
                  <c:v>1.3950153938562</c:v>
                </c:pt>
                <c:pt idx="1441">
                  <c:v>1.38957141268469</c:v>
                </c:pt>
                <c:pt idx="1442">
                  <c:v>1.37862304956156</c:v>
                </c:pt>
                <c:pt idx="1443">
                  <c:v>1.38332780343333</c:v>
                </c:pt>
                <c:pt idx="1444">
                  <c:v>1.39050915533898</c:v>
                </c:pt>
                <c:pt idx="1445">
                  <c:v>1.38344354723017</c:v>
                </c:pt>
                <c:pt idx="1446">
                  <c:v>1.38540241325649</c:v>
                </c:pt>
                <c:pt idx="1447">
                  <c:v>1.39544188991005</c:v>
                </c:pt>
                <c:pt idx="1448">
                  <c:v>1.38186115218459</c:v>
                </c:pt>
                <c:pt idx="1449">
                  <c:v>1.41764615834652</c:v>
                </c:pt>
                <c:pt idx="1450">
                  <c:v>1.38908653182829</c:v>
                </c:pt>
                <c:pt idx="1451">
                  <c:v>1.38859652792953</c:v>
                </c:pt>
                <c:pt idx="1452">
                  <c:v>1.41462662127139</c:v>
                </c:pt>
                <c:pt idx="1453">
                  <c:v>1.41227171798305</c:v>
                </c:pt>
                <c:pt idx="1454">
                  <c:v>1.38302997670483</c:v>
                </c:pt>
                <c:pt idx="1455">
                  <c:v>1.41345625220527</c:v>
                </c:pt>
                <c:pt idx="1456">
                  <c:v>1.40832586656397</c:v>
                </c:pt>
                <c:pt idx="1457">
                  <c:v>1.40638620295571</c:v>
                </c:pt>
                <c:pt idx="1458">
                  <c:v>1.39745758313617</c:v>
                </c:pt>
                <c:pt idx="1459">
                  <c:v>1.39073172738354</c:v>
                </c:pt>
                <c:pt idx="1460">
                  <c:v>1.4062875580537</c:v>
                </c:pt>
                <c:pt idx="1461">
                  <c:v>1.44928827051997</c:v>
                </c:pt>
                <c:pt idx="1462">
                  <c:v>1.39667380711369</c:v>
                </c:pt>
                <c:pt idx="1463">
                  <c:v>1.45270109052775</c:v>
                </c:pt>
                <c:pt idx="1464">
                  <c:v>1.37972914656791</c:v>
                </c:pt>
                <c:pt idx="1465">
                  <c:v>1.4505785750469</c:v>
                </c:pt>
                <c:pt idx="1466">
                  <c:v>1.40722035751247</c:v>
                </c:pt>
                <c:pt idx="1467">
                  <c:v>1.403222177742</c:v>
                </c:pt>
                <c:pt idx="1468">
                  <c:v>1.43893705177652</c:v>
                </c:pt>
                <c:pt idx="1469">
                  <c:v>1.38200143054327</c:v>
                </c:pt>
                <c:pt idx="1470">
                  <c:v>1.46051029417155</c:v>
                </c:pt>
                <c:pt idx="1471">
                  <c:v>1.38103154891958</c:v>
                </c:pt>
                <c:pt idx="1472">
                  <c:v>1.39589300887733</c:v>
                </c:pt>
                <c:pt idx="1473">
                  <c:v>1.4195753724158</c:v>
                </c:pt>
                <c:pt idx="1474">
                  <c:v>1.38185200255238</c:v>
                </c:pt>
                <c:pt idx="1475">
                  <c:v>1.43751572096021</c:v>
                </c:pt>
                <c:pt idx="1476">
                  <c:v>1.39210732913922</c:v>
                </c:pt>
                <c:pt idx="1477">
                  <c:v>1.42061411444312</c:v>
                </c:pt>
                <c:pt idx="1478">
                  <c:v>1.39694361907427</c:v>
                </c:pt>
                <c:pt idx="1479">
                  <c:v>1.40587734360079</c:v>
                </c:pt>
                <c:pt idx="1480">
                  <c:v>1.41640388563431</c:v>
                </c:pt>
                <c:pt idx="1481">
                  <c:v>1.38330694324465</c:v>
                </c:pt>
                <c:pt idx="1482">
                  <c:v>1.40608123904862</c:v>
                </c:pt>
                <c:pt idx="1483">
                  <c:v>1.39237071387431</c:v>
                </c:pt>
                <c:pt idx="1484">
                  <c:v>1.39142741242333</c:v>
                </c:pt>
                <c:pt idx="1485">
                  <c:v>1.41469523561899</c:v>
                </c:pt>
                <c:pt idx="1486">
                  <c:v>1.38329783731871</c:v>
                </c:pt>
                <c:pt idx="1487">
                  <c:v>1.41368598470401</c:v>
                </c:pt>
                <c:pt idx="1488">
                  <c:v>1.4118906276863</c:v>
                </c:pt>
                <c:pt idx="1489">
                  <c:v>1.39393644175457</c:v>
                </c:pt>
                <c:pt idx="1490">
                  <c:v>1.40687191733699</c:v>
                </c:pt>
                <c:pt idx="1491">
                  <c:v>1.39442294420068</c:v>
                </c:pt>
                <c:pt idx="1492">
                  <c:v>1.39949121612864</c:v>
                </c:pt>
                <c:pt idx="1493">
                  <c:v>1.42204891744462</c:v>
                </c:pt>
                <c:pt idx="1494">
                  <c:v>1.40014814686343</c:v>
                </c:pt>
                <c:pt idx="1495">
                  <c:v>1.45808193388607</c:v>
                </c:pt>
                <c:pt idx="1496">
                  <c:v>1.39177672346675</c:v>
                </c:pt>
                <c:pt idx="1497">
                  <c:v>1.50122046640251</c:v>
                </c:pt>
                <c:pt idx="1498">
                  <c:v>1.40678815558267</c:v>
                </c:pt>
                <c:pt idx="1499">
                  <c:v>1.41678499237884</c:v>
                </c:pt>
                <c:pt idx="1500">
                  <c:v>1.42255494330135</c:v>
                </c:pt>
                <c:pt idx="1501">
                  <c:v>1.42377675331928</c:v>
                </c:pt>
                <c:pt idx="1502">
                  <c:v>1.43782297973953</c:v>
                </c:pt>
                <c:pt idx="1503">
                  <c:v>1.39977693344762</c:v>
                </c:pt>
                <c:pt idx="1504">
                  <c:v>1.46168966750635</c:v>
                </c:pt>
                <c:pt idx="1505">
                  <c:v>1.41813572046754</c:v>
                </c:pt>
                <c:pt idx="1506">
                  <c:v>1.44793212074009</c:v>
                </c:pt>
                <c:pt idx="1507">
                  <c:v>1.40077591229064</c:v>
                </c:pt>
                <c:pt idx="1508">
                  <c:v>1.403841943515</c:v>
                </c:pt>
                <c:pt idx="1509">
                  <c:v>1.40347236196448</c:v>
                </c:pt>
                <c:pt idx="1510">
                  <c:v>1.37795321694986</c:v>
                </c:pt>
                <c:pt idx="1511">
                  <c:v>1.42187480643424</c:v>
                </c:pt>
                <c:pt idx="1512">
                  <c:v>1.38726876657422</c:v>
                </c:pt>
                <c:pt idx="1513">
                  <c:v>1.42505119495938</c:v>
                </c:pt>
                <c:pt idx="1514">
                  <c:v>1.36731488054461</c:v>
                </c:pt>
                <c:pt idx="1515">
                  <c:v>1.37706468721241</c:v>
                </c:pt>
                <c:pt idx="1516">
                  <c:v>1.44256174287564</c:v>
                </c:pt>
                <c:pt idx="1517">
                  <c:v>1.39207801191206</c:v>
                </c:pt>
                <c:pt idx="1518">
                  <c:v>1.41383320673151</c:v>
                </c:pt>
                <c:pt idx="1519">
                  <c:v>1.41815956203554</c:v>
                </c:pt>
                <c:pt idx="1520">
                  <c:v>1.40388058336438</c:v>
                </c:pt>
                <c:pt idx="1521">
                  <c:v>1.39579961874358</c:v>
                </c:pt>
                <c:pt idx="1522">
                  <c:v>1.37457432580216</c:v>
                </c:pt>
                <c:pt idx="1523">
                  <c:v>1.38735243389674</c:v>
                </c:pt>
                <c:pt idx="1524">
                  <c:v>1.41582839896091</c:v>
                </c:pt>
                <c:pt idx="1525">
                  <c:v>1.38901468062672</c:v>
                </c:pt>
                <c:pt idx="1526">
                  <c:v>1.39196389318093</c:v>
                </c:pt>
                <c:pt idx="1527">
                  <c:v>1.38856134957944</c:v>
                </c:pt>
                <c:pt idx="1528">
                  <c:v>1.40460257895515</c:v>
                </c:pt>
                <c:pt idx="1529">
                  <c:v>1.43434443813139</c:v>
                </c:pt>
                <c:pt idx="1530">
                  <c:v>1.4010140213063</c:v>
                </c:pt>
                <c:pt idx="1531">
                  <c:v>1.4658633937264</c:v>
                </c:pt>
                <c:pt idx="1532">
                  <c:v>1.41920770271323</c:v>
                </c:pt>
                <c:pt idx="1533">
                  <c:v>1.41546227961373</c:v>
                </c:pt>
                <c:pt idx="1534">
                  <c:v>1.40776323838233</c:v>
                </c:pt>
                <c:pt idx="1535">
                  <c:v>1.3978342731422</c:v>
                </c:pt>
                <c:pt idx="1536">
                  <c:v>1.40029576019534</c:v>
                </c:pt>
                <c:pt idx="1537">
                  <c:v>1.37805590800143</c:v>
                </c:pt>
                <c:pt idx="1538">
                  <c:v>1.40716212621885</c:v>
                </c:pt>
                <c:pt idx="1539">
                  <c:v>1.38773981183084</c:v>
                </c:pt>
                <c:pt idx="1540">
                  <c:v>1.39899176735518</c:v>
                </c:pt>
                <c:pt idx="1541">
                  <c:v>1.38195077909339</c:v>
                </c:pt>
                <c:pt idx="1542">
                  <c:v>1.38203270242145</c:v>
                </c:pt>
                <c:pt idx="1543">
                  <c:v>1.3882599057449</c:v>
                </c:pt>
                <c:pt idx="1544">
                  <c:v>1.38124572361653</c:v>
                </c:pt>
                <c:pt idx="1545">
                  <c:v>1.40187162725492</c:v>
                </c:pt>
                <c:pt idx="1546">
                  <c:v>1.39912998376726</c:v>
                </c:pt>
                <c:pt idx="1547">
                  <c:v>1.40922558617305</c:v>
                </c:pt>
                <c:pt idx="1548">
                  <c:v>1.39629917608124</c:v>
                </c:pt>
                <c:pt idx="1549">
                  <c:v>1.38151509353164</c:v>
                </c:pt>
                <c:pt idx="1550">
                  <c:v>1.41566131759533</c:v>
                </c:pt>
                <c:pt idx="1551">
                  <c:v>1.3879496911146</c:v>
                </c:pt>
                <c:pt idx="1552">
                  <c:v>1.38496821652704</c:v>
                </c:pt>
                <c:pt idx="1553">
                  <c:v>1.38127030141883</c:v>
                </c:pt>
                <c:pt idx="1554">
                  <c:v>1.38797157224998</c:v>
                </c:pt>
                <c:pt idx="1555">
                  <c:v>1.40606506560228</c:v>
                </c:pt>
                <c:pt idx="1556">
                  <c:v>1.4019058099472</c:v>
                </c:pt>
                <c:pt idx="1557">
                  <c:v>1.42905529778441</c:v>
                </c:pt>
                <c:pt idx="1558">
                  <c:v>1.39571865534608</c:v>
                </c:pt>
                <c:pt idx="1559">
                  <c:v>1.41618406719822</c:v>
                </c:pt>
                <c:pt idx="1560">
                  <c:v>1.40529646410607</c:v>
                </c:pt>
                <c:pt idx="1561">
                  <c:v>1.41853444429799</c:v>
                </c:pt>
                <c:pt idx="1562">
                  <c:v>1.40207993891689</c:v>
                </c:pt>
                <c:pt idx="1563">
                  <c:v>1.39426205098993</c:v>
                </c:pt>
                <c:pt idx="1564">
                  <c:v>1.37728930487367</c:v>
                </c:pt>
                <c:pt idx="1565">
                  <c:v>1.40432749391124</c:v>
                </c:pt>
                <c:pt idx="1566">
                  <c:v>1.37657538988777</c:v>
                </c:pt>
                <c:pt idx="1567">
                  <c:v>1.41227270968264</c:v>
                </c:pt>
                <c:pt idx="1568">
                  <c:v>1.39183174651624</c:v>
                </c:pt>
                <c:pt idx="1569">
                  <c:v>1.40630787456447</c:v>
                </c:pt>
                <c:pt idx="1570">
                  <c:v>1.4087925045844</c:v>
                </c:pt>
                <c:pt idx="1571">
                  <c:v>1.39527670493779</c:v>
                </c:pt>
                <c:pt idx="1572">
                  <c:v>1.39365166584295</c:v>
                </c:pt>
                <c:pt idx="1573">
                  <c:v>1.41248953440682</c:v>
                </c:pt>
                <c:pt idx="1574">
                  <c:v>1.38286373907223</c:v>
                </c:pt>
                <c:pt idx="1575">
                  <c:v>1.40698430295272</c:v>
                </c:pt>
                <c:pt idx="1576">
                  <c:v>1.38424564943624</c:v>
                </c:pt>
                <c:pt idx="1577">
                  <c:v>1.38933114100757</c:v>
                </c:pt>
                <c:pt idx="1578">
                  <c:v>1.38528371060587</c:v>
                </c:pt>
                <c:pt idx="1579">
                  <c:v>1.38758657607464</c:v>
                </c:pt>
                <c:pt idx="1580">
                  <c:v>1.4095383156115</c:v>
                </c:pt>
                <c:pt idx="1581">
                  <c:v>1.39668796038403</c:v>
                </c:pt>
                <c:pt idx="1582">
                  <c:v>1.3906345886257</c:v>
                </c:pt>
                <c:pt idx="1583">
                  <c:v>1.39845361860038</c:v>
                </c:pt>
                <c:pt idx="1584">
                  <c:v>1.38234745008784</c:v>
                </c:pt>
                <c:pt idx="1585">
                  <c:v>1.39648426239988</c:v>
                </c:pt>
                <c:pt idx="1586">
                  <c:v>1.40469187933453</c:v>
                </c:pt>
                <c:pt idx="1587">
                  <c:v>1.40269429908938</c:v>
                </c:pt>
                <c:pt idx="1588">
                  <c:v>1.40920183296494</c:v>
                </c:pt>
                <c:pt idx="1589">
                  <c:v>1.40651114724562</c:v>
                </c:pt>
                <c:pt idx="1590">
                  <c:v>1.40585016618585</c:v>
                </c:pt>
                <c:pt idx="1591">
                  <c:v>1.41883620618902</c:v>
                </c:pt>
                <c:pt idx="1592">
                  <c:v>1.39646047628241</c:v>
                </c:pt>
                <c:pt idx="1593">
                  <c:v>1.41054345652941</c:v>
                </c:pt>
                <c:pt idx="1594">
                  <c:v>1.39959899018253</c:v>
                </c:pt>
                <c:pt idx="1595">
                  <c:v>1.38710629567468</c:v>
                </c:pt>
                <c:pt idx="1596">
                  <c:v>1.40561831581725</c:v>
                </c:pt>
                <c:pt idx="1597">
                  <c:v>1.37577048968646</c:v>
                </c:pt>
                <c:pt idx="1598">
                  <c:v>1.38919989648865</c:v>
                </c:pt>
                <c:pt idx="1599">
                  <c:v>1.38623597679015</c:v>
                </c:pt>
                <c:pt idx="1600">
                  <c:v>1.39801483199627</c:v>
                </c:pt>
                <c:pt idx="1601">
                  <c:v>1.37118802675524</c:v>
                </c:pt>
                <c:pt idx="1602">
                  <c:v>1.38716777052159</c:v>
                </c:pt>
                <c:pt idx="1603">
                  <c:v>1.40064074231905</c:v>
                </c:pt>
                <c:pt idx="1604">
                  <c:v>1.36696225926245</c:v>
                </c:pt>
                <c:pt idx="1605">
                  <c:v>1.41752339299142</c:v>
                </c:pt>
                <c:pt idx="1606">
                  <c:v>1.37404053691685</c:v>
                </c:pt>
                <c:pt idx="1607">
                  <c:v>1.3911111782436</c:v>
                </c:pt>
                <c:pt idx="1608">
                  <c:v>1.39792468692746</c:v>
                </c:pt>
                <c:pt idx="1609">
                  <c:v>1.37754685696192</c:v>
                </c:pt>
                <c:pt idx="1610">
                  <c:v>1.41616275573227</c:v>
                </c:pt>
                <c:pt idx="1611">
                  <c:v>1.39608067004082</c:v>
                </c:pt>
                <c:pt idx="1612">
                  <c:v>1.38883828649487</c:v>
                </c:pt>
                <c:pt idx="1613">
                  <c:v>1.41834378613287</c:v>
                </c:pt>
                <c:pt idx="1614">
                  <c:v>1.3884326584955</c:v>
                </c:pt>
                <c:pt idx="1615">
                  <c:v>1.37065223794705</c:v>
                </c:pt>
                <c:pt idx="1616">
                  <c:v>1.37582168111341</c:v>
                </c:pt>
                <c:pt idx="1617">
                  <c:v>1.37949999584231</c:v>
                </c:pt>
                <c:pt idx="1618">
                  <c:v>1.37963392177825</c:v>
                </c:pt>
                <c:pt idx="1619">
                  <c:v>1.3860435365402</c:v>
                </c:pt>
                <c:pt idx="1620">
                  <c:v>1.35476711354219</c:v>
                </c:pt>
                <c:pt idx="1621">
                  <c:v>1.39842589567596</c:v>
                </c:pt>
                <c:pt idx="1622">
                  <c:v>1.38122838017569</c:v>
                </c:pt>
                <c:pt idx="1623">
                  <c:v>1.40392090260171</c:v>
                </c:pt>
                <c:pt idx="1624">
                  <c:v>1.42289316205886</c:v>
                </c:pt>
                <c:pt idx="1625">
                  <c:v>1.36945020409106</c:v>
                </c:pt>
                <c:pt idx="1626">
                  <c:v>1.37958659776406</c:v>
                </c:pt>
                <c:pt idx="1627">
                  <c:v>1.37175438466419</c:v>
                </c:pt>
                <c:pt idx="1628">
                  <c:v>1.39656995561006</c:v>
                </c:pt>
                <c:pt idx="1629">
                  <c:v>1.37338495225871</c:v>
                </c:pt>
                <c:pt idx="1630">
                  <c:v>1.40502943745886</c:v>
                </c:pt>
                <c:pt idx="1631">
                  <c:v>1.38831191315808</c:v>
                </c:pt>
                <c:pt idx="1632">
                  <c:v>1.40540815326033</c:v>
                </c:pt>
                <c:pt idx="1633">
                  <c:v>1.39728106801806</c:v>
                </c:pt>
                <c:pt idx="1634">
                  <c:v>1.39269592040254</c:v>
                </c:pt>
                <c:pt idx="1635">
                  <c:v>1.41180739531016</c:v>
                </c:pt>
                <c:pt idx="1636">
                  <c:v>1.37048301209441</c:v>
                </c:pt>
                <c:pt idx="1637">
                  <c:v>1.38476479545076</c:v>
                </c:pt>
                <c:pt idx="1638">
                  <c:v>1.37013068400966</c:v>
                </c:pt>
                <c:pt idx="1639">
                  <c:v>1.38021684105833</c:v>
                </c:pt>
                <c:pt idx="1640">
                  <c:v>1.34766877931806</c:v>
                </c:pt>
                <c:pt idx="1641">
                  <c:v>1.40086701776919</c:v>
                </c:pt>
                <c:pt idx="1642">
                  <c:v>1.38281355593018</c:v>
                </c:pt>
                <c:pt idx="1643">
                  <c:v>1.40033237436808</c:v>
                </c:pt>
                <c:pt idx="1644">
                  <c:v>1.36659040460083</c:v>
                </c:pt>
                <c:pt idx="1645">
                  <c:v>1.39806413096295</c:v>
                </c:pt>
                <c:pt idx="1646">
                  <c:v>1.39065556779377</c:v>
                </c:pt>
                <c:pt idx="1647">
                  <c:v>1.41352969743805</c:v>
                </c:pt>
                <c:pt idx="1648">
                  <c:v>1.4291817853694</c:v>
                </c:pt>
                <c:pt idx="1649">
                  <c:v>1.36943735949495</c:v>
                </c:pt>
                <c:pt idx="1650">
                  <c:v>1.42571835046277</c:v>
                </c:pt>
                <c:pt idx="1651">
                  <c:v>1.38186905667115</c:v>
                </c:pt>
                <c:pt idx="1652">
                  <c:v>1.40672893018401</c:v>
                </c:pt>
                <c:pt idx="1653">
                  <c:v>1.41121746335547</c:v>
                </c:pt>
                <c:pt idx="1654">
                  <c:v>1.36334833049538</c:v>
                </c:pt>
                <c:pt idx="1655">
                  <c:v>1.36724898893278</c:v>
                </c:pt>
                <c:pt idx="1656">
                  <c:v>1.3854029920713</c:v>
                </c:pt>
                <c:pt idx="1657">
                  <c:v>1.39177465849088</c:v>
                </c:pt>
                <c:pt idx="1658">
                  <c:v>1.39389179204394</c:v>
                </c:pt>
                <c:pt idx="1659">
                  <c:v>1.39924023445546</c:v>
                </c:pt>
                <c:pt idx="1660">
                  <c:v>1.3795388770384</c:v>
                </c:pt>
                <c:pt idx="1661">
                  <c:v>1.40384493450819</c:v>
                </c:pt>
                <c:pt idx="1662">
                  <c:v>1.39416628193162</c:v>
                </c:pt>
                <c:pt idx="1663">
                  <c:v>1.38231899043322</c:v>
                </c:pt>
                <c:pt idx="1664">
                  <c:v>1.39963544782768</c:v>
                </c:pt>
                <c:pt idx="1665">
                  <c:v>1.38251313788118</c:v>
                </c:pt>
                <c:pt idx="1666">
                  <c:v>1.37845954547105</c:v>
                </c:pt>
                <c:pt idx="1667">
                  <c:v>1.41123157786682</c:v>
                </c:pt>
                <c:pt idx="1668">
                  <c:v>1.41266383457181</c:v>
                </c:pt>
                <c:pt idx="1669">
                  <c:v>1.39822281938644</c:v>
                </c:pt>
                <c:pt idx="1670">
                  <c:v>1.4116312520473</c:v>
                </c:pt>
                <c:pt idx="1671">
                  <c:v>1.40524053948344</c:v>
                </c:pt>
                <c:pt idx="1672">
                  <c:v>1.39228531168117</c:v>
                </c:pt>
                <c:pt idx="1673">
                  <c:v>1.41142941751511</c:v>
                </c:pt>
                <c:pt idx="1674">
                  <c:v>1.3864811688514</c:v>
                </c:pt>
                <c:pt idx="1675">
                  <c:v>1.41411983645889</c:v>
                </c:pt>
                <c:pt idx="1676">
                  <c:v>1.37821488179323</c:v>
                </c:pt>
                <c:pt idx="1677">
                  <c:v>1.36980694684758</c:v>
                </c:pt>
                <c:pt idx="1678">
                  <c:v>1.38813084597409</c:v>
                </c:pt>
                <c:pt idx="1679">
                  <c:v>1.40854151486885</c:v>
                </c:pt>
                <c:pt idx="1680">
                  <c:v>1.40214123490437</c:v>
                </c:pt>
                <c:pt idx="1681">
                  <c:v>1.40850202788769</c:v>
                </c:pt>
                <c:pt idx="1682">
                  <c:v>1.41616794042055</c:v>
                </c:pt>
                <c:pt idx="1683">
                  <c:v>1.38794921675857</c:v>
                </c:pt>
                <c:pt idx="1684">
                  <c:v>1.43922559869588</c:v>
                </c:pt>
                <c:pt idx="1685">
                  <c:v>1.40282928980658</c:v>
                </c:pt>
                <c:pt idx="1686">
                  <c:v>1.39028393943551</c:v>
                </c:pt>
                <c:pt idx="1687">
                  <c:v>1.42904979421911</c:v>
                </c:pt>
                <c:pt idx="1688">
                  <c:v>1.39114142861237</c:v>
                </c:pt>
                <c:pt idx="1689">
                  <c:v>1.41390111119297</c:v>
                </c:pt>
                <c:pt idx="1690">
                  <c:v>1.40904057680334</c:v>
                </c:pt>
                <c:pt idx="1691">
                  <c:v>1.40040299572301</c:v>
                </c:pt>
                <c:pt idx="1692">
                  <c:v>1.38371872752875</c:v>
                </c:pt>
                <c:pt idx="1693">
                  <c:v>1.41826331670585</c:v>
                </c:pt>
                <c:pt idx="1694">
                  <c:v>1.40580439102809</c:v>
                </c:pt>
                <c:pt idx="1695">
                  <c:v>1.38150981893953</c:v>
                </c:pt>
                <c:pt idx="1696">
                  <c:v>1.4152997264788</c:v>
                </c:pt>
                <c:pt idx="1697">
                  <c:v>1.39470048442827</c:v>
                </c:pt>
                <c:pt idx="1698">
                  <c:v>1.38362928648546</c:v>
                </c:pt>
                <c:pt idx="1699">
                  <c:v>1.3873939154305</c:v>
                </c:pt>
                <c:pt idx="1700">
                  <c:v>1.38483624416812</c:v>
                </c:pt>
                <c:pt idx="1701">
                  <c:v>1.39204250614609</c:v>
                </c:pt>
                <c:pt idx="1702">
                  <c:v>1.40921309650534</c:v>
                </c:pt>
                <c:pt idx="1703">
                  <c:v>1.38259500665634</c:v>
                </c:pt>
                <c:pt idx="1704">
                  <c:v>1.37736388905692</c:v>
                </c:pt>
                <c:pt idx="1705">
                  <c:v>1.37016164441425</c:v>
                </c:pt>
                <c:pt idx="1706">
                  <c:v>1.39696963394446</c:v>
                </c:pt>
                <c:pt idx="1707">
                  <c:v>1.37795544237027</c:v>
                </c:pt>
                <c:pt idx="1708">
                  <c:v>1.3917107882693</c:v>
                </c:pt>
                <c:pt idx="1709">
                  <c:v>1.40309896269821</c:v>
                </c:pt>
                <c:pt idx="1710">
                  <c:v>1.37170812524969</c:v>
                </c:pt>
                <c:pt idx="1711">
                  <c:v>1.39644969545184</c:v>
                </c:pt>
                <c:pt idx="1712">
                  <c:v>1.39092290066457</c:v>
                </c:pt>
                <c:pt idx="1713">
                  <c:v>1.38274419485557</c:v>
                </c:pt>
                <c:pt idx="1714">
                  <c:v>1.384904622932</c:v>
                </c:pt>
                <c:pt idx="1715">
                  <c:v>1.37750056598141</c:v>
                </c:pt>
                <c:pt idx="1716">
                  <c:v>1.3823863398601</c:v>
                </c:pt>
                <c:pt idx="1717">
                  <c:v>1.40219794932257</c:v>
                </c:pt>
                <c:pt idx="1718">
                  <c:v>1.38639405755988</c:v>
                </c:pt>
                <c:pt idx="1719">
                  <c:v>1.38346342018128</c:v>
                </c:pt>
                <c:pt idx="1720">
                  <c:v>1.36562357648433</c:v>
                </c:pt>
                <c:pt idx="1721">
                  <c:v>1.39373956438963</c:v>
                </c:pt>
                <c:pt idx="1722">
                  <c:v>1.38168546554365</c:v>
                </c:pt>
                <c:pt idx="1723">
                  <c:v>1.38767076949736</c:v>
                </c:pt>
                <c:pt idx="1724">
                  <c:v>1.39351441178206</c:v>
                </c:pt>
                <c:pt idx="1725">
                  <c:v>1.39589627909948</c:v>
                </c:pt>
                <c:pt idx="1726">
                  <c:v>1.41321793884748</c:v>
                </c:pt>
                <c:pt idx="1727">
                  <c:v>1.37934434708295</c:v>
                </c:pt>
                <c:pt idx="1728">
                  <c:v>1.38394109976196</c:v>
                </c:pt>
                <c:pt idx="1729">
                  <c:v>1.38982597611593</c:v>
                </c:pt>
                <c:pt idx="1730">
                  <c:v>1.39062285774165</c:v>
                </c:pt>
                <c:pt idx="1731">
                  <c:v>1.38753867238145</c:v>
                </c:pt>
                <c:pt idx="1732">
                  <c:v>1.38799638020869</c:v>
                </c:pt>
                <c:pt idx="1733">
                  <c:v>1.41628428250546</c:v>
                </c:pt>
                <c:pt idx="1734">
                  <c:v>1.38137710469754</c:v>
                </c:pt>
                <c:pt idx="1735">
                  <c:v>1.39136215886646</c:v>
                </c:pt>
                <c:pt idx="1736">
                  <c:v>1.37898347262204</c:v>
                </c:pt>
                <c:pt idx="1737">
                  <c:v>1.37817972410302</c:v>
                </c:pt>
                <c:pt idx="1738">
                  <c:v>1.42786283635769</c:v>
                </c:pt>
                <c:pt idx="1739">
                  <c:v>1.37371751208785</c:v>
                </c:pt>
                <c:pt idx="1740">
                  <c:v>1.45767188239715</c:v>
                </c:pt>
                <c:pt idx="1741">
                  <c:v>1.41976730047509</c:v>
                </c:pt>
                <c:pt idx="1742">
                  <c:v>1.38734989593112</c:v>
                </c:pt>
                <c:pt idx="1743">
                  <c:v>1.41073698706663</c:v>
                </c:pt>
                <c:pt idx="1744">
                  <c:v>1.40226812286545</c:v>
                </c:pt>
                <c:pt idx="1745">
                  <c:v>1.38289539011766</c:v>
                </c:pt>
                <c:pt idx="1746">
                  <c:v>1.40498527277626</c:v>
                </c:pt>
                <c:pt idx="1747">
                  <c:v>1.38277499220453</c:v>
                </c:pt>
                <c:pt idx="1748">
                  <c:v>1.39765329424331</c:v>
                </c:pt>
                <c:pt idx="1749">
                  <c:v>1.389569901838</c:v>
                </c:pt>
                <c:pt idx="1750">
                  <c:v>1.41374782532276</c:v>
                </c:pt>
                <c:pt idx="1751">
                  <c:v>1.40176258963417</c:v>
                </c:pt>
                <c:pt idx="1752">
                  <c:v>1.36874655074211</c:v>
                </c:pt>
                <c:pt idx="1753">
                  <c:v>1.39781734464937</c:v>
                </c:pt>
                <c:pt idx="1754">
                  <c:v>1.40087478082787</c:v>
                </c:pt>
                <c:pt idx="1755">
                  <c:v>1.44545007386794</c:v>
                </c:pt>
                <c:pt idx="1756">
                  <c:v>1.37859083639597</c:v>
                </c:pt>
                <c:pt idx="1757">
                  <c:v>1.43249180958412</c:v>
                </c:pt>
                <c:pt idx="1758">
                  <c:v>1.41248127802313</c:v>
                </c:pt>
                <c:pt idx="1759">
                  <c:v>1.41553620770413</c:v>
                </c:pt>
                <c:pt idx="1760">
                  <c:v>1.40255472971762</c:v>
                </c:pt>
                <c:pt idx="1761">
                  <c:v>1.37556960387878</c:v>
                </c:pt>
                <c:pt idx="1762">
                  <c:v>1.3861058912812</c:v>
                </c:pt>
                <c:pt idx="1763">
                  <c:v>1.37499305738397</c:v>
                </c:pt>
                <c:pt idx="1764">
                  <c:v>1.40835586667502</c:v>
                </c:pt>
                <c:pt idx="1765">
                  <c:v>1.37662145898338</c:v>
                </c:pt>
                <c:pt idx="1766">
                  <c:v>1.38637478531509</c:v>
                </c:pt>
                <c:pt idx="1767">
                  <c:v>1.39041187024102</c:v>
                </c:pt>
                <c:pt idx="1768">
                  <c:v>1.41591309020019</c:v>
                </c:pt>
                <c:pt idx="1769">
                  <c:v>1.39350666118209</c:v>
                </c:pt>
                <c:pt idx="1770">
                  <c:v>1.39027521076101</c:v>
                </c:pt>
                <c:pt idx="1771">
                  <c:v>1.38947410808888</c:v>
                </c:pt>
                <c:pt idx="1772">
                  <c:v>1.3988001831306</c:v>
                </c:pt>
                <c:pt idx="1773">
                  <c:v>1.37814005791666</c:v>
                </c:pt>
                <c:pt idx="1774">
                  <c:v>1.376760149297</c:v>
                </c:pt>
                <c:pt idx="1775">
                  <c:v>1.37330804032997</c:v>
                </c:pt>
                <c:pt idx="1776">
                  <c:v>1.40347024684664</c:v>
                </c:pt>
                <c:pt idx="1777">
                  <c:v>1.38290745131959</c:v>
                </c:pt>
                <c:pt idx="1778">
                  <c:v>1.38027896486893</c:v>
                </c:pt>
                <c:pt idx="1779">
                  <c:v>1.39104610253111</c:v>
                </c:pt>
                <c:pt idx="1780">
                  <c:v>1.37262072129385</c:v>
                </c:pt>
                <c:pt idx="1781">
                  <c:v>1.39959749797111</c:v>
                </c:pt>
                <c:pt idx="1782">
                  <c:v>1.39137037629063</c:v>
                </c:pt>
                <c:pt idx="1783">
                  <c:v>1.39766297426458</c:v>
                </c:pt>
                <c:pt idx="1784">
                  <c:v>1.40553355345149</c:v>
                </c:pt>
                <c:pt idx="1785">
                  <c:v>1.37265724744942</c:v>
                </c:pt>
                <c:pt idx="1786">
                  <c:v>1.38363935855205</c:v>
                </c:pt>
                <c:pt idx="1787">
                  <c:v>1.39436049054292</c:v>
                </c:pt>
                <c:pt idx="1788">
                  <c:v>1.39365720912713</c:v>
                </c:pt>
                <c:pt idx="1789">
                  <c:v>1.42811914953108</c:v>
                </c:pt>
                <c:pt idx="1790">
                  <c:v>1.38906444403708</c:v>
                </c:pt>
                <c:pt idx="1791">
                  <c:v>1.40533627469912</c:v>
                </c:pt>
                <c:pt idx="1792">
                  <c:v>1.40500730503816</c:v>
                </c:pt>
                <c:pt idx="1793">
                  <c:v>1.36744030297759</c:v>
                </c:pt>
                <c:pt idx="1794">
                  <c:v>1.39861057919427</c:v>
                </c:pt>
                <c:pt idx="1795">
                  <c:v>1.38262793641197</c:v>
                </c:pt>
                <c:pt idx="1796">
                  <c:v>1.35065981491979</c:v>
                </c:pt>
                <c:pt idx="1797">
                  <c:v>1.40173371751741</c:v>
                </c:pt>
                <c:pt idx="1798">
                  <c:v>1.37116727167521</c:v>
                </c:pt>
                <c:pt idx="1799">
                  <c:v>1.38648473837853</c:v>
                </c:pt>
                <c:pt idx="1800">
                  <c:v>1.38122355911193</c:v>
                </c:pt>
                <c:pt idx="1801">
                  <c:v>1.38842145221458</c:v>
                </c:pt>
                <c:pt idx="1802">
                  <c:v>1.39520572390375</c:v>
                </c:pt>
                <c:pt idx="1803">
                  <c:v>1.40886603774344</c:v>
                </c:pt>
                <c:pt idx="1804">
                  <c:v>1.38958863029693</c:v>
                </c:pt>
                <c:pt idx="1805">
                  <c:v>1.39957205103414</c:v>
                </c:pt>
                <c:pt idx="1806">
                  <c:v>1.40041103926253</c:v>
                </c:pt>
                <c:pt idx="1807">
                  <c:v>1.38014840593558</c:v>
                </c:pt>
                <c:pt idx="1808">
                  <c:v>1.41086349508628</c:v>
                </c:pt>
                <c:pt idx="1809">
                  <c:v>1.37165650654347</c:v>
                </c:pt>
                <c:pt idx="1810">
                  <c:v>1.37529315358479</c:v>
                </c:pt>
                <c:pt idx="1811">
                  <c:v>1.39113973446248</c:v>
                </c:pt>
                <c:pt idx="1812">
                  <c:v>1.40232018493144</c:v>
                </c:pt>
                <c:pt idx="1813">
                  <c:v>1.4478450996919</c:v>
                </c:pt>
                <c:pt idx="1814">
                  <c:v>1.36749282308131</c:v>
                </c:pt>
                <c:pt idx="1815">
                  <c:v>1.42261314893513</c:v>
                </c:pt>
                <c:pt idx="1816">
                  <c:v>1.37695122938028</c:v>
                </c:pt>
                <c:pt idx="1817">
                  <c:v>1.38558151436777</c:v>
                </c:pt>
                <c:pt idx="1818">
                  <c:v>1.38179661980284</c:v>
                </c:pt>
                <c:pt idx="1819">
                  <c:v>1.36550700086919</c:v>
                </c:pt>
                <c:pt idx="1820">
                  <c:v>1.4085466251355</c:v>
                </c:pt>
                <c:pt idx="1821">
                  <c:v>1.39462098084479</c:v>
                </c:pt>
                <c:pt idx="1822">
                  <c:v>1.41229327502557</c:v>
                </c:pt>
                <c:pt idx="1823">
                  <c:v>1.38489947856662</c:v>
                </c:pt>
                <c:pt idx="1824">
                  <c:v>1.38071292809371</c:v>
                </c:pt>
                <c:pt idx="1825">
                  <c:v>1.42432085608567</c:v>
                </c:pt>
                <c:pt idx="1826">
                  <c:v>1.44476271236002</c:v>
                </c:pt>
                <c:pt idx="1827">
                  <c:v>1.39691019169914</c:v>
                </c:pt>
                <c:pt idx="1828">
                  <c:v>1.39986230674977</c:v>
                </c:pt>
                <c:pt idx="1829">
                  <c:v>1.38084378090246</c:v>
                </c:pt>
                <c:pt idx="1830">
                  <c:v>1.39828038613005</c:v>
                </c:pt>
                <c:pt idx="1831">
                  <c:v>1.42437359834622</c:v>
                </c:pt>
                <c:pt idx="1832">
                  <c:v>1.36727784904906</c:v>
                </c:pt>
                <c:pt idx="1833">
                  <c:v>1.39779768132854</c:v>
                </c:pt>
                <c:pt idx="1834">
                  <c:v>1.38322144998826</c:v>
                </c:pt>
                <c:pt idx="1835">
                  <c:v>1.36765614599081</c:v>
                </c:pt>
                <c:pt idx="1836">
                  <c:v>1.3740731546475</c:v>
                </c:pt>
                <c:pt idx="1837">
                  <c:v>1.40053481754064</c:v>
                </c:pt>
                <c:pt idx="1838">
                  <c:v>1.40015529021473</c:v>
                </c:pt>
                <c:pt idx="1839">
                  <c:v>1.41486798403859</c:v>
                </c:pt>
                <c:pt idx="1840">
                  <c:v>1.38822310938703</c:v>
                </c:pt>
                <c:pt idx="1841">
                  <c:v>1.42034637984767</c:v>
                </c:pt>
                <c:pt idx="1842">
                  <c:v>1.39364190338858</c:v>
                </c:pt>
                <c:pt idx="1843">
                  <c:v>1.39749792099245</c:v>
                </c:pt>
                <c:pt idx="1844">
                  <c:v>1.38309762728959</c:v>
                </c:pt>
                <c:pt idx="1845">
                  <c:v>1.38029362241101</c:v>
                </c:pt>
                <c:pt idx="1846">
                  <c:v>1.40625388591412</c:v>
                </c:pt>
                <c:pt idx="1847">
                  <c:v>1.38261440122333</c:v>
                </c:pt>
                <c:pt idx="1848">
                  <c:v>1.41488169230532</c:v>
                </c:pt>
                <c:pt idx="1849">
                  <c:v>1.41369590714965</c:v>
                </c:pt>
                <c:pt idx="1850">
                  <c:v>1.38599742797577</c:v>
                </c:pt>
                <c:pt idx="1851">
                  <c:v>1.3996554453489</c:v>
                </c:pt>
                <c:pt idx="1852">
                  <c:v>1.39264783960616</c:v>
                </c:pt>
                <c:pt idx="1853">
                  <c:v>1.41847682952716</c:v>
                </c:pt>
                <c:pt idx="1854">
                  <c:v>1.3719129062413</c:v>
                </c:pt>
                <c:pt idx="1855">
                  <c:v>1.39494956107009</c:v>
                </c:pt>
                <c:pt idx="1856">
                  <c:v>1.40114391148252</c:v>
                </c:pt>
                <c:pt idx="1857">
                  <c:v>1.39850417652601</c:v>
                </c:pt>
                <c:pt idx="1858">
                  <c:v>1.38220782948446</c:v>
                </c:pt>
                <c:pt idx="1859">
                  <c:v>1.38998265966349</c:v>
                </c:pt>
                <c:pt idx="1860">
                  <c:v>1.4272856169572</c:v>
                </c:pt>
                <c:pt idx="1861">
                  <c:v>1.39047258012107</c:v>
                </c:pt>
                <c:pt idx="1862">
                  <c:v>1.41853700600503</c:v>
                </c:pt>
                <c:pt idx="1863">
                  <c:v>1.37548950378741</c:v>
                </c:pt>
                <c:pt idx="1864">
                  <c:v>1.40660423876017</c:v>
                </c:pt>
                <c:pt idx="1865">
                  <c:v>1.41651600252778</c:v>
                </c:pt>
                <c:pt idx="1866">
                  <c:v>1.39613998153629</c:v>
                </c:pt>
                <c:pt idx="1867">
                  <c:v>1.42167604769706</c:v>
                </c:pt>
                <c:pt idx="1868">
                  <c:v>1.39840264468536</c:v>
                </c:pt>
                <c:pt idx="1869">
                  <c:v>1.39994021229003</c:v>
                </c:pt>
                <c:pt idx="1870">
                  <c:v>1.42115360056923</c:v>
                </c:pt>
                <c:pt idx="1871">
                  <c:v>1.38546927140633</c:v>
                </c:pt>
                <c:pt idx="1872">
                  <c:v>1.41393345442688</c:v>
                </c:pt>
                <c:pt idx="1873">
                  <c:v>1.37929690413624</c:v>
                </c:pt>
                <c:pt idx="1874">
                  <c:v>1.40801950988708</c:v>
                </c:pt>
                <c:pt idx="1875">
                  <c:v>1.39413163161942</c:v>
                </c:pt>
                <c:pt idx="1876">
                  <c:v>1.37067332405909</c:v>
                </c:pt>
                <c:pt idx="1877">
                  <c:v>1.4012501439993</c:v>
                </c:pt>
                <c:pt idx="1878">
                  <c:v>1.36755654339579</c:v>
                </c:pt>
                <c:pt idx="1879">
                  <c:v>1.39132029085317</c:v>
                </c:pt>
                <c:pt idx="1880">
                  <c:v>1.38419884241802</c:v>
                </c:pt>
                <c:pt idx="1881">
                  <c:v>1.37425484057179</c:v>
                </c:pt>
                <c:pt idx="1882">
                  <c:v>1.38612832477669</c:v>
                </c:pt>
                <c:pt idx="1883">
                  <c:v>1.36462911326936</c:v>
                </c:pt>
                <c:pt idx="1884">
                  <c:v>1.38198299521711</c:v>
                </c:pt>
                <c:pt idx="1885">
                  <c:v>1.38928938263751</c:v>
                </c:pt>
                <c:pt idx="1886">
                  <c:v>1.38702896593736</c:v>
                </c:pt>
                <c:pt idx="1887">
                  <c:v>1.40971530703145</c:v>
                </c:pt>
                <c:pt idx="1888">
                  <c:v>1.38206623109342</c:v>
                </c:pt>
                <c:pt idx="1889">
                  <c:v>1.39034442284266</c:v>
                </c:pt>
                <c:pt idx="1890">
                  <c:v>1.38766570763536</c:v>
                </c:pt>
                <c:pt idx="1891">
                  <c:v>1.40161144620785</c:v>
                </c:pt>
                <c:pt idx="1892">
                  <c:v>1.40642159928459</c:v>
                </c:pt>
                <c:pt idx="1893">
                  <c:v>1.37986364459315</c:v>
                </c:pt>
                <c:pt idx="1894">
                  <c:v>1.42837663007123</c:v>
                </c:pt>
                <c:pt idx="1895">
                  <c:v>1.39630704997318</c:v>
                </c:pt>
                <c:pt idx="1896">
                  <c:v>1.43598625421333</c:v>
                </c:pt>
                <c:pt idx="1897">
                  <c:v>1.38033936218111</c:v>
                </c:pt>
                <c:pt idx="1898">
                  <c:v>1.39617882800614</c:v>
                </c:pt>
                <c:pt idx="1899">
                  <c:v>1.41176532679915</c:v>
                </c:pt>
                <c:pt idx="1900">
                  <c:v>1.39421095051547</c:v>
                </c:pt>
                <c:pt idx="1901">
                  <c:v>1.42495445867825</c:v>
                </c:pt>
                <c:pt idx="1902">
                  <c:v>1.39600617334092</c:v>
                </c:pt>
                <c:pt idx="1903">
                  <c:v>1.39381821899801</c:v>
                </c:pt>
                <c:pt idx="1904">
                  <c:v>1.39919759765242</c:v>
                </c:pt>
                <c:pt idx="1905">
                  <c:v>1.37501520087206</c:v>
                </c:pt>
                <c:pt idx="1906">
                  <c:v>1.37381959988707</c:v>
                </c:pt>
                <c:pt idx="1907">
                  <c:v>1.37478142269976</c:v>
                </c:pt>
                <c:pt idx="1908">
                  <c:v>1.38577534414924</c:v>
                </c:pt>
                <c:pt idx="1909">
                  <c:v>1.37689190807659</c:v>
                </c:pt>
                <c:pt idx="1910">
                  <c:v>1.39865455957791</c:v>
                </c:pt>
                <c:pt idx="1911">
                  <c:v>1.37320873087039</c:v>
                </c:pt>
                <c:pt idx="1912">
                  <c:v>1.37459814924555</c:v>
                </c:pt>
                <c:pt idx="1913">
                  <c:v>1.38288589537195</c:v>
                </c:pt>
                <c:pt idx="1914">
                  <c:v>1.38626691988221</c:v>
                </c:pt>
                <c:pt idx="1915">
                  <c:v>1.36343051958495</c:v>
                </c:pt>
                <c:pt idx="1916">
                  <c:v>1.38718745331463</c:v>
                </c:pt>
                <c:pt idx="1917">
                  <c:v>1.3893690375464</c:v>
                </c:pt>
                <c:pt idx="1918">
                  <c:v>1.39865551634265</c:v>
                </c:pt>
                <c:pt idx="1919">
                  <c:v>1.36928331145235</c:v>
                </c:pt>
                <c:pt idx="1920">
                  <c:v>1.38630786678688</c:v>
                </c:pt>
                <c:pt idx="1921">
                  <c:v>1.40271317174236</c:v>
                </c:pt>
                <c:pt idx="1922">
                  <c:v>1.38753987667385</c:v>
                </c:pt>
                <c:pt idx="1923">
                  <c:v>1.38249887351017</c:v>
                </c:pt>
                <c:pt idx="1924">
                  <c:v>1.39114869587743</c:v>
                </c:pt>
                <c:pt idx="1925">
                  <c:v>1.4037189268195</c:v>
                </c:pt>
                <c:pt idx="1926">
                  <c:v>1.40322107551396</c:v>
                </c:pt>
                <c:pt idx="1927">
                  <c:v>1.3899334818317</c:v>
                </c:pt>
                <c:pt idx="1928">
                  <c:v>1.37261978012615</c:v>
                </c:pt>
                <c:pt idx="1929">
                  <c:v>1.39422130748705</c:v>
                </c:pt>
                <c:pt idx="1930">
                  <c:v>1.37493983725637</c:v>
                </c:pt>
                <c:pt idx="1931">
                  <c:v>1.40078676432514</c:v>
                </c:pt>
                <c:pt idx="1932">
                  <c:v>1.3977345605955</c:v>
                </c:pt>
                <c:pt idx="1933">
                  <c:v>1.41091424382339</c:v>
                </c:pt>
                <c:pt idx="1934">
                  <c:v>1.41088915674118</c:v>
                </c:pt>
                <c:pt idx="1935">
                  <c:v>1.3600873226944</c:v>
                </c:pt>
                <c:pt idx="1936">
                  <c:v>1.3835980076576</c:v>
                </c:pt>
                <c:pt idx="1937">
                  <c:v>1.40075580165928</c:v>
                </c:pt>
                <c:pt idx="1938">
                  <c:v>1.3876515716564</c:v>
                </c:pt>
                <c:pt idx="1939">
                  <c:v>1.38841961504631</c:v>
                </c:pt>
                <c:pt idx="1940">
                  <c:v>1.3851844049009</c:v>
                </c:pt>
                <c:pt idx="1941">
                  <c:v>1.38609569815525</c:v>
                </c:pt>
                <c:pt idx="1942">
                  <c:v>1.38135948778007</c:v>
                </c:pt>
                <c:pt idx="1943">
                  <c:v>1.37614210839684</c:v>
                </c:pt>
                <c:pt idx="1944">
                  <c:v>1.41131384512322</c:v>
                </c:pt>
                <c:pt idx="1945">
                  <c:v>1.41133598714671</c:v>
                </c:pt>
                <c:pt idx="1946">
                  <c:v>1.38882363171658</c:v>
                </c:pt>
                <c:pt idx="1947">
                  <c:v>1.40779320321877</c:v>
                </c:pt>
                <c:pt idx="1948">
                  <c:v>1.38998232314154</c:v>
                </c:pt>
                <c:pt idx="1949">
                  <c:v>1.3865250881144</c:v>
                </c:pt>
                <c:pt idx="1950">
                  <c:v>1.40355360136401</c:v>
                </c:pt>
                <c:pt idx="1951">
                  <c:v>1.37682846392559</c:v>
                </c:pt>
                <c:pt idx="1952">
                  <c:v>1.40750506765219</c:v>
                </c:pt>
                <c:pt idx="1953">
                  <c:v>1.40595573079882</c:v>
                </c:pt>
                <c:pt idx="1954">
                  <c:v>1.37708895170452</c:v>
                </c:pt>
                <c:pt idx="1955">
                  <c:v>1.37947923500332</c:v>
                </c:pt>
                <c:pt idx="1956">
                  <c:v>1.38111007801968</c:v>
                </c:pt>
                <c:pt idx="1957">
                  <c:v>1.38277790480052</c:v>
                </c:pt>
                <c:pt idx="1958">
                  <c:v>1.39432059086129</c:v>
                </c:pt>
                <c:pt idx="1959">
                  <c:v>1.4051261152765</c:v>
                </c:pt>
                <c:pt idx="1960">
                  <c:v>1.39303958117348</c:v>
                </c:pt>
                <c:pt idx="1961">
                  <c:v>1.39260453828077</c:v>
                </c:pt>
                <c:pt idx="1962">
                  <c:v>1.42422509223596</c:v>
                </c:pt>
                <c:pt idx="1963">
                  <c:v>1.38915549935986</c:v>
                </c:pt>
                <c:pt idx="1964">
                  <c:v>1.39984208085419</c:v>
                </c:pt>
                <c:pt idx="1965">
                  <c:v>1.39086672394065</c:v>
                </c:pt>
                <c:pt idx="1966">
                  <c:v>1.37275535255814</c:v>
                </c:pt>
                <c:pt idx="1967">
                  <c:v>1.46774292868272</c:v>
                </c:pt>
                <c:pt idx="1968">
                  <c:v>1.40022871404544</c:v>
                </c:pt>
                <c:pt idx="1969">
                  <c:v>1.40136738339605</c:v>
                </c:pt>
                <c:pt idx="1970">
                  <c:v>1.43819293399496</c:v>
                </c:pt>
                <c:pt idx="1971">
                  <c:v>1.39266982622086</c:v>
                </c:pt>
                <c:pt idx="1972">
                  <c:v>1.46313678860291</c:v>
                </c:pt>
                <c:pt idx="1973">
                  <c:v>1.38674157638597</c:v>
                </c:pt>
                <c:pt idx="1974">
                  <c:v>1.47296794110612</c:v>
                </c:pt>
                <c:pt idx="1975">
                  <c:v>1.41051009912228</c:v>
                </c:pt>
                <c:pt idx="1976">
                  <c:v>1.40879785546413</c:v>
                </c:pt>
                <c:pt idx="1977">
                  <c:v>1.48949913724557</c:v>
                </c:pt>
                <c:pt idx="1978">
                  <c:v>1.3998869293847</c:v>
                </c:pt>
                <c:pt idx="1979">
                  <c:v>1.43262716332343</c:v>
                </c:pt>
                <c:pt idx="1980">
                  <c:v>1.41352473767397</c:v>
                </c:pt>
                <c:pt idx="1981">
                  <c:v>1.39158788250499</c:v>
                </c:pt>
                <c:pt idx="1982">
                  <c:v>1.42034918766256</c:v>
                </c:pt>
                <c:pt idx="1983">
                  <c:v>1.4156328876367</c:v>
                </c:pt>
                <c:pt idx="1984">
                  <c:v>1.44391651395395</c:v>
                </c:pt>
                <c:pt idx="1985">
                  <c:v>1.40890706146662</c:v>
                </c:pt>
                <c:pt idx="1986">
                  <c:v>1.43244817037074</c:v>
                </c:pt>
                <c:pt idx="1987">
                  <c:v>1.43255465497187</c:v>
                </c:pt>
                <c:pt idx="1988">
                  <c:v>1.38947404782087</c:v>
                </c:pt>
                <c:pt idx="1989">
                  <c:v>1.41050307640591</c:v>
                </c:pt>
                <c:pt idx="1990">
                  <c:v>1.40058074968729</c:v>
                </c:pt>
                <c:pt idx="1991">
                  <c:v>1.38441066988092</c:v>
                </c:pt>
                <c:pt idx="1992">
                  <c:v>1.40519326871287</c:v>
                </c:pt>
                <c:pt idx="1993">
                  <c:v>1.37982223336611</c:v>
                </c:pt>
                <c:pt idx="1994">
                  <c:v>1.38117985899245</c:v>
                </c:pt>
                <c:pt idx="1995">
                  <c:v>1.37700229661883</c:v>
                </c:pt>
                <c:pt idx="1996">
                  <c:v>1.37489146303108</c:v>
                </c:pt>
                <c:pt idx="1997">
                  <c:v>1.39844217398232</c:v>
                </c:pt>
                <c:pt idx="1998">
                  <c:v>1.42716565829866</c:v>
                </c:pt>
                <c:pt idx="1999">
                  <c:v>1.37300104928881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Sheet1!$E$1</c:f>
              <c:strCache>
                <c:ptCount val="1"/>
                <c:pt idx="0">
                  <c:v>sage_mse_loss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val>
            <c:numRef>
              <c:f>Sheet1!$E$2:$E$2001</c:f>
              <c:numCache>
                <c:formatCode>General</c:formatCode>
                <c:ptCount val="2000"/>
                <c:pt idx="0">
                  <c:v>29.9439606490335</c:v>
                </c:pt>
                <c:pt idx="1">
                  <c:v>41.735122982283</c:v>
                </c:pt>
                <c:pt idx="2">
                  <c:v>21.9570588178044</c:v>
                </c:pt>
                <c:pt idx="3">
                  <c:v>8.16846739850888</c:v>
                </c:pt>
                <c:pt idx="4">
                  <c:v>14.4893406336974</c:v>
                </c:pt>
                <c:pt idx="5">
                  <c:v>10.4737877691622</c:v>
                </c:pt>
                <c:pt idx="6">
                  <c:v>4.88533596709778</c:v>
                </c:pt>
                <c:pt idx="7">
                  <c:v>5.11843399094911</c:v>
                </c:pt>
                <c:pt idx="8">
                  <c:v>5.63639013093859</c:v>
                </c:pt>
                <c:pt idx="9">
                  <c:v>4.80331629685258</c:v>
                </c:pt>
                <c:pt idx="10">
                  <c:v>3.49259722221869</c:v>
                </c:pt>
                <c:pt idx="11">
                  <c:v>3.3404823671933</c:v>
                </c:pt>
                <c:pt idx="12">
                  <c:v>4.07609839670326</c:v>
                </c:pt>
                <c:pt idx="13">
                  <c:v>4.63799422940828</c:v>
                </c:pt>
                <c:pt idx="14">
                  <c:v>4.84212238812381</c:v>
                </c:pt>
                <c:pt idx="15">
                  <c:v>4.41810885277139</c:v>
                </c:pt>
                <c:pt idx="16">
                  <c:v>3.66007233780007</c:v>
                </c:pt>
                <c:pt idx="17">
                  <c:v>3.02755151413578</c:v>
                </c:pt>
                <c:pt idx="18">
                  <c:v>2.93382880478795</c:v>
                </c:pt>
                <c:pt idx="19">
                  <c:v>3.47393695161225</c:v>
                </c:pt>
                <c:pt idx="20">
                  <c:v>3.65520250717679</c:v>
                </c:pt>
                <c:pt idx="21">
                  <c:v>3.41058243435581</c:v>
                </c:pt>
                <c:pt idx="22">
                  <c:v>3.1410154993331</c:v>
                </c:pt>
                <c:pt idx="23">
                  <c:v>2.77962495030573</c:v>
                </c:pt>
                <c:pt idx="24">
                  <c:v>2.95764045838363</c:v>
                </c:pt>
                <c:pt idx="25">
                  <c:v>3.08466885079276</c:v>
                </c:pt>
                <c:pt idx="26">
                  <c:v>3.09920736354045</c:v>
                </c:pt>
                <c:pt idx="27">
                  <c:v>3.07421115388225</c:v>
                </c:pt>
                <c:pt idx="28">
                  <c:v>2.8735887621393</c:v>
                </c:pt>
                <c:pt idx="29">
                  <c:v>2.80404870678957</c:v>
                </c:pt>
                <c:pt idx="30">
                  <c:v>2.78283654895478</c:v>
                </c:pt>
                <c:pt idx="31">
                  <c:v>2.8090371877792</c:v>
                </c:pt>
                <c:pt idx="32">
                  <c:v>2.74303135694428</c:v>
                </c:pt>
                <c:pt idx="33">
                  <c:v>2.74421379331558</c:v>
                </c:pt>
                <c:pt idx="34">
                  <c:v>2.81067387223993</c:v>
                </c:pt>
                <c:pt idx="35">
                  <c:v>2.83441840476918</c:v>
                </c:pt>
                <c:pt idx="36">
                  <c:v>2.76816240022774</c:v>
                </c:pt>
                <c:pt idx="37">
                  <c:v>2.73928234058034</c:v>
                </c:pt>
                <c:pt idx="38">
                  <c:v>2.61711303040152</c:v>
                </c:pt>
                <c:pt idx="39">
                  <c:v>2.62139984872532</c:v>
                </c:pt>
                <c:pt idx="40">
                  <c:v>2.72838388736409</c:v>
                </c:pt>
                <c:pt idx="41">
                  <c:v>2.58629263326101</c:v>
                </c:pt>
                <c:pt idx="42">
                  <c:v>2.57357626340215</c:v>
                </c:pt>
                <c:pt idx="43">
                  <c:v>2.642691402327</c:v>
                </c:pt>
                <c:pt idx="44">
                  <c:v>2.54295553543364</c:v>
                </c:pt>
                <c:pt idx="45">
                  <c:v>2.63203214518965</c:v>
                </c:pt>
                <c:pt idx="46">
                  <c:v>2.64386798395932</c:v>
                </c:pt>
                <c:pt idx="47">
                  <c:v>2.58563938579218</c:v>
                </c:pt>
                <c:pt idx="48">
                  <c:v>2.61292704278181</c:v>
                </c:pt>
                <c:pt idx="49">
                  <c:v>2.60921402596764</c:v>
                </c:pt>
                <c:pt idx="50">
                  <c:v>2.65586373021142</c:v>
                </c:pt>
                <c:pt idx="51">
                  <c:v>2.60982160598886</c:v>
                </c:pt>
                <c:pt idx="52">
                  <c:v>2.61064014673183</c:v>
                </c:pt>
                <c:pt idx="53">
                  <c:v>2.54311034003691</c:v>
                </c:pt>
                <c:pt idx="54">
                  <c:v>2.58353880029065</c:v>
                </c:pt>
                <c:pt idx="55">
                  <c:v>2.57498343317036</c:v>
                </c:pt>
                <c:pt idx="56">
                  <c:v>2.57411655619466</c:v>
                </c:pt>
                <c:pt idx="57">
                  <c:v>2.60608001238996</c:v>
                </c:pt>
                <c:pt idx="58">
                  <c:v>2.61299523227439</c:v>
                </c:pt>
                <c:pt idx="59">
                  <c:v>2.61770119090929</c:v>
                </c:pt>
                <c:pt idx="60">
                  <c:v>2.50912671540654</c:v>
                </c:pt>
                <c:pt idx="61">
                  <c:v>2.52236145703252</c:v>
                </c:pt>
                <c:pt idx="62">
                  <c:v>2.60107201192007</c:v>
                </c:pt>
                <c:pt idx="63">
                  <c:v>2.52280153070715</c:v>
                </c:pt>
                <c:pt idx="64">
                  <c:v>2.54581181733442</c:v>
                </c:pt>
                <c:pt idx="65">
                  <c:v>2.47578088365655</c:v>
                </c:pt>
                <c:pt idx="66">
                  <c:v>2.3896622072295</c:v>
                </c:pt>
                <c:pt idx="67">
                  <c:v>2.59423784801344</c:v>
                </c:pt>
                <c:pt idx="68">
                  <c:v>2.58390234975982</c:v>
                </c:pt>
                <c:pt idx="69">
                  <c:v>2.44581329501449</c:v>
                </c:pt>
                <c:pt idx="70">
                  <c:v>2.47013795706474</c:v>
                </c:pt>
                <c:pt idx="71">
                  <c:v>2.49687110611217</c:v>
                </c:pt>
                <c:pt idx="72">
                  <c:v>2.55353070402928</c:v>
                </c:pt>
                <c:pt idx="73">
                  <c:v>2.45030610860148</c:v>
                </c:pt>
                <c:pt idx="74">
                  <c:v>2.5064097029438</c:v>
                </c:pt>
                <c:pt idx="75">
                  <c:v>2.49594507097694</c:v>
                </c:pt>
                <c:pt idx="76">
                  <c:v>2.48027584304609</c:v>
                </c:pt>
                <c:pt idx="77">
                  <c:v>2.49449708465819</c:v>
                </c:pt>
                <c:pt idx="78">
                  <c:v>2.42334152559276</c:v>
                </c:pt>
                <c:pt idx="79">
                  <c:v>2.56034462955998</c:v>
                </c:pt>
                <c:pt idx="80">
                  <c:v>2.49746322326313</c:v>
                </c:pt>
                <c:pt idx="81">
                  <c:v>2.47808503312917</c:v>
                </c:pt>
                <c:pt idx="82">
                  <c:v>2.44402697431702</c:v>
                </c:pt>
                <c:pt idx="83">
                  <c:v>2.53368033656619</c:v>
                </c:pt>
                <c:pt idx="84">
                  <c:v>2.50828680741608</c:v>
                </c:pt>
                <c:pt idx="85">
                  <c:v>2.48595034406217</c:v>
                </c:pt>
                <c:pt idx="86">
                  <c:v>2.51350509878574</c:v>
                </c:pt>
                <c:pt idx="87">
                  <c:v>2.4609644215579</c:v>
                </c:pt>
                <c:pt idx="88">
                  <c:v>2.47188449488931</c:v>
                </c:pt>
                <c:pt idx="89">
                  <c:v>2.46213503531319</c:v>
                </c:pt>
                <c:pt idx="90">
                  <c:v>2.4230073230066</c:v>
                </c:pt>
                <c:pt idx="91">
                  <c:v>2.45500668094475</c:v>
                </c:pt>
                <c:pt idx="92">
                  <c:v>2.53720866978775</c:v>
                </c:pt>
                <c:pt idx="93">
                  <c:v>2.50880629381865</c:v>
                </c:pt>
                <c:pt idx="94">
                  <c:v>2.39405690411725</c:v>
                </c:pt>
                <c:pt idx="95">
                  <c:v>2.43755735271245</c:v>
                </c:pt>
                <c:pt idx="96">
                  <c:v>2.53378452663147</c:v>
                </c:pt>
                <c:pt idx="97">
                  <c:v>2.46522580782379</c:v>
                </c:pt>
                <c:pt idx="98">
                  <c:v>2.40524166699947</c:v>
                </c:pt>
                <c:pt idx="99">
                  <c:v>2.47154445378717</c:v>
                </c:pt>
                <c:pt idx="100">
                  <c:v>2.41433178584185</c:v>
                </c:pt>
                <c:pt idx="101">
                  <c:v>2.43393495920878</c:v>
                </c:pt>
                <c:pt idx="102">
                  <c:v>2.42802110263941</c:v>
                </c:pt>
                <c:pt idx="103">
                  <c:v>2.39875721037519</c:v>
                </c:pt>
                <c:pt idx="104">
                  <c:v>2.45163011856966</c:v>
                </c:pt>
                <c:pt idx="105">
                  <c:v>2.43006380286061</c:v>
                </c:pt>
                <c:pt idx="106">
                  <c:v>2.45500306292733</c:v>
                </c:pt>
                <c:pt idx="107">
                  <c:v>2.42939319308083</c:v>
                </c:pt>
                <c:pt idx="108">
                  <c:v>2.46105911973655</c:v>
                </c:pt>
                <c:pt idx="109">
                  <c:v>2.42897245299516</c:v>
                </c:pt>
                <c:pt idx="110">
                  <c:v>2.43711086275398</c:v>
                </c:pt>
                <c:pt idx="111">
                  <c:v>2.44206159559818</c:v>
                </c:pt>
                <c:pt idx="112">
                  <c:v>2.35907587646531</c:v>
                </c:pt>
                <c:pt idx="113">
                  <c:v>2.29447074114366</c:v>
                </c:pt>
                <c:pt idx="114">
                  <c:v>2.43539401994766</c:v>
                </c:pt>
                <c:pt idx="115">
                  <c:v>2.34610562566872</c:v>
                </c:pt>
                <c:pt idx="116">
                  <c:v>2.4054977597904</c:v>
                </c:pt>
                <c:pt idx="117">
                  <c:v>2.48053139325147</c:v>
                </c:pt>
                <c:pt idx="118">
                  <c:v>2.38163313665591</c:v>
                </c:pt>
                <c:pt idx="119">
                  <c:v>2.39051827446116</c:v>
                </c:pt>
                <c:pt idx="120">
                  <c:v>2.39439313524768</c:v>
                </c:pt>
                <c:pt idx="121">
                  <c:v>2.36276742991692</c:v>
                </c:pt>
                <c:pt idx="122">
                  <c:v>2.34769784043439</c:v>
                </c:pt>
                <c:pt idx="123">
                  <c:v>2.41637249879864</c:v>
                </c:pt>
                <c:pt idx="124">
                  <c:v>2.34409918128448</c:v>
                </c:pt>
                <c:pt idx="125">
                  <c:v>2.33988494792425</c:v>
                </c:pt>
                <c:pt idx="126">
                  <c:v>2.39802929279722</c:v>
                </c:pt>
                <c:pt idx="127">
                  <c:v>2.33857939450513</c:v>
                </c:pt>
                <c:pt idx="128">
                  <c:v>2.38495233940691</c:v>
                </c:pt>
                <c:pt idx="129">
                  <c:v>2.41778155572271</c:v>
                </c:pt>
                <c:pt idx="130">
                  <c:v>2.34366111609114</c:v>
                </c:pt>
                <c:pt idx="131">
                  <c:v>2.33105809909366</c:v>
                </c:pt>
                <c:pt idx="132">
                  <c:v>2.32036277361217</c:v>
                </c:pt>
                <c:pt idx="133">
                  <c:v>2.35046294687907</c:v>
                </c:pt>
                <c:pt idx="134">
                  <c:v>2.29375546067912</c:v>
                </c:pt>
                <c:pt idx="135">
                  <c:v>2.32035744024754</c:v>
                </c:pt>
                <c:pt idx="136">
                  <c:v>2.38300170274283</c:v>
                </c:pt>
                <c:pt idx="137">
                  <c:v>2.32361096930514</c:v>
                </c:pt>
                <c:pt idx="138">
                  <c:v>2.29495490951643</c:v>
                </c:pt>
                <c:pt idx="139">
                  <c:v>2.28126374851364</c:v>
                </c:pt>
                <c:pt idx="140">
                  <c:v>2.32464589340296</c:v>
                </c:pt>
                <c:pt idx="141">
                  <c:v>2.34737186056108</c:v>
                </c:pt>
                <c:pt idx="142">
                  <c:v>2.25949140652395</c:v>
                </c:pt>
                <c:pt idx="143">
                  <c:v>2.34943669419117</c:v>
                </c:pt>
                <c:pt idx="144">
                  <c:v>2.30706543951853</c:v>
                </c:pt>
                <c:pt idx="145">
                  <c:v>2.27079280320016</c:v>
                </c:pt>
                <c:pt idx="146">
                  <c:v>2.34831645620392</c:v>
                </c:pt>
                <c:pt idx="147">
                  <c:v>2.25151164647508</c:v>
                </c:pt>
                <c:pt idx="148">
                  <c:v>2.25809813129335</c:v>
                </c:pt>
                <c:pt idx="149">
                  <c:v>2.23016370551236</c:v>
                </c:pt>
                <c:pt idx="150">
                  <c:v>2.24199139117589</c:v>
                </c:pt>
                <c:pt idx="151">
                  <c:v>2.25864650195081</c:v>
                </c:pt>
                <c:pt idx="152">
                  <c:v>2.28155138893398</c:v>
                </c:pt>
                <c:pt idx="153">
                  <c:v>2.19150835027002</c:v>
                </c:pt>
                <c:pt idx="154">
                  <c:v>2.28788083600476</c:v>
                </c:pt>
                <c:pt idx="155">
                  <c:v>2.26873070468614</c:v>
                </c:pt>
                <c:pt idx="156">
                  <c:v>2.20413976870457</c:v>
                </c:pt>
                <c:pt idx="157">
                  <c:v>2.18179880360344</c:v>
                </c:pt>
                <c:pt idx="158">
                  <c:v>2.24407187178593</c:v>
                </c:pt>
                <c:pt idx="159">
                  <c:v>2.18016742056725</c:v>
                </c:pt>
                <c:pt idx="160">
                  <c:v>2.14525262340303</c:v>
                </c:pt>
                <c:pt idx="161">
                  <c:v>2.14375887727637</c:v>
                </c:pt>
                <c:pt idx="162">
                  <c:v>2.14270807439698</c:v>
                </c:pt>
                <c:pt idx="163">
                  <c:v>2.14441870888923</c:v>
                </c:pt>
                <c:pt idx="164">
                  <c:v>2.19120066835793</c:v>
                </c:pt>
                <c:pt idx="165">
                  <c:v>2.10330957125284</c:v>
                </c:pt>
                <c:pt idx="166">
                  <c:v>2.15399673744157</c:v>
                </c:pt>
                <c:pt idx="167">
                  <c:v>2.13790609675542</c:v>
                </c:pt>
                <c:pt idx="168">
                  <c:v>2.11632809835519</c:v>
                </c:pt>
                <c:pt idx="169">
                  <c:v>2.06135990362379</c:v>
                </c:pt>
                <c:pt idx="170">
                  <c:v>2.08174864689321</c:v>
                </c:pt>
                <c:pt idx="171">
                  <c:v>2.10275793275187</c:v>
                </c:pt>
                <c:pt idx="172">
                  <c:v>2.08056760670111</c:v>
                </c:pt>
                <c:pt idx="173">
                  <c:v>2.04420781496775</c:v>
                </c:pt>
                <c:pt idx="174">
                  <c:v>2.07237233631125</c:v>
                </c:pt>
                <c:pt idx="175">
                  <c:v>2.0596197055419</c:v>
                </c:pt>
                <c:pt idx="176">
                  <c:v>2.10078373271363</c:v>
                </c:pt>
                <c:pt idx="177">
                  <c:v>2.01381838147383</c:v>
                </c:pt>
                <c:pt idx="178">
                  <c:v>2.09317662770812</c:v>
                </c:pt>
                <c:pt idx="179">
                  <c:v>2.02080750857196</c:v>
                </c:pt>
                <c:pt idx="180">
                  <c:v>1.9805024680219</c:v>
                </c:pt>
                <c:pt idx="181">
                  <c:v>2.00363987237268</c:v>
                </c:pt>
                <c:pt idx="182">
                  <c:v>1.97457803212715</c:v>
                </c:pt>
                <c:pt idx="183">
                  <c:v>1.99266837003154</c:v>
                </c:pt>
                <c:pt idx="184">
                  <c:v>1.95635461456662</c:v>
                </c:pt>
                <c:pt idx="185">
                  <c:v>1.91253724263282</c:v>
                </c:pt>
                <c:pt idx="186">
                  <c:v>1.94188387347284</c:v>
                </c:pt>
                <c:pt idx="187">
                  <c:v>1.94734111562506</c:v>
                </c:pt>
                <c:pt idx="188">
                  <c:v>1.93396540431691</c:v>
                </c:pt>
                <c:pt idx="189">
                  <c:v>1.92807358106796</c:v>
                </c:pt>
                <c:pt idx="190">
                  <c:v>1.96813852562594</c:v>
                </c:pt>
                <c:pt idx="191">
                  <c:v>1.97126157913204</c:v>
                </c:pt>
                <c:pt idx="192">
                  <c:v>1.93400514072458</c:v>
                </c:pt>
                <c:pt idx="193">
                  <c:v>1.83721549209222</c:v>
                </c:pt>
                <c:pt idx="194">
                  <c:v>1.90322141544033</c:v>
                </c:pt>
                <c:pt idx="195">
                  <c:v>1.8622925342949</c:v>
                </c:pt>
                <c:pt idx="196">
                  <c:v>1.93162314349776</c:v>
                </c:pt>
                <c:pt idx="197">
                  <c:v>1.83274878120077</c:v>
                </c:pt>
                <c:pt idx="198">
                  <c:v>1.89106665999387</c:v>
                </c:pt>
                <c:pt idx="199">
                  <c:v>1.87257319881106</c:v>
                </c:pt>
                <c:pt idx="200">
                  <c:v>1.82107923478832</c:v>
                </c:pt>
                <c:pt idx="201">
                  <c:v>1.94204565712306</c:v>
                </c:pt>
                <c:pt idx="202">
                  <c:v>1.83592549624444</c:v>
                </c:pt>
                <c:pt idx="203">
                  <c:v>1.84937702884538</c:v>
                </c:pt>
                <c:pt idx="204">
                  <c:v>1.85337859377969</c:v>
                </c:pt>
                <c:pt idx="205">
                  <c:v>1.8665403908851</c:v>
                </c:pt>
                <c:pt idx="206">
                  <c:v>1.7685683559204</c:v>
                </c:pt>
                <c:pt idx="207">
                  <c:v>1.79231313927061</c:v>
                </c:pt>
                <c:pt idx="208">
                  <c:v>1.82189358638719</c:v>
                </c:pt>
                <c:pt idx="209">
                  <c:v>1.77347964361955</c:v>
                </c:pt>
                <c:pt idx="210">
                  <c:v>1.78372825428172</c:v>
                </c:pt>
                <c:pt idx="211">
                  <c:v>1.95522318874354</c:v>
                </c:pt>
                <c:pt idx="212">
                  <c:v>1.72986703806519</c:v>
                </c:pt>
                <c:pt idx="213">
                  <c:v>1.88872932283608</c:v>
                </c:pt>
                <c:pt idx="214">
                  <c:v>1.73792875252073</c:v>
                </c:pt>
                <c:pt idx="215">
                  <c:v>1.84445647957226</c:v>
                </c:pt>
                <c:pt idx="216">
                  <c:v>1.7400565257023</c:v>
                </c:pt>
                <c:pt idx="217">
                  <c:v>1.793728673376</c:v>
                </c:pt>
                <c:pt idx="218">
                  <c:v>1.72794579625436</c:v>
                </c:pt>
                <c:pt idx="219">
                  <c:v>1.71908327923888</c:v>
                </c:pt>
                <c:pt idx="220">
                  <c:v>1.78512349468368</c:v>
                </c:pt>
                <c:pt idx="221">
                  <c:v>1.64625094450731</c:v>
                </c:pt>
                <c:pt idx="222">
                  <c:v>1.76471283667429</c:v>
                </c:pt>
                <c:pt idx="223">
                  <c:v>1.60435119392676</c:v>
                </c:pt>
                <c:pt idx="224">
                  <c:v>1.80018376917576</c:v>
                </c:pt>
                <c:pt idx="225">
                  <c:v>1.66171141210545</c:v>
                </c:pt>
                <c:pt idx="226">
                  <c:v>1.6607665636818</c:v>
                </c:pt>
                <c:pt idx="227">
                  <c:v>1.72124580542006</c:v>
                </c:pt>
                <c:pt idx="228">
                  <c:v>1.66104227893294</c:v>
                </c:pt>
                <c:pt idx="229">
                  <c:v>1.774190441036</c:v>
                </c:pt>
                <c:pt idx="230">
                  <c:v>1.67815384345137</c:v>
                </c:pt>
                <c:pt idx="231">
                  <c:v>1.70717276899044</c:v>
                </c:pt>
                <c:pt idx="232">
                  <c:v>1.62990047880159</c:v>
                </c:pt>
                <c:pt idx="233">
                  <c:v>1.7111194364602</c:v>
                </c:pt>
                <c:pt idx="234">
                  <c:v>1.68136074150335</c:v>
                </c:pt>
                <c:pt idx="235">
                  <c:v>1.66869748270392</c:v>
                </c:pt>
                <c:pt idx="236">
                  <c:v>1.80768467229431</c:v>
                </c:pt>
                <c:pt idx="237">
                  <c:v>1.76396496261286</c:v>
                </c:pt>
                <c:pt idx="238">
                  <c:v>1.71611152280191</c:v>
                </c:pt>
                <c:pt idx="239">
                  <c:v>1.7720109373451</c:v>
                </c:pt>
                <c:pt idx="240">
                  <c:v>1.72427856814499</c:v>
                </c:pt>
                <c:pt idx="241">
                  <c:v>1.76955561024773</c:v>
                </c:pt>
                <c:pt idx="242">
                  <c:v>1.57846334913735</c:v>
                </c:pt>
                <c:pt idx="243">
                  <c:v>1.84378016630269</c:v>
                </c:pt>
                <c:pt idx="244">
                  <c:v>1.53032716709671</c:v>
                </c:pt>
                <c:pt idx="245">
                  <c:v>1.85156720676221</c:v>
                </c:pt>
                <c:pt idx="246">
                  <c:v>1.63826691383044</c:v>
                </c:pt>
                <c:pt idx="247">
                  <c:v>1.70506170839541</c:v>
                </c:pt>
                <c:pt idx="248">
                  <c:v>1.65267295058558</c:v>
                </c:pt>
                <c:pt idx="249">
                  <c:v>1.59330198091445</c:v>
                </c:pt>
                <c:pt idx="250">
                  <c:v>1.62876764685647</c:v>
                </c:pt>
                <c:pt idx="251">
                  <c:v>1.5641198463311</c:v>
                </c:pt>
                <c:pt idx="252">
                  <c:v>1.58719922035916</c:v>
                </c:pt>
                <c:pt idx="253">
                  <c:v>1.59953861459094</c:v>
                </c:pt>
                <c:pt idx="254">
                  <c:v>1.58488685100778</c:v>
                </c:pt>
                <c:pt idx="255">
                  <c:v>1.54016253304416</c:v>
                </c:pt>
                <c:pt idx="256">
                  <c:v>1.58872047754842</c:v>
                </c:pt>
                <c:pt idx="257">
                  <c:v>1.51797031827667</c:v>
                </c:pt>
                <c:pt idx="258">
                  <c:v>1.53297243526843</c:v>
                </c:pt>
                <c:pt idx="259">
                  <c:v>1.4722435554813</c:v>
                </c:pt>
                <c:pt idx="260">
                  <c:v>1.52991305321969</c:v>
                </c:pt>
                <c:pt idx="261">
                  <c:v>1.51495184357278</c:v>
                </c:pt>
                <c:pt idx="262">
                  <c:v>1.52553350638949</c:v>
                </c:pt>
                <c:pt idx="263">
                  <c:v>1.48758778687023</c:v>
                </c:pt>
                <c:pt idx="264">
                  <c:v>1.57823107513594</c:v>
                </c:pt>
                <c:pt idx="265">
                  <c:v>1.52870191869604</c:v>
                </c:pt>
                <c:pt idx="266">
                  <c:v>1.47907228035852</c:v>
                </c:pt>
                <c:pt idx="267">
                  <c:v>1.48884692571176</c:v>
                </c:pt>
                <c:pt idx="268">
                  <c:v>1.50112250953299</c:v>
                </c:pt>
                <c:pt idx="269">
                  <c:v>1.50654584550585</c:v>
                </c:pt>
                <c:pt idx="270">
                  <c:v>1.45617093237019</c:v>
                </c:pt>
                <c:pt idx="271">
                  <c:v>1.50497641900091</c:v>
                </c:pt>
                <c:pt idx="272">
                  <c:v>1.49566403140871</c:v>
                </c:pt>
                <c:pt idx="273">
                  <c:v>1.5951461769089</c:v>
                </c:pt>
                <c:pt idx="274">
                  <c:v>1.45433773471779</c:v>
                </c:pt>
                <c:pt idx="275">
                  <c:v>1.543971665839</c:v>
                </c:pt>
                <c:pt idx="276">
                  <c:v>1.42598539327136</c:v>
                </c:pt>
                <c:pt idx="277">
                  <c:v>1.54843243274305</c:v>
                </c:pt>
                <c:pt idx="278">
                  <c:v>1.40881297881884</c:v>
                </c:pt>
                <c:pt idx="279">
                  <c:v>1.42973756229073</c:v>
                </c:pt>
                <c:pt idx="280">
                  <c:v>1.38676797866873</c:v>
                </c:pt>
                <c:pt idx="281">
                  <c:v>1.46305932425154</c:v>
                </c:pt>
                <c:pt idx="282">
                  <c:v>1.42954446937284</c:v>
                </c:pt>
                <c:pt idx="283">
                  <c:v>1.51877800757852</c:v>
                </c:pt>
                <c:pt idx="284">
                  <c:v>1.42497297112354</c:v>
                </c:pt>
                <c:pt idx="285">
                  <c:v>1.50370179061116</c:v>
                </c:pt>
                <c:pt idx="286">
                  <c:v>1.5420308515222</c:v>
                </c:pt>
                <c:pt idx="287">
                  <c:v>1.44698739635743</c:v>
                </c:pt>
                <c:pt idx="288">
                  <c:v>1.44477390603307</c:v>
                </c:pt>
                <c:pt idx="289">
                  <c:v>1.4097998074842</c:v>
                </c:pt>
                <c:pt idx="290">
                  <c:v>1.44100795001296</c:v>
                </c:pt>
                <c:pt idx="291">
                  <c:v>1.40067327744185</c:v>
                </c:pt>
                <c:pt idx="292">
                  <c:v>1.45201525421418</c:v>
                </c:pt>
                <c:pt idx="293">
                  <c:v>1.69187513703131</c:v>
                </c:pt>
                <c:pt idx="294">
                  <c:v>1.51322016465933</c:v>
                </c:pt>
                <c:pt idx="295">
                  <c:v>1.41571406760841</c:v>
                </c:pt>
                <c:pt idx="296">
                  <c:v>1.40793383793858</c:v>
                </c:pt>
                <c:pt idx="297">
                  <c:v>1.50471309946649</c:v>
                </c:pt>
                <c:pt idx="298">
                  <c:v>1.40641940094439</c:v>
                </c:pt>
                <c:pt idx="299">
                  <c:v>1.45840104617594</c:v>
                </c:pt>
                <c:pt idx="300">
                  <c:v>1.38603788451175</c:v>
                </c:pt>
                <c:pt idx="301">
                  <c:v>1.48942411492578</c:v>
                </c:pt>
                <c:pt idx="302">
                  <c:v>1.50209008840691</c:v>
                </c:pt>
                <c:pt idx="303">
                  <c:v>1.47018447297579</c:v>
                </c:pt>
                <c:pt idx="304">
                  <c:v>1.44998233304028</c:v>
                </c:pt>
                <c:pt idx="305">
                  <c:v>1.50423229578246</c:v>
                </c:pt>
                <c:pt idx="306">
                  <c:v>1.41305255248808</c:v>
                </c:pt>
                <c:pt idx="307">
                  <c:v>1.38799213424061</c:v>
                </c:pt>
                <c:pt idx="308">
                  <c:v>1.49356847974051</c:v>
                </c:pt>
                <c:pt idx="309">
                  <c:v>1.67807246528135</c:v>
                </c:pt>
                <c:pt idx="310">
                  <c:v>1.44375746479179</c:v>
                </c:pt>
                <c:pt idx="311">
                  <c:v>1.4135300505094</c:v>
                </c:pt>
                <c:pt idx="312">
                  <c:v>1.54847442621525</c:v>
                </c:pt>
                <c:pt idx="313">
                  <c:v>1.38446745056096</c:v>
                </c:pt>
                <c:pt idx="314">
                  <c:v>1.47997779938551</c:v>
                </c:pt>
                <c:pt idx="315">
                  <c:v>1.48988791322325</c:v>
                </c:pt>
                <c:pt idx="316">
                  <c:v>1.40370773390304</c:v>
                </c:pt>
                <c:pt idx="317">
                  <c:v>1.53017489453444</c:v>
                </c:pt>
                <c:pt idx="318">
                  <c:v>1.33809965062371</c:v>
                </c:pt>
                <c:pt idx="319">
                  <c:v>1.47236984923902</c:v>
                </c:pt>
                <c:pt idx="320">
                  <c:v>1.36469790231479</c:v>
                </c:pt>
                <c:pt idx="321">
                  <c:v>1.36079794326461</c:v>
                </c:pt>
                <c:pt idx="322">
                  <c:v>1.49797276272032</c:v>
                </c:pt>
                <c:pt idx="323">
                  <c:v>1.28811558313035</c:v>
                </c:pt>
                <c:pt idx="324">
                  <c:v>1.4634170629456</c:v>
                </c:pt>
                <c:pt idx="325">
                  <c:v>1.36643356020363</c:v>
                </c:pt>
                <c:pt idx="326">
                  <c:v>1.34560647452122</c:v>
                </c:pt>
                <c:pt idx="327">
                  <c:v>1.35385940291562</c:v>
                </c:pt>
                <c:pt idx="328">
                  <c:v>1.32185271957151</c:v>
                </c:pt>
                <c:pt idx="329">
                  <c:v>1.36112377928296</c:v>
                </c:pt>
                <c:pt idx="330">
                  <c:v>1.35913029046486</c:v>
                </c:pt>
                <c:pt idx="331">
                  <c:v>1.32576228673608</c:v>
                </c:pt>
                <c:pt idx="332">
                  <c:v>1.3387960164272</c:v>
                </c:pt>
                <c:pt idx="333">
                  <c:v>1.32320093001703</c:v>
                </c:pt>
                <c:pt idx="334">
                  <c:v>1.38650471397244</c:v>
                </c:pt>
                <c:pt idx="335">
                  <c:v>1.3554643155558</c:v>
                </c:pt>
                <c:pt idx="336">
                  <c:v>1.35249967701692</c:v>
                </c:pt>
                <c:pt idx="337">
                  <c:v>1.30994717538873</c:v>
                </c:pt>
                <c:pt idx="338">
                  <c:v>1.34546253928044</c:v>
                </c:pt>
                <c:pt idx="339">
                  <c:v>1.30197979116489</c:v>
                </c:pt>
                <c:pt idx="340">
                  <c:v>1.44823145745764</c:v>
                </c:pt>
                <c:pt idx="341">
                  <c:v>1.49180070250157</c:v>
                </c:pt>
                <c:pt idx="342">
                  <c:v>1.2511298438053</c:v>
                </c:pt>
                <c:pt idx="343">
                  <c:v>1.38774079846416</c:v>
                </c:pt>
                <c:pt idx="344">
                  <c:v>1.48222537507842</c:v>
                </c:pt>
                <c:pt idx="345">
                  <c:v>1.363361718617</c:v>
                </c:pt>
                <c:pt idx="346">
                  <c:v>1.22881658696039</c:v>
                </c:pt>
                <c:pt idx="347">
                  <c:v>1.36126751518654</c:v>
                </c:pt>
                <c:pt idx="348">
                  <c:v>1.33344822530618</c:v>
                </c:pt>
                <c:pt idx="349">
                  <c:v>1.40778304354514</c:v>
                </c:pt>
                <c:pt idx="350">
                  <c:v>1.26047319818072</c:v>
                </c:pt>
                <c:pt idx="351">
                  <c:v>1.38561231623646</c:v>
                </c:pt>
                <c:pt idx="352">
                  <c:v>1.45951727912882</c:v>
                </c:pt>
                <c:pt idx="353">
                  <c:v>1.37920456743284</c:v>
                </c:pt>
                <c:pt idx="354">
                  <c:v>1.31261806932702</c:v>
                </c:pt>
                <c:pt idx="355">
                  <c:v>1.46122701265386</c:v>
                </c:pt>
                <c:pt idx="356">
                  <c:v>1.23094297973952</c:v>
                </c:pt>
                <c:pt idx="357">
                  <c:v>1.52102212829103</c:v>
                </c:pt>
                <c:pt idx="358">
                  <c:v>1.3450690287676</c:v>
                </c:pt>
                <c:pt idx="359">
                  <c:v>1.3853732552578</c:v>
                </c:pt>
                <c:pt idx="360">
                  <c:v>1.48064680812119</c:v>
                </c:pt>
                <c:pt idx="361">
                  <c:v>1.3637059093001</c:v>
                </c:pt>
                <c:pt idx="362">
                  <c:v>1.54452748780433</c:v>
                </c:pt>
                <c:pt idx="363">
                  <c:v>1.28557467310503</c:v>
                </c:pt>
                <c:pt idx="364">
                  <c:v>1.54406388201764</c:v>
                </c:pt>
                <c:pt idx="365">
                  <c:v>1.35406540356592</c:v>
                </c:pt>
                <c:pt idx="366">
                  <c:v>1.45486763932565</c:v>
                </c:pt>
                <c:pt idx="367">
                  <c:v>1.4061693367917</c:v>
                </c:pt>
                <c:pt idx="368">
                  <c:v>1.2782516079636</c:v>
                </c:pt>
                <c:pt idx="369">
                  <c:v>1.42381311221223</c:v>
                </c:pt>
                <c:pt idx="370">
                  <c:v>1.32032613538106</c:v>
                </c:pt>
                <c:pt idx="371">
                  <c:v>1.49325721883469</c:v>
                </c:pt>
                <c:pt idx="372">
                  <c:v>1.332282964661</c:v>
                </c:pt>
                <c:pt idx="373">
                  <c:v>1.35164937855775</c:v>
                </c:pt>
                <c:pt idx="374">
                  <c:v>1.24856111585938</c:v>
                </c:pt>
                <c:pt idx="375">
                  <c:v>1.3963534541785</c:v>
                </c:pt>
                <c:pt idx="376">
                  <c:v>1.28884990701005</c:v>
                </c:pt>
                <c:pt idx="377">
                  <c:v>1.33654342659149</c:v>
                </c:pt>
                <c:pt idx="378">
                  <c:v>1.23148129581049</c:v>
                </c:pt>
                <c:pt idx="379">
                  <c:v>1.33580264649849</c:v>
                </c:pt>
                <c:pt idx="380">
                  <c:v>1.25061437881222</c:v>
                </c:pt>
                <c:pt idx="381">
                  <c:v>1.32232066048122</c:v>
                </c:pt>
                <c:pt idx="382">
                  <c:v>1.25979244316124</c:v>
                </c:pt>
                <c:pt idx="383">
                  <c:v>1.23006978187637</c:v>
                </c:pt>
                <c:pt idx="384">
                  <c:v>1.26541395841468</c:v>
                </c:pt>
                <c:pt idx="385">
                  <c:v>1.20332439643793</c:v>
                </c:pt>
                <c:pt idx="386">
                  <c:v>1.2120522990864</c:v>
                </c:pt>
                <c:pt idx="387">
                  <c:v>1.20132424146077</c:v>
                </c:pt>
                <c:pt idx="388">
                  <c:v>1.20616846196394</c:v>
                </c:pt>
                <c:pt idx="389">
                  <c:v>1.20094427744945</c:v>
                </c:pt>
                <c:pt idx="390">
                  <c:v>1.25169840502821</c:v>
                </c:pt>
                <c:pt idx="391">
                  <c:v>1.19465368546023</c:v>
                </c:pt>
                <c:pt idx="392">
                  <c:v>1.18305369217147</c:v>
                </c:pt>
                <c:pt idx="393">
                  <c:v>1.20950789150928</c:v>
                </c:pt>
                <c:pt idx="394">
                  <c:v>1.20821989243796</c:v>
                </c:pt>
                <c:pt idx="395">
                  <c:v>1.24650469154853</c:v>
                </c:pt>
                <c:pt idx="396">
                  <c:v>1.25383673122464</c:v>
                </c:pt>
                <c:pt idx="397">
                  <c:v>1.1817679267796</c:v>
                </c:pt>
                <c:pt idx="398">
                  <c:v>1.17379494150674</c:v>
                </c:pt>
                <c:pt idx="399">
                  <c:v>1.27322705568011</c:v>
                </c:pt>
                <c:pt idx="400">
                  <c:v>1.28035297244398</c:v>
                </c:pt>
                <c:pt idx="401">
                  <c:v>1.22073843254721</c:v>
                </c:pt>
                <c:pt idx="402">
                  <c:v>1.18796209563033</c:v>
                </c:pt>
                <c:pt idx="403">
                  <c:v>1.20090821331708</c:v>
                </c:pt>
                <c:pt idx="404">
                  <c:v>1.22302442344027</c:v>
                </c:pt>
                <c:pt idx="405">
                  <c:v>1.21613812013094</c:v>
                </c:pt>
                <c:pt idx="406">
                  <c:v>1.15460945451244</c:v>
                </c:pt>
                <c:pt idx="407">
                  <c:v>1.17769961460951</c:v>
                </c:pt>
                <c:pt idx="408">
                  <c:v>1.21517922986114</c:v>
                </c:pt>
                <c:pt idx="409">
                  <c:v>1.17754096294688</c:v>
                </c:pt>
                <c:pt idx="410">
                  <c:v>1.1697076089843</c:v>
                </c:pt>
                <c:pt idx="411">
                  <c:v>1.15041521459596</c:v>
                </c:pt>
                <c:pt idx="412">
                  <c:v>1.17340476202959</c:v>
                </c:pt>
                <c:pt idx="413">
                  <c:v>1.14961086373172</c:v>
                </c:pt>
                <c:pt idx="414">
                  <c:v>1.1315377937912</c:v>
                </c:pt>
                <c:pt idx="415">
                  <c:v>1.18754510179149</c:v>
                </c:pt>
                <c:pt idx="416">
                  <c:v>1.20461068509811</c:v>
                </c:pt>
                <c:pt idx="417">
                  <c:v>1.1343141784987</c:v>
                </c:pt>
                <c:pt idx="418">
                  <c:v>1.17639542556818</c:v>
                </c:pt>
                <c:pt idx="419">
                  <c:v>1.11344660366561</c:v>
                </c:pt>
                <c:pt idx="420">
                  <c:v>1.08187816210222</c:v>
                </c:pt>
                <c:pt idx="421">
                  <c:v>1.17461130307702</c:v>
                </c:pt>
                <c:pt idx="422">
                  <c:v>1.1591273235943</c:v>
                </c:pt>
                <c:pt idx="423">
                  <c:v>1.13229437848057</c:v>
                </c:pt>
                <c:pt idx="424">
                  <c:v>1.08663139185133</c:v>
                </c:pt>
                <c:pt idx="425">
                  <c:v>1.16938401561374</c:v>
                </c:pt>
                <c:pt idx="426">
                  <c:v>1.2216727012458</c:v>
                </c:pt>
                <c:pt idx="427">
                  <c:v>1.16796775151615</c:v>
                </c:pt>
                <c:pt idx="428">
                  <c:v>1.14480775835057</c:v>
                </c:pt>
                <c:pt idx="429">
                  <c:v>1.14688026969218</c:v>
                </c:pt>
                <c:pt idx="430">
                  <c:v>1.15049813453315</c:v>
                </c:pt>
                <c:pt idx="431">
                  <c:v>1.23152587538282</c:v>
                </c:pt>
                <c:pt idx="432">
                  <c:v>1.17731313028437</c:v>
                </c:pt>
                <c:pt idx="433">
                  <c:v>1.14704574697132</c:v>
                </c:pt>
                <c:pt idx="434">
                  <c:v>1.1298872235531</c:v>
                </c:pt>
                <c:pt idx="435">
                  <c:v>1.23387679941675</c:v>
                </c:pt>
                <c:pt idx="436">
                  <c:v>1.14721663438436</c:v>
                </c:pt>
                <c:pt idx="437">
                  <c:v>1.24943807492979</c:v>
                </c:pt>
                <c:pt idx="438">
                  <c:v>1.26328146690938</c:v>
                </c:pt>
                <c:pt idx="439">
                  <c:v>1.12759216095218</c:v>
                </c:pt>
                <c:pt idx="440">
                  <c:v>1.43304273822123</c:v>
                </c:pt>
                <c:pt idx="441">
                  <c:v>1.17627843951322</c:v>
                </c:pt>
                <c:pt idx="442">
                  <c:v>1.20244967594561</c:v>
                </c:pt>
                <c:pt idx="443">
                  <c:v>1.36878752652371</c:v>
                </c:pt>
                <c:pt idx="444">
                  <c:v>1.12524799598159</c:v>
                </c:pt>
                <c:pt idx="445">
                  <c:v>1.16391563564284</c:v>
                </c:pt>
                <c:pt idx="446">
                  <c:v>1.16661867270817</c:v>
                </c:pt>
                <c:pt idx="447">
                  <c:v>1.11091611621565</c:v>
                </c:pt>
                <c:pt idx="448">
                  <c:v>1.15335299077703</c:v>
                </c:pt>
                <c:pt idx="449">
                  <c:v>1.16382612991717</c:v>
                </c:pt>
                <c:pt idx="450">
                  <c:v>1.0748702591737</c:v>
                </c:pt>
                <c:pt idx="451">
                  <c:v>1.12315255341774</c:v>
                </c:pt>
                <c:pt idx="452">
                  <c:v>1.12835158922655</c:v>
                </c:pt>
                <c:pt idx="453">
                  <c:v>1.1416723329675</c:v>
                </c:pt>
                <c:pt idx="454">
                  <c:v>1.10051299436073</c:v>
                </c:pt>
                <c:pt idx="455">
                  <c:v>1.1488774821036</c:v>
                </c:pt>
                <c:pt idx="456">
                  <c:v>1.06459588252561</c:v>
                </c:pt>
                <c:pt idx="457">
                  <c:v>1.11730993738729</c:v>
                </c:pt>
                <c:pt idx="458">
                  <c:v>1.08144253686303</c:v>
                </c:pt>
                <c:pt idx="459">
                  <c:v>1.11449971386799</c:v>
                </c:pt>
                <c:pt idx="460">
                  <c:v>1.14876443021164</c:v>
                </c:pt>
                <c:pt idx="461">
                  <c:v>1.16793042347729</c:v>
                </c:pt>
                <c:pt idx="462">
                  <c:v>1.09288942345333</c:v>
                </c:pt>
                <c:pt idx="463">
                  <c:v>1.10938981076819</c:v>
                </c:pt>
                <c:pt idx="464">
                  <c:v>1.1979351055796</c:v>
                </c:pt>
                <c:pt idx="465">
                  <c:v>1.09871414444959</c:v>
                </c:pt>
                <c:pt idx="466">
                  <c:v>1.10545585903247</c:v>
                </c:pt>
                <c:pt idx="467">
                  <c:v>1.14043157621762</c:v>
                </c:pt>
                <c:pt idx="468">
                  <c:v>1.09007137705741</c:v>
                </c:pt>
                <c:pt idx="469">
                  <c:v>1.16349912611383</c:v>
                </c:pt>
                <c:pt idx="470">
                  <c:v>1.12450677908649</c:v>
                </c:pt>
                <c:pt idx="471">
                  <c:v>1.14782905384562</c:v>
                </c:pt>
                <c:pt idx="472">
                  <c:v>1.08902468691669</c:v>
                </c:pt>
                <c:pt idx="473">
                  <c:v>1.07861191221139</c:v>
                </c:pt>
                <c:pt idx="474">
                  <c:v>1.07015918329703</c:v>
                </c:pt>
                <c:pt idx="475">
                  <c:v>1.09773791279377</c:v>
                </c:pt>
                <c:pt idx="476">
                  <c:v>1.0495311099968</c:v>
                </c:pt>
                <c:pt idx="477">
                  <c:v>1.14669349247502</c:v>
                </c:pt>
                <c:pt idx="478">
                  <c:v>1.0384076317513</c:v>
                </c:pt>
                <c:pt idx="479">
                  <c:v>1.02647967151268</c:v>
                </c:pt>
                <c:pt idx="480">
                  <c:v>1.06803034474328</c:v>
                </c:pt>
                <c:pt idx="481">
                  <c:v>1.04045688895481</c:v>
                </c:pt>
                <c:pt idx="482">
                  <c:v>0.995009748745023</c:v>
                </c:pt>
                <c:pt idx="483">
                  <c:v>1.05621506684712</c:v>
                </c:pt>
                <c:pt idx="484">
                  <c:v>1.07037263147169</c:v>
                </c:pt>
                <c:pt idx="485">
                  <c:v>1.02890848113489</c:v>
                </c:pt>
                <c:pt idx="486">
                  <c:v>1.01407473635051</c:v>
                </c:pt>
                <c:pt idx="487">
                  <c:v>1.0453273895051</c:v>
                </c:pt>
                <c:pt idx="488">
                  <c:v>0.977961964162468</c:v>
                </c:pt>
                <c:pt idx="489">
                  <c:v>1.06332676241375</c:v>
                </c:pt>
                <c:pt idx="490">
                  <c:v>1.06581527163204</c:v>
                </c:pt>
                <c:pt idx="491">
                  <c:v>1.013768574171</c:v>
                </c:pt>
                <c:pt idx="492">
                  <c:v>1.0516915515729</c:v>
                </c:pt>
                <c:pt idx="493">
                  <c:v>1.00744657415074</c:v>
                </c:pt>
                <c:pt idx="494">
                  <c:v>1.05052413089467</c:v>
                </c:pt>
                <c:pt idx="495">
                  <c:v>1.06097529655603</c:v>
                </c:pt>
                <c:pt idx="496">
                  <c:v>1.04015858741106</c:v>
                </c:pt>
                <c:pt idx="497">
                  <c:v>0.984112871641177</c:v>
                </c:pt>
                <c:pt idx="498">
                  <c:v>0.996353810145305</c:v>
                </c:pt>
                <c:pt idx="499">
                  <c:v>1.02659668213863</c:v>
                </c:pt>
                <c:pt idx="500">
                  <c:v>1.0482223292097</c:v>
                </c:pt>
                <c:pt idx="501">
                  <c:v>1.02177836316187</c:v>
                </c:pt>
                <c:pt idx="502">
                  <c:v>1.02348735075251</c:v>
                </c:pt>
                <c:pt idx="503">
                  <c:v>1.09815704343966</c:v>
                </c:pt>
                <c:pt idx="504">
                  <c:v>1.09717708684826</c:v>
                </c:pt>
                <c:pt idx="505">
                  <c:v>1.00713496227997</c:v>
                </c:pt>
                <c:pt idx="506">
                  <c:v>1.00132983198092</c:v>
                </c:pt>
                <c:pt idx="507">
                  <c:v>0.987715521798479</c:v>
                </c:pt>
                <c:pt idx="508">
                  <c:v>0.981163428809417</c:v>
                </c:pt>
                <c:pt idx="509">
                  <c:v>1.04231276001149</c:v>
                </c:pt>
                <c:pt idx="510">
                  <c:v>1.01578978947321</c:v>
                </c:pt>
                <c:pt idx="511">
                  <c:v>0.983774470780994</c:v>
                </c:pt>
                <c:pt idx="512">
                  <c:v>1.00459883804996</c:v>
                </c:pt>
                <c:pt idx="513">
                  <c:v>1.08492274839092</c:v>
                </c:pt>
                <c:pt idx="514">
                  <c:v>1.18209618081908</c:v>
                </c:pt>
                <c:pt idx="515">
                  <c:v>1.00546935121366</c:v>
                </c:pt>
                <c:pt idx="516">
                  <c:v>1.14591615573235</c:v>
                </c:pt>
                <c:pt idx="517">
                  <c:v>1.33124244361687</c:v>
                </c:pt>
                <c:pt idx="518">
                  <c:v>1.00737530740918</c:v>
                </c:pt>
                <c:pt idx="519">
                  <c:v>1.16066570840372</c:v>
                </c:pt>
                <c:pt idx="520">
                  <c:v>1.12726592492967</c:v>
                </c:pt>
                <c:pt idx="521">
                  <c:v>0.986438776706978</c:v>
                </c:pt>
                <c:pt idx="522">
                  <c:v>1.25605932431253</c:v>
                </c:pt>
                <c:pt idx="523">
                  <c:v>0.994135570478364</c:v>
                </c:pt>
                <c:pt idx="524">
                  <c:v>1.14180919037101</c:v>
                </c:pt>
                <c:pt idx="525">
                  <c:v>1.00297655385893</c:v>
                </c:pt>
                <c:pt idx="526">
                  <c:v>1.12139389050645</c:v>
                </c:pt>
                <c:pt idx="527">
                  <c:v>1.01542783927461</c:v>
                </c:pt>
                <c:pt idx="528">
                  <c:v>1.06286464870367</c:v>
                </c:pt>
                <c:pt idx="529">
                  <c:v>0.980606733275875</c:v>
                </c:pt>
                <c:pt idx="530">
                  <c:v>1.04409755004037</c:v>
                </c:pt>
                <c:pt idx="531">
                  <c:v>0.978276235093977</c:v>
                </c:pt>
                <c:pt idx="532">
                  <c:v>1.01588564546783</c:v>
                </c:pt>
                <c:pt idx="533">
                  <c:v>0.92670540484107</c:v>
                </c:pt>
                <c:pt idx="534">
                  <c:v>1.00404336568042</c:v>
                </c:pt>
                <c:pt idx="535">
                  <c:v>0.956403449999722</c:v>
                </c:pt>
                <c:pt idx="536">
                  <c:v>0.964523773058088</c:v>
                </c:pt>
                <c:pt idx="537">
                  <c:v>0.973384689832155</c:v>
                </c:pt>
                <c:pt idx="538">
                  <c:v>0.980127639296177</c:v>
                </c:pt>
                <c:pt idx="539">
                  <c:v>0.967866940850811</c:v>
                </c:pt>
                <c:pt idx="540">
                  <c:v>0.933744014163328</c:v>
                </c:pt>
                <c:pt idx="541">
                  <c:v>0.97304020283359</c:v>
                </c:pt>
                <c:pt idx="542">
                  <c:v>0.934187244672994</c:v>
                </c:pt>
                <c:pt idx="543">
                  <c:v>0.918722455792127</c:v>
                </c:pt>
                <c:pt idx="544">
                  <c:v>0.947532071303825</c:v>
                </c:pt>
                <c:pt idx="545">
                  <c:v>0.978951805943726</c:v>
                </c:pt>
                <c:pt idx="546">
                  <c:v>0.941134275475274</c:v>
                </c:pt>
                <c:pt idx="547">
                  <c:v>0.941388320427758</c:v>
                </c:pt>
                <c:pt idx="548">
                  <c:v>0.943264478876747</c:v>
                </c:pt>
                <c:pt idx="549">
                  <c:v>0.965597788962678</c:v>
                </c:pt>
                <c:pt idx="550">
                  <c:v>0.952456980896891</c:v>
                </c:pt>
                <c:pt idx="551">
                  <c:v>0.950169042370671</c:v>
                </c:pt>
                <c:pt idx="552">
                  <c:v>0.946150989464704</c:v>
                </c:pt>
                <c:pt idx="553">
                  <c:v>0.890154466835437</c:v>
                </c:pt>
                <c:pt idx="554">
                  <c:v>0.983179414084219</c:v>
                </c:pt>
                <c:pt idx="555">
                  <c:v>0.990035824958057</c:v>
                </c:pt>
                <c:pt idx="556">
                  <c:v>0.945503230106233</c:v>
                </c:pt>
                <c:pt idx="557">
                  <c:v>0.975582154982974</c:v>
                </c:pt>
                <c:pt idx="558">
                  <c:v>0.918887332351413</c:v>
                </c:pt>
                <c:pt idx="559">
                  <c:v>1.06233706366024</c:v>
                </c:pt>
                <c:pt idx="560">
                  <c:v>0.910990458565163</c:v>
                </c:pt>
                <c:pt idx="561">
                  <c:v>1.03387434615679</c:v>
                </c:pt>
                <c:pt idx="562">
                  <c:v>0.994260331803872</c:v>
                </c:pt>
                <c:pt idx="563">
                  <c:v>0.960958822267678</c:v>
                </c:pt>
                <c:pt idx="564">
                  <c:v>0.945227979050089</c:v>
                </c:pt>
                <c:pt idx="565">
                  <c:v>0.921800963965817</c:v>
                </c:pt>
                <c:pt idx="566">
                  <c:v>0.945346300682878</c:v>
                </c:pt>
                <c:pt idx="567">
                  <c:v>0.971011074790433</c:v>
                </c:pt>
                <c:pt idx="568">
                  <c:v>0.996597789728188</c:v>
                </c:pt>
                <c:pt idx="569">
                  <c:v>0.919891380791686</c:v>
                </c:pt>
                <c:pt idx="570">
                  <c:v>1.04817994560909</c:v>
                </c:pt>
                <c:pt idx="571">
                  <c:v>0.912819145331603</c:v>
                </c:pt>
                <c:pt idx="572">
                  <c:v>1.16309986127703</c:v>
                </c:pt>
                <c:pt idx="573">
                  <c:v>0.917121102115025</c:v>
                </c:pt>
                <c:pt idx="574">
                  <c:v>1.10229408299348</c:v>
                </c:pt>
                <c:pt idx="575">
                  <c:v>0.961076638362517</c:v>
                </c:pt>
                <c:pt idx="576">
                  <c:v>1.08433822272652</c:v>
                </c:pt>
                <c:pt idx="577">
                  <c:v>0.962791637928661</c:v>
                </c:pt>
                <c:pt idx="578">
                  <c:v>1.05164885597335</c:v>
                </c:pt>
                <c:pt idx="579">
                  <c:v>1.04802044438887</c:v>
                </c:pt>
                <c:pt idx="580">
                  <c:v>1.04176981825813</c:v>
                </c:pt>
                <c:pt idx="581">
                  <c:v>1.06818512445976</c:v>
                </c:pt>
                <c:pt idx="582">
                  <c:v>0.905403298128791</c:v>
                </c:pt>
                <c:pt idx="583">
                  <c:v>1.08969228449103</c:v>
                </c:pt>
                <c:pt idx="584">
                  <c:v>0.883454910438253</c:v>
                </c:pt>
                <c:pt idx="585">
                  <c:v>1.0376717453774</c:v>
                </c:pt>
                <c:pt idx="586">
                  <c:v>0.947149392877544</c:v>
                </c:pt>
                <c:pt idx="587">
                  <c:v>0.927696465588126</c:v>
                </c:pt>
                <c:pt idx="588">
                  <c:v>1.01052903875194</c:v>
                </c:pt>
                <c:pt idx="589">
                  <c:v>0.935399925077388</c:v>
                </c:pt>
                <c:pt idx="590">
                  <c:v>1.00907190373484</c:v>
                </c:pt>
                <c:pt idx="591">
                  <c:v>0.910778583333189</c:v>
                </c:pt>
                <c:pt idx="592">
                  <c:v>1.03069842964987</c:v>
                </c:pt>
                <c:pt idx="593">
                  <c:v>1.00282326552926</c:v>
                </c:pt>
                <c:pt idx="594">
                  <c:v>1.15789932519043</c:v>
                </c:pt>
                <c:pt idx="595">
                  <c:v>0.847863684565358</c:v>
                </c:pt>
                <c:pt idx="596">
                  <c:v>1.07146235473674</c:v>
                </c:pt>
                <c:pt idx="597">
                  <c:v>1.03150110005003</c:v>
                </c:pt>
                <c:pt idx="598">
                  <c:v>0.917335898822196</c:v>
                </c:pt>
                <c:pt idx="599">
                  <c:v>1.14366993193958</c:v>
                </c:pt>
                <c:pt idx="600">
                  <c:v>0.892562570578267</c:v>
                </c:pt>
                <c:pt idx="601">
                  <c:v>0.993626809475072</c:v>
                </c:pt>
                <c:pt idx="602">
                  <c:v>0.918276744293096</c:v>
                </c:pt>
                <c:pt idx="603">
                  <c:v>0.888430515295707</c:v>
                </c:pt>
                <c:pt idx="604">
                  <c:v>1.01934134594208</c:v>
                </c:pt>
                <c:pt idx="605">
                  <c:v>0.865083309992846</c:v>
                </c:pt>
                <c:pt idx="606">
                  <c:v>0.932593352055498</c:v>
                </c:pt>
                <c:pt idx="607">
                  <c:v>0.93442125026112</c:v>
                </c:pt>
                <c:pt idx="608">
                  <c:v>0.908153352708101</c:v>
                </c:pt>
                <c:pt idx="609">
                  <c:v>0.902807542561579</c:v>
                </c:pt>
                <c:pt idx="610">
                  <c:v>0.899612469167704</c:v>
                </c:pt>
                <c:pt idx="611">
                  <c:v>0.889126394919326</c:v>
                </c:pt>
                <c:pt idx="612">
                  <c:v>0.95234708260025</c:v>
                </c:pt>
                <c:pt idx="613">
                  <c:v>0.885900194567783</c:v>
                </c:pt>
                <c:pt idx="614">
                  <c:v>0.818469419112195</c:v>
                </c:pt>
                <c:pt idx="615">
                  <c:v>0.953895203797668</c:v>
                </c:pt>
                <c:pt idx="616">
                  <c:v>0.912114761712125</c:v>
                </c:pt>
                <c:pt idx="617">
                  <c:v>0.862198409492086</c:v>
                </c:pt>
                <c:pt idx="618">
                  <c:v>0.908533502424111</c:v>
                </c:pt>
                <c:pt idx="619">
                  <c:v>0.949327968848077</c:v>
                </c:pt>
                <c:pt idx="620">
                  <c:v>0.818921568457303</c:v>
                </c:pt>
                <c:pt idx="621">
                  <c:v>0.980211326514323</c:v>
                </c:pt>
                <c:pt idx="622">
                  <c:v>0.891219833902103</c:v>
                </c:pt>
                <c:pt idx="623">
                  <c:v>0.877336020451275</c:v>
                </c:pt>
                <c:pt idx="624">
                  <c:v>0.992658416937298</c:v>
                </c:pt>
                <c:pt idx="625">
                  <c:v>0.840258160163028</c:v>
                </c:pt>
                <c:pt idx="626">
                  <c:v>0.905265238687724</c:v>
                </c:pt>
                <c:pt idx="627">
                  <c:v>0.874489010375605</c:v>
                </c:pt>
                <c:pt idx="628">
                  <c:v>0.848322139240645</c:v>
                </c:pt>
                <c:pt idx="629">
                  <c:v>0.879945478441757</c:v>
                </c:pt>
                <c:pt idx="630">
                  <c:v>0.846618068627795</c:v>
                </c:pt>
                <c:pt idx="631">
                  <c:v>0.820884127389265</c:v>
                </c:pt>
                <c:pt idx="632">
                  <c:v>0.902246845474238</c:v>
                </c:pt>
                <c:pt idx="633">
                  <c:v>0.858115197759089</c:v>
                </c:pt>
                <c:pt idx="634">
                  <c:v>0.803437046357176</c:v>
                </c:pt>
                <c:pt idx="635">
                  <c:v>0.836858423346233</c:v>
                </c:pt>
                <c:pt idx="636">
                  <c:v>0.885502017581295</c:v>
                </c:pt>
                <c:pt idx="637">
                  <c:v>0.793251081120734</c:v>
                </c:pt>
                <c:pt idx="638">
                  <c:v>0.799916599128112</c:v>
                </c:pt>
                <c:pt idx="639">
                  <c:v>0.846179253547051</c:v>
                </c:pt>
                <c:pt idx="640">
                  <c:v>0.839522411194882</c:v>
                </c:pt>
                <c:pt idx="641">
                  <c:v>0.802091152192594</c:v>
                </c:pt>
                <c:pt idx="642">
                  <c:v>0.877740855468479</c:v>
                </c:pt>
                <c:pt idx="643">
                  <c:v>0.877735067430507</c:v>
                </c:pt>
                <c:pt idx="644">
                  <c:v>0.802790383636609</c:v>
                </c:pt>
                <c:pt idx="645">
                  <c:v>0.853957113699075</c:v>
                </c:pt>
                <c:pt idx="646">
                  <c:v>0.891043919539507</c:v>
                </c:pt>
                <c:pt idx="647">
                  <c:v>0.778149439076109</c:v>
                </c:pt>
                <c:pt idx="648">
                  <c:v>0.777825092427693</c:v>
                </c:pt>
                <c:pt idx="649">
                  <c:v>0.821164380187663</c:v>
                </c:pt>
                <c:pt idx="650">
                  <c:v>0.75301286874979</c:v>
                </c:pt>
                <c:pt idx="651">
                  <c:v>0.770061687424281</c:v>
                </c:pt>
                <c:pt idx="652">
                  <c:v>0.780101640425501</c:v>
                </c:pt>
                <c:pt idx="653">
                  <c:v>0.793939082370858</c:v>
                </c:pt>
                <c:pt idx="654">
                  <c:v>0.765543360683424</c:v>
                </c:pt>
                <c:pt idx="655">
                  <c:v>0.795507701564654</c:v>
                </c:pt>
                <c:pt idx="656">
                  <c:v>0.75936706406347</c:v>
                </c:pt>
                <c:pt idx="657">
                  <c:v>0.752732001821951</c:v>
                </c:pt>
                <c:pt idx="658">
                  <c:v>0.768839782917144</c:v>
                </c:pt>
                <c:pt idx="659">
                  <c:v>0.762728525105597</c:v>
                </c:pt>
                <c:pt idx="660">
                  <c:v>0.758216716725019</c:v>
                </c:pt>
                <c:pt idx="661">
                  <c:v>0.759356582378536</c:v>
                </c:pt>
                <c:pt idx="662">
                  <c:v>0.771850447659068</c:v>
                </c:pt>
                <c:pt idx="663">
                  <c:v>0.756358173867553</c:v>
                </c:pt>
                <c:pt idx="664">
                  <c:v>0.77063888913074</c:v>
                </c:pt>
                <c:pt idx="665">
                  <c:v>0.804507331099855</c:v>
                </c:pt>
                <c:pt idx="666">
                  <c:v>0.813567955926063</c:v>
                </c:pt>
                <c:pt idx="667">
                  <c:v>0.843466440778445</c:v>
                </c:pt>
                <c:pt idx="668">
                  <c:v>0.790337358850343</c:v>
                </c:pt>
                <c:pt idx="669">
                  <c:v>0.766830020780411</c:v>
                </c:pt>
                <c:pt idx="670">
                  <c:v>0.732568301426432</c:v>
                </c:pt>
                <c:pt idx="671">
                  <c:v>0.741458563175543</c:v>
                </c:pt>
                <c:pt idx="672">
                  <c:v>0.748168528365351</c:v>
                </c:pt>
                <c:pt idx="673">
                  <c:v>0.731961650943931</c:v>
                </c:pt>
                <c:pt idx="674">
                  <c:v>0.750770166080876</c:v>
                </c:pt>
                <c:pt idx="675">
                  <c:v>0.789427104305177</c:v>
                </c:pt>
                <c:pt idx="676">
                  <c:v>0.860132860373079</c:v>
                </c:pt>
                <c:pt idx="677">
                  <c:v>0.829111353824026</c:v>
                </c:pt>
                <c:pt idx="678">
                  <c:v>0.739799199487087</c:v>
                </c:pt>
                <c:pt idx="679">
                  <c:v>0.828046517178525</c:v>
                </c:pt>
                <c:pt idx="680">
                  <c:v>0.857567778110579</c:v>
                </c:pt>
                <c:pt idx="681">
                  <c:v>0.763237060510744</c:v>
                </c:pt>
                <c:pt idx="682">
                  <c:v>0.784720179569035</c:v>
                </c:pt>
                <c:pt idx="683">
                  <c:v>0.873392541271574</c:v>
                </c:pt>
                <c:pt idx="684">
                  <c:v>0.770300412716936</c:v>
                </c:pt>
                <c:pt idx="685">
                  <c:v>0.73354969467413</c:v>
                </c:pt>
                <c:pt idx="686">
                  <c:v>0.778356750033243</c:v>
                </c:pt>
                <c:pt idx="687">
                  <c:v>0.809020741512147</c:v>
                </c:pt>
                <c:pt idx="688">
                  <c:v>0.749151885812372</c:v>
                </c:pt>
                <c:pt idx="689">
                  <c:v>0.763669398132299</c:v>
                </c:pt>
                <c:pt idx="690">
                  <c:v>0.825127727979782</c:v>
                </c:pt>
                <c:pt idx="691">
                  <c:v>0.723745611885863</c:v>
                </c:pt>
                <c:pt idx="692">
                  <c:v>0.730857367394906</c:v>
                </c:pt>
                <c:pt idx="693">
                  <c:v>0.812155630797202</c:v>
                </c:pt>
                <c:pt idx="694">
                  <c:v>0.852438036541055</c:v>
                </c:pt>
                <c:pt idx="695">
                  <c:v>0.712648674049789</c:v>
                </c:pt>
                <c:pt idx="696">
                  <c:v>0.948038463283847</c:v>
                </c:pt>
                <c:pt idx="697">
                  <c:v>0.733529866277351</c:v>
                </c:pt>
                <c:pt idx="698">
                  <c:v>0.963319867292682</c:v>
                </c:pt>
                <c:pt idx="699">
                  <c:v>0.810161153449644</c:v>
                </c:pt>
                <c:pt idx="700">
                  <c:v>1.0012513846038</c:v>
                </c:pt>
                <c:pt idx="701">
                  <c:v>0.842527477192814</c:v>
                </c:pt>
                <c:pt idx="702">
                  <c:v>0.938609954389606</c:v>
                </c:pt>
                <c:pt idx="703">
                  <c:v>0.850265609010963</c:v>
                </c:pt>
                <c:pt idx="704">
                  <c:v>0.955049277205805</c:v>
                </c:pt>
                <c:pt idx="705">
                  <c:v>0.810268849334622</c:v>
                </c:pt>
                <c:pt idx="706">
                  <c:v>0.80547355394477</c:v>
                </c:pt>
                <c:pt idx="707">
                  <c:v>0.837678171970101</c:v>
                </c:pt>
                <c:pt idx="708">
                  <c:v>0.786180542835267</c:v>
                </c:pt>
                <c:pt idx="709">
                  <c:v>0.762515149932376</c:v>
                </c:pt>
                <c:pt idx="710">
                  <c:v>0.797336929475012</c:v>
                </c:pt>
                <c:pt idx="711">
                  <c:v>0.730352460403941</c:v>
                </c:pt>
                <c:pt idx="712">
                  <c:v>0.768620701228006</c:v>
                </c:pt>
                <c:pt idx="713">
                  <c:v>0.766246269209129</c:v>
                </c:pt>
                <c:pt idx="714">
                  <c:v>0.704808262870282</c:v>
                </c:pt>
                <c:pt idx="715">
                  <c:v>0.738377885657326</c:v>
                </c:pt>
                <c:pt idx="716">
                  <c:v>0.7071091839323</c:v>
                </c:pt>
                <c:pt idx="717">
                  <c:v>0.769490086737187</c:v>
                </c:pt>
                <c:pt idx="718">
                  <c:v>0.697981957039819</c:v>
                </c:pt>
                <c:pt idx="719">
                  <c:v>0.764862949714487</c:v>
                </c:pt>
                <c:pt idx="720">
                  <c:v>0.697232776873556</c:v>
                </c:pt>
                <c:pt idx="721">
                  <c:v>0.722690827008448</c:v>
                </c:pt>
                <c:pt idx="722">
                  <c:v>0.690482238552414</c:v>
                </c:pt>
                <c:pt idx="723">
                  <c:v>0.70803374978209</c:v>
                </c:pt>
                <c:pt idx="724">
                  <c:v>0.730846868128565</c:v>
                </c:pt>
                <c:pt idx="725">
                  <c:v>0.727860147969504</c:v>
                </c:pt>
                <c:pt idx="726">
                  <c:v>0.769117176442638</c:v>
                </c:pt>
                <c:pt idx="727">
                  <c:v>0.755708754610777</c:v>
                </c:pt>
                <c:pt idx="728">
                  <c:v>0.677908858909762</c:v>
                </c:pt>
                <c:pt idx="729">
                  <c:v>0.706294672314366</c:v>
                </c:pt>
                <c:pt idx="730">
                  <c:v>0.786693258337601</c:v>
                </c:pt>
                <c:pt idx="731">
                  <c:v>0.705202072566922</c:v>
                </c:pt>
                <c:pt idx="732">
                  <c:v>0.697124123982754</c:v>
                </c:pt>
                <c:pt idx="733">
                  <c:v>0.690149552035647</c:v>
                </c:pt>
                <c:pt idx="734">
                  <c:v>0.671846576929995</c:v>
                </c:pt>
                <c:pt idx="735">
                  <c:v>0.712832578743797</c:v>
                </c:pt>
                <c:pt idx="736">
                  <c:v>0.678948692721929</c:v>
                </c:pt>
                <c:pt idx="737">
                  <c:v>0.681188173816326</c:v>
                </c:pt>
                <c:pt idx="738">
                  <c:v>0.686806034252459</c:v>
                </c:pt>
                <c:pt idx="739">
                  <c:v>0.681428834004476</c:v>
                </c:pt>
                <c:pt idx="740">
                  <c:v>0.712738978174745</c:v>
                </c:pt>
                <c:pt idx="741">
                  <c:v>0.708585396284417</c:v>
                </c:pt>
                <c:pt idx="742">
                  <c:v>0.735035506856968</c:v>
                </c:pt>
                <c:pt idx="743">
                  <c:v>0.788427906114865</c:v>
                </c:pt>
                <c:pt idx="744">
                  <c:v>0.686507476400969</c:v>
                </c:pt>
                <c:pt idx="745">
                  <c:v>0.737660777726413</c:v>
                </c:pt>
                <c:pt idx="746">
                  <c:v>0.745188691892132</c:v>
                </c:pt>
                <c:pt idx="747">
                  <c:v>0.676926097203823</c:v>
                </c:pt>
                <c:pt idx="748">
                  <c:v>0.686613665809768</c:v>
                </c:pt>
                <c:pt idx="749">
                  <c:v>0.735714113322646</c:v>
                </c:pt>
                <c:pt idx="750">
                  <c:v>0.742791309522935</c:v>
                </c:pt>
                <c:pt idx="751">
                  <c:v>0.715547654884633</c:v>
                </c:pt>
                <c:pt idx="752">
                  <c:v>0.697731676408906</c:v>
                </c:pt>
                <c:pt idx="753">
                  <c:v>0.682709324379428</c:v>
                </c:pt>
                <c:pt idx="754">
                  <c:v>0.688267758784603</c:v>
                </c:pt>
                <c:pt idx="755">
                  <c:v>0.685488156196664</c:v>
                </c:pt>
                <c:pt idx="756">
                  <c:v>0.672307749869388</c:v>
                </c:pt>
                <c:pt idx="757">
                  <c:v>0.670791616421149</c:v>
                </c:pt>
                <c:pt idx="758">
                  <c:v>0.656940193523734</c:v>
                </c:pt>
                <c:pt idx="759">
                  <c:v>0.670180645558292</c:v>
                </c:pt>
                <c:pt idx="760">
                  <c:v>0.672511192242861</c:v>
                </c:pt>
                <c:pt idx="761">
                  <c:v>0.672619510362015</c:v>
                </c:pt>
                <c:pt idx="762">
                  <c:v>0.690511273473193</c:v>
                </c:pt>
                <c:pt idx="763">
                  <c:v>0.646601161091106</c:v>
                </c:pt>
                <c:pt idx="764">
                  <c:v>0.661760970833588</c:v>
                </c:pt>
                <c:pt idx="765">
                  <c:v>0.701015282270442</c:v>
                </c:pt>
                <c:pt idx="766">
                  <c:v>0.763498203311975</c:v>
                </c:pt>
                <c:pt idx="767">
                  <c:v>0.736679755348272</c:v>
                </c:pt>
                <c:pt idx="768">
                  <c:v>0.676455763997793</c:v>
                </c:pt>
                <c:pt idx="769">
                  <c:v>0.687110518322038</c:v>
                </c:pt>
                <c:pt idx="770">
                  <c:v>0.756992404225059</c:v>
                </c:pt>
                <c:pt idx="771">
                  <c:v>0.707259380194842</c:v>
                </c:pt>
                <c:pt idx="772">
                  <c:v>0.718122759024379</c:v>
                </c:pt>
                <c:pt idx="773">
                  <c:v>0.756221666813796</c:v>
                </c:pt>
                <c:pt idx="774">
                  <c:v>0.710214402034416</c:v>
                </c:pt>
                <c:pt idx="775">
                  <c:v>0.679700910393166</c:v>
                </c:pt>
                <c:pt idx="776">
                  <c:v>0.727076402334843</c:v>
                </c:pt>
                <c:pt idx="777">
                  <c:v>0.738048247554277</c:v>
                </c:pt>
                <c:pt idx="778">
                  <c:v>0.673660731866163</c:v>
                </c:pt>
                <c:pt idx="779">
                  <c:v>0.727559794596224</c:v>
                </c:pt>
                <c:pt idx="780">
                  <c:v>0.743314313947699</c:v>
                </c:pt>
                <c:pt idx="781">
                  <c:v>0.712081326205217</c:v>
                </c:pt>
                <c:pt idx="782">
                  <c:v>0.687473103601044</c:v>
                </c:pt>
                <c:pt idx="783">
                  <c:v>0.678998610918154</c:v>
                </c:pt>
                <c:pt idx="784">
                  <c:v>0.673730017898295</c:v>
                </c:pt>
                <c:pt idx="785">
                  <c:v>0.66368263395548</c:v>
                </c:pt>
                <c:pt idx="786">
                  <c:v>0.662323484761491</c:v>
                </c:pt>
                <c:pt idx="787">
                  <c:v>0.712657960872079</c:v>
                </c:pt>
                <c:pt idx="788">
                  <c:v>0.687338026329279</c:v>
                </c:pt>
                <c:pt idx="789">
                  <c:v>0.684879445642481</c:v>
                </c:pt>
                <c:pt idx="790">
                  <c:v>0.661290747940029</c:v>
                </c:pt>
                <c:pt idx="791">
                  <c:v>0.691666318738282</c:v>
                </c:pt>
                <c:pt idx="792">
                  <c:v>0.670616354327651</c:v>
                </c:pt>
                <c:pt idx="793">
                  <c:v>0.646191129770272</c:v>
                </c:pt>
                <c:pt idx="794">
                  <c:v>0.684144823766808</c:v>
                </c:pt>
                <c:pt idx="795">
                  <c:v>0.639886173077354</c:v>
                </c:pt>
                <c:pt idx="796">
                  <c:v>0.662915254235039</c:v>
                </c:pt>
                <c:pt idx="797">
                  <c:v>0.665636607955887</c:v>
                </c:pt>
                <c:pt idx="798">
                  <c:v>0.650292976259239</c:v>
                </c:pt>
                <c:pt idx="799">
                  <c:v>0.661876931282684</c:v>
                </c:pt>
                <c:pt idx="800">
                  <c:v>0.646683810976907</c:v>
                </c:pt>
                <c:pt idx="801">
                  <c:v>0.669658989858598</c:v>
                </c:pt>
                <c:pt idx="802">
                  <c:v>0.652105297729271</c:v>
                </c:pt>
                <c:pt idx="803">
                  <c:v>0.686277779102249</c:v>
                </c:pt>
                <c:pt idx="804">
                  <c:v>0.665977636841026</c:v>
                </c:pt>
                <c:pt idx="805">
                  <c:v>0.668383643519569</c:v>
                </c:pt>
                <c:pt idx="806">
                  <c:v>0.665623109768931</c:v>
                </c:pt>
                <c:pt idx="807">
                  <c:v>0.666368666674838</c:v>
                </c:pt>
                <c:pt idx="808">
                  <c:v>0.655497946218254</c:v>
                </c:pt>
                <c:pt idx="809">
                  <c:v>0.674122890432664</c:v>
                </c:pt>
                <c:pt idx="810">
                  <c:v>0.688993802777674</c:v>
                </c:pt>
                <c:pt idx="811">
                  <c:v>0.663136794460339</c:v>
                </c:pt>
                <c:pt idx="812">
                  <c:v>0.693353706824064</c:v>
                </c:pt>
                <c:pt idx="813">
                  <c:v>0.653965563949691</c:v>
                </c:pt>
                <c:pt idx="814">
                  <c:v>0.665222086718898</c:v>
                </c:pt>
                <c:pt idx="815">
                  <c:v>0.66215614240765</c:v>
                </c:pt>
                <c:pt idx="816">
                  <c:v>0.70763025241995</c:v>
                </c:pt>
                <c:pt idx="817">
                  <c:v>0.696267228293169</c:v>
                </c:pt>
                <c:pt idx="818">
                  <c:v>0.68687630315327</c:v>
                </c:pt>
                <c:pt idx="819">
                  <c:v>0.628305668627607</c:v>
                </c:pt>
                <c:pt idx="820">
                  <c:v>0.670297515928154</c:v>
                </c:pt>
                <c:pt idx="821">
                  <c:v>0.650244712718368</c:v>
                </c:pt>
                <c:pt idx="822">
                  <c:v>0.670070267212594</c:v>
                </c:pt>
                <c:pt idx="823">
                  <c:v>0.663572210480268</c:v>
                </c:pt>
                <c:pt idx="824">
                  <c:v>0.651968645124793</c:v>
                </c:pt>
                <c:pt idx="825">
                  <c:v>0.690606838638273</c:v>
                </c:pt>
                <c:pt idx="826">
                  <c:v>0.669630946735963</c:v>
                </c:pt>
                <c:pt idx="827">
                  <c:v>0.670722540073761</c:v>
                </c:pt>
                <c:pt idx="828">
                  <c:v>0.667655189613952</c:v>
                </c:pt>
                <c:pt idx="829">
                  <c:v>0.667601351823637</c:v>
                </c:pt>
                <c:pt idx="830">
                  <c:v>0.663059732703632</c:v>
                </c:pt>
                <c:pt idx="831">
                  <c:v>0.652854063775399</c:v>
                </c:pt>
                <c:pt idx="832">
                  <c:v>0.636658201986531</c:v>
                </c:pt>
                <c:pt idx="833">
                  <c:v>0.662231671425833</c:v>
                </c:pt>
                <c:pt idx="834">
                  <c:v>0.676104782838865</c:v>
                </c:pt>
                <c:pt idx="835">
                  <c:v>0.67714238557692</c:v>
                </c:pt>
                <c:pt idx="836">
                  <c:v>0.661768306003443</c:v>
                </c:pt>
                <c:pt idx="837">
                  <c:v>0.63582501026881</c:v>
                </c:pt>
                <c:pt idx="838">
                  <c:v>0.674399124538252</c:v>
                </c:pt>
                <c:pt idx="839">
                  <c:v>0.677184942254561</c:v>
                </c:pt>
                <c:pt idx="840">
                  <c:v>0.664618400752618</c:v>
                </c:pt>
                <c:pt idx="841">
                  <c:v>0.610846783363273</c:v>
                </c:pt>
                <c:pt idx="842">
                  <c:v>0.701114686920064</c:v>
                </c:pt>
                <c:pt idx="843">
                  <c:v>0.689700052890194</c:v>
                </c:pt>
                <c:pt idx="844">
                  <c:v>0.707077241313048</c:v>
                </c:pt>
                <c:pt idx="845">
                  <c:v>0.626036442568775</c:v>
                </c:pt>
                <c:pt idx="846">
                  <c:v>0.731147408171713</c:v>
                </c:pt>
                <c:pt idx="847">
                  <c:v>0.643519690742408</c:v>
                </c:pt>
                <c:pt idx="848">
                  <c:v>0.650510844906201</c:v>
                </c:pt>
                <c:pt idx="849">
                  <c:v>0.697478601216187</c:v>
                </c:pt>
                <c:pt idx="850">
                  <c:v>0.663537810787968</c:v>
                </c:pt>
                <c:pt idx="851">
                  <c:v>0.643548233731769</c:v>
                </c:pt>
                <c:pt idx="852">
                  <c:v>0.638576114798838</c:v>
                </c:pt>
                <c:pt idx="853">
                  <c:v>0.661898228233656</c:v>
                </c:pt>
                <c:pt idx="854">
                  <c:v>0.667170145919433</c:v>
                </c:pt>
                <c:pt idx="855">
                  <c:v>0.658105691769284</c:v>
                </c:pt>
                <c:pt idx="856">
                  <c:v>0.644188789129411</c:v>
                </c:pt>
                <c:pt idx="857">
                  <c:v>0.659038150598038</c:v>
                </c:pt>
                <c:pt idx="858">
                  <c:v>0.676005641818279</c:v>
                </c:pt>
                <c:pt idx="859">
                  <c:v>0.637739954344095</c:v>
                </c:pt>
                <c:pt idx="860">
                  <c:v>0.637812498602155</c:v>
                </c:pt>
                <c:pt idx="861">
                  <c:v>0.670308193846417</c:v>
                </c:pt>
                <c:pt idx="862">
                  <c:v>0.647704040529301</c:v>
                </c:pt>
                <c:pt idx="863">
                  <c:v>0.642155047714206</c:v>
                </c:pt>
                <c:pt idx="864">
                  <c:v>0.621988866497328</c:v>
                </c:pt>
                <c:pt idx="865">
                  <c:v>0.608747679006222</c:v>
                </c:pt>
                <c:pt idx="866">
                  <c:v>0.655304874571388</c:v>
                </c:pt>
                <c:pt idx="867">
                  <c:v>0.651438857734793</c:v>
                </c:pt>
                <c:pt idx="868">
                  <c:v>0.630682096800999</c:v>
                </c:pt>
                <c:pt idx="869">
                  <c:v>0.625121312659246</c:v>
                </c:pt>
                <c:pt idx="870">
                  <c:v>0.618650250945079</c:v>
                </c:pt>
                <c:pt idx="871">
                  <c:v>0.664991430879657</c:v>
                </c:pt>
                <c:pt idx="872">
                  <c:v>0.664386747522811</c:v>
                </c:pt>
                <c:pt idx="873">
                  <c:v>0.659385876449447</c:v>
                </c:pt>
                <c:pt idx="874">
                  <c:v>0.622676460212309</c:v>
                </c:pt>
                <c:pt idx="875">
                  <c:v>0.652014769202338</c:v>
                </c:pt>
                <c:pt idx="876">
                  <c:v>0.637497704643827</c:v>
                </c:pt>
                <c:pt idx="877">
                  <c:v>0.638877216550395</c:v>
                </c:pt>
                <c:pt idx="878">
                  <c:v>0.625079802754942</c:v>
                </c:pt>
                <c:pt idx="879">
                  <c:v>0.670498091491113</c:v>
                </c:pt>
                <c:pt idx="880">
                  <c:v>0.676493461479652</c:v>
                </c:pt>
                <c:pt idx="881">
                  <c:v>0.671359960401441</c:v>
                </c:pt>
                <c:pt idx="882">
                  <c:v>0.606297187479511</c:v>
                </c:pt>
                <c:pt idx="883">
                  <c:v>0.696171939521281</c:v>
                </c:pt>
                <c:pt idx="884">
                  <c:v>0.675522541456369</c:v>
                </c:pt>
                <c:pt idx="885">
                  <c:v>0.645887233009898</c:v>
                </c:pt>
                <c:pt idx="886">
                  <c:v>0.631560690648245</c:v>
                </c:pt>
                <c:pt idx="887">
                  <c:v>0.68479102536214</c:v>
                </c:pt>
                <c:pt idx="888">
                  <c:v>0.647540406732631</c:v>
                </c:pt>
                <c:pt idx="889">
                  <c:v>0.650613823505131</c:v>
                </c:pt>
                <c:pt idx="890">
                  <c:v>0.60832334061837</c:v>
                </c:pt>
                <c:pt idx="891">
                  <c:v>0.675540659072801</c:v>
                </c:pt>
                <c:pt idx="892">
                  <c:v>0.633530965215734</c:v>
                </c:pt>
                <c:pt idx="893">
                  <c:v>0.678020706321014</c:v>
                </c:pt>
                <c:pt idx="894">
                  <c:v>0.643909491580799</c:v>
                </c:pt>
                <c:pt idx="895">
                  <c:v>0.661940070067011</c:v>
                </c:pt>
                <c:pt idx="896">
                  <c:v>0.654370286889111</c:v>
                </c:pt>
                <c:pt idx="897">
                  <c:v>0.64654793732188</c:v>
                </c:pt>
                <c:pt idx="898">
                  <c:v>0.641745189494758</c:v>
                </c:pt>
                <c:pt idx="899">
                  <c:v>0.649969421261105</c:v>
                </c:pt>
                <c:pt idx="900">
                  <c:v>0.631619682464186</c:v>
                </c:pt>
                <c:pt idx="901">
                  <c:v>0.635920809987638</c:v>
                </c:pt>
                <c:pt idx="902">
                  <c:v>0.601264912480516</c:v>
                </c:pt>
                <c:pt idx="903">
                  <c:v>0.644205165177802</c:v>
                </c:pt>
                <c:pt idx="904">
                  <c:v>0.635949558967115</c:v>
                </c:pt>
                <c:pt idx="905">
                  <c:v>0.657637601571351</c:v>
                </c:pt>
                <c:pt idx="906">
                  <c:v>0.634178149777754</c:v>
                </c:pt>
                <c:pt idx="907">
                  <c:v>0.649500899024353</c:v>
                </c:pt>
                <c:pt idx="908">
                  <c:v>0.662872664526973</c:v>
                </c:pt>
                <c:pt idx="909">
                  <c:v>0.631073326546496</c:v>
                </c:pt>
                <c:pt idx="910">
                  <c:v>0.635526825019604</c:v>
                </c:pt>
                <c:pt idx="911">
                  <c:v>0.656301265633111</c:v>
                </c:pt>
                <c:pt idx="912">
                  <c:v>0.67151354619254</c:v>
                </c:pt>
                <c:pt idx="913">
                  <c:v>0.661127797464794</c:v>
                </c:pt>
                <c:pt idx="914">
                  <c:v>0.619852292702972</c:v>
                </c:pt>
                <c:pt idx="915">
                  <c:v>0.629448297585173</c:v>
                </c:pt>
                <c:pt idx="916">
                  <c:v>0.644912871783552</c:v>
                </c:pt>
                <c:pt idx="917">
                  <c:v>0.604901800252655</c:v>
                </c:pt>
                <c:pt idx="918">
                  <c:v>0.678112800622745</c:v>
                </c:pt>
                <c:pt idx="919">
                  <c:v>0.683013683899939</c:v>
                </c:pt>
                <c:pt idx="920">
                  <c:v>0.633716461550907</c:v>
                </c:pt>
                <c:pt idx="921">
                  <c:v>0.640494231455751</c:v>
                </c:pt>
                <c:pt idx="922">
                  <c:v>0.656340371026412</c:v>
                </c:pt>
                <c:pt idx="923">
                  <c:v>0.629351213992161</c:v>
                </c:pt>
                <c:pt idx="924">
                  <c:v>0.623406301943636</c:v>
                </c:pt>
                <c:pt idx="925">
                  <c:v>0.666883808943404</c:v>
                </c:pt>
                <c:pt idx="926">
                  <c:v>0.617981160188219</c:v>
                </c:pt>
                <c:pt idx="927">
                  <c:v>0.650785893863883</c:v>
                </c:pt>
                <c:pt idx="928">
                  <c:v>0.61532742712363</c:v>
                </c:pt>
                <c:pt idx="929">
                  <c:v>0.661591915170342</c:v>
                </c:pt>
                <c:pt idx="930">
                  <c:v>0.651656439102755</c:v>
                </c:pt>
                <c:pt idx="931">
                  <c:v>0.640643728160107</c:v>
                </c:pt>
                <c:pt idx="932">
                  <c:v>0.603167873171841</c:v>
                </c:pt>
                <c:pt idx="933">
                  <c:v>0.602577950839648</c:v>
                </c:pt>
                <c:pt idx="934">
                  <c:v>0.638276828089152</c:v>
                </c:pt>
                <c:pt idx="935">
                  <c:v>0.59629589650361</c:v>
                </c:pt>
                <c:pt idx="936">
                  <c:v>0.623775225646095</c:v>
                </c:pt>
                <c:pt idx="937">
                  <c:v>0.597714371568509</c:v>
                </c:pt>
                <c:pt idx="938">
                  <c:v>0.612532481540927</c:v>
                </c:pt>
                <c:pt idx="939">
                  <c:v>0.618280378153922</c:v>
                </c:pt>
                <c:pt idx="940">
                  <c:v>0.628548028176781</c:v>
                </c:pt>
                <c:pt idx="941">
                  <c:v>0.61139174884239</c:v>
                </c:pt>
                <c:pt idx="942">
                  <c:v>0.614001727870403</c:v>
                </c:pt>
                <c:pt idx="943">
                  <c:v>0.622701011328731</c:v>
                </c:pt>
                <c:pt idx="944">
                  <c:v>0.661371660338578</c:v>
                </c:pt>
                <c:pt idx="945">
                  <c:v>0.65271896540634</c:v>
                </c:pt>
                <c:pt idx="946">
                  <c:v>0.683766384683933</c:v>
                </c:pt>
                <c:pt idx="947">
                  <c:v>0.616155817456816</c:v>
                </c:pt>
                <c:pt idx="948">
                  <c:v>0.644146016340168</c:v>
                </c:pt>
                <c:pt idx="949">
                  <c:v>0.599375111007917</c:v>
                </c:pt>
                <c:pt idx="950">
                  <c:v>0.639676392165475</c:v>
                </c:pt>
                <c:pt idx="951">
                  <c:v>0.625485029947757</c:v>
                </c:pt>
                <c:pt idx="952">
                  <c:v>0.663528388976923</c:v>
                </c:pt>
                <c:pt idx="953">
                  <c:v>0.61937031379587</c:v>
                </c:pt>
                <c:pt idx="954">
                  <c:v>0.701145265559282</c:v>
                </c:pt>
                <c:pt idx="955">
                  <c:v>0.58597972557983</c:v>
                </c:pt>
                <c:pt idx="956">
                  <c:v>0.68427775892155</c:v>
                </c:pt>
                <c:pt idx="957">
                  <c:v>0.641533827960341</c:v>
                </c:pt>
                <c:pt idx="958">
                  <c:v>0.745556485846522</c:v>
                </c:pt>
                <c:pt idx="959">
                  <c:v>0.630413757393738</c:v>
                </c:pt>
                <c:pt idx="960">
                  <c:v>0.639292107744298</c:v>
                </c:pt>
                <c:pt idx="961">
                  <c:v>0.647180704247098</c:v>
                </c:pt>
                <c:pt idx="962">
                  <c:v>0.653055491816047</c:v>
                </c:pt>
                <c:pt idx="963">
                  <c:v>0.628426517006238</c:v>
                </c:pt>
                <c:pt idx="964">
                  <c:v>0.6800405362649</c:v>
                </c:pt>
                <c:pt idx="965">
                  <c:v>0.662173006923423</c:v>
                </c:pt>
                <c:pt idx="966">
                  <c:v>0.607111622590989</c:v>
                </c:pt>
                <c:pt idx="967">
                  <c:v>0.63679306841985</c:v>
                </c:pt>
                <c:pt idx="968">
                  <c:v>0.639073202154935</c:v>
                </c:pt>
                <c:pt idx="969">
                  <c:v>0.604302373028677</c:v>
                </c:pt>
                <c:pt idx="970">
                  <c:v>0.661749129955401</c:v>
                </c:pt>
                <c:pt idx="971">
                  <c:v>0.678891241732527</c:v>
                </c:pt>
                <c:pt idx="972">
                  <c:v>0.635971825490759</c:v>
                </c:pt>
                <c:pt idx="973">
                  <c:v>0.645037497234952</c:v>
                </c:pt>
                <c:pt idx="974">
                  <c:v>0.714614494591457</c:v>
                </c:pt>
                <c:pt idx="975">
                  <c:v>0.650131775947601</c:v>
                </c:pt>
                <c:pt idx="976">
                  <c:v>0.676248715468453</c:v>
                </c:pt>
                <c:pt idx="977">
                  <c:v>0.709908108660656</c:v>
                </c:pt>
                <c:pt idx="978">
                  <c:v>0.661417563744517</c:v>
                </c:pt>
                <c:pt idx="979">
                  <c:v>0.633486518092969</c:v>
                </c:pt>
                <c:pt idx="980">
                  <c:v>0.742145040163661</c:v>
                </c:pt>
                <c:pt idx="981">
                  <c:v>0.614942282140555</c:v>
                </c:pt>
                <c:pt idx="982">
                  <c:v>0.843467737880314</c:v>
                </c:pt>
                <c:pt idx="983">
                  <c:v>0.64815005798416</c:v>
                </c:pt>
                <c:pt idx="984">
                  <c:v>0.723995905998352</c:v>
                </c:pt>
                <c:pt idx="985">
                  <c:v>0.770584809357704</c:v>
                </c:pt>
                <c:pt idx="986">
                  <c:v>0.638343263848395</c:v>
                </c:pt>
                <c:pt idx="987">
                  <c:v>0.721000212513973</c:v>
                </c:pt>
                <c:pt idx="988">
                  <c:v>0.668056187787077</c:v>
                </c:pt>
                <c:pt idx="989">
                  <c:v>0.68165847901121</c:v>
                </c:pt>
                <c:pt idx="990">
                  <c:v>0.748488440681013</c:v>
                </c:pt>
                <c:pt idx="991">
                  <c:v>0.664235051303601</c:v>
                </c:pt>
                <c:pt idx="992">
                  <c:v>0.822152637448317</c:v>
                </c:pt>
                <c:pt idx="993">
                  <c:v>0.713418887307739</c:v>
                </c:pt>
                <c:pt idx="994">
                  <c:v>0.784942516987028</c:v>
                </c:pt>
                <c:pt idx="995">
                  <c:v>0.696408910152183</c:v>
                </c:pt>
                <c:pt idx="996">
                  <c:v>0.773455591106089</c:v>
                </c:pt>
                <c:pt idx="997">
                  <c:v>0.71112041839686</c:v>
                </c:pt>
                <c:pt idx="998">
                  <c:v>0.74221985727677</c:v>
                </c:pt>
                <c:pt idx="999">
                  <c:v>0.700157011560077</c:v>
                </c:pt>
                <c:pt idx="1000">
                  <c:v>0.666395963587523</c:v>
                </c:pt>
                <c:pt idx="1001">
                  <c:v>0.62229410861918</c:v>
                </c:pt>
                <c:pt idx="1002">
                  <c:v>0.699328044605974</c:v>
                </c:pt>
                <c:pt idx="1003">
                  <c:v>0.64039201595136</c:v>
                </c:pt>
                <c:pt idx="1004">
                  <c:v>0.665861394428391</c:v>
                </c:pt>
                <c:pt idx="1005">
                  <c:v>0.662923519078401</c:v>
                </c:pt>
                <c:pt idx="1006">
                  <c:v>0.664594689331262</c:v>
                </c:pt>
                <c:pt idx="1007">
                  <c:v>0.675973943643421</c:v>
                </c:pt>
                <c:pt idx="1008">
                  <c:v>0.662466145861796</c:v>
                </c:pt>
                <c:pt idx="1009">
                  <c:v>0.657175915622953</c:v>
                </c:pt>
                <c:pt idx="1010">
                  <c:v>0.648672702562005</c:v>
                </c:pt>
                <c:pt idx="1011">
                  <c:v>0.66260903701521</c:v>
                </c:pt>
                <c:pt idx="1012">
                  <c:v>0.621424269935715</c:v>
                </c:pt>
                <c:pt idx="1013">
                  <c:v>0.660778196024334</c:v>
                </c:pt>
                <c:pt idx="1014">
                  <c:v>0.635359098576171</c:v>
                </c:pt>
                <c:pt idx="1015">
                  <c:v>0.639184914985433</c:v>
                </c:pt>
                <c:pt idx="1016">
                  <c:v>0.640207507377654</c:v>
                </c:pt>
                <c:pt idx="1017">
                  <c:v>0.661734221482144</c:v>
                </c:pt>
                <c:pt idx="1018">
                  <c:v>0.598089464831456</c:v>
                </c:pt>
                <c:pt idx="1019">
                  <c:v>0.639877520017014</c:v>
                </c:pt>
                <c:pt idx="1020">
                  <c:v>0.633322507032428</c:v>
                </c:pt>
                <c:pt idx="1021">
                  <c:v>0.628075172833459</c:v>
                </c:pt>
                <c:pt idx="1022">
                  <c:v>0.62030887116557</c:v>
                </c:pt>
                <c:pt idx="1023">
                  <c:v>0.60822717033408</c:v>
                </c:pt>
                <c:pt idx="1024">
                  <c:v>0.642188580486487</c:v>
                </c:pt>
                <c:pt idx="1025">
                  <c:v>0.668952587366584</c:v>
                </c:pt>
                <c:pt idx="1026">
                  <c:v>0.625816838196721</c:v>
                </c:pt>
                <c:pt idx="1027">
                  <c:v>0.607430878260287</c:v>
                </c:pt>
                <c:pt idx="1028">
                  <c:v>0.70339165453582</c:v>
                </c:pt>
                <c:pt idx="1029">
                  <c:v>0.598521459494617</c:v>
                </c:pt>
                <c:pt idx="1030">
                  <c:v>0.635340212850682</c:v>
                </c:pt>
                <c:pt idx="1031">
                  <c:v>0.712386556879137</c:v>
                </c:pt>
                <c:pt idx="1032">
                  <c:v>0.599362511691536</c:v>
                </c:pt>
                <c:pt idx="1033">
                  <c:v>0.694785502616581</c:v>
                </c:pt>
                <c:pt idx="1034">
                  <c:v>0.671915136391533</c:v>
                </c:pt>
                <c:pt idx="1035">
                  <c:v>0.611022257418042</c:v>
                </c:pt>
                <c:pt idx="1036">
                  <c:v>0.652825676436396</c:v>
                </c:pt>
                <c:pt idx="1037">
                  <c:v>0.626954705845886</c:v>
                </c:pt>
                <c:pt idx="1038">
                  <c:v>0.599729667818592</c:v>
                </c:pt>
                <c:pt idx="1039">
                  <c:v>0.60689362904271</c:v>
                </c:pt>
                <c:pt idx="1040">
                  <c:v>0.592981130999046</c:v>
                </c:pt>
                <c:pt idx="1041">
                  <c:v>0.630737886562067</c:v>
                </c:pt>
                <c:pt idx="1042">
                  <c:v>0.602153236226448</c:v>
                </c:pt>
                <c:pt idx="1043">
                  <c:v>0.633325447482273</c:v>
                </c:pt>
                <c:pt idx="1044">
                  <c:v>0.632868494872411</c:v>
                </c:pt>
                <c:pt idx="1045">
                  <c:v>0.602727851402201</c:v>
                </c:pt>
                <c:pt idx="1046">
                  <c:v>0.606851108473968</c:v>
                </c:pt>
                <c:pt idx="1047">
                  <c:v>0.648193562303359</c:v>
                </c:pt>
                <c:pt idx="1048">
                  <c:v>0.588118062660356</c:v>
                </c:pt>
                <c:pt idx="1049">
                  <c:v>0.603286273735431</c:v>
                </c:pt>
                <c:pt idx="1050">
                  <c:v>0.624191491373696</c:v>
                </c:pt>
                <c:pt idx="1051">
                  <c:v>0.589095869590742</c:v>
                </c:pt>
                <c:pt idx="1052">
                  <c:v>0.612368408283769</c:v>
                </c:pt>
                <c:pt idx="1053">
                  <c:v>0.598716470690262</c:v>
                </c:pt>
                <c:pt idx="1054">
                  <c:v>0.589341685998473</c:v>
                </c:pt>
                <c:pt idx="1055">
                  <c:v>0.626477052028831</c:v>
                </c:pt>
                <c:pt idx="1056">
                  <c:v>0.591040893027146</c:v>
                </c:pt>
                <c:pt idx="1057">
                  <c:v>0.629136127920439</c:v>
                </c:pt>
                <c:pt idx="1058">
                  <c:v>0.69728482671673</c:v>
                </c:pt>
                <c:pt idx="1059">
                  <c:v>0.641501532521645</c:v>
                </c:pt>
                <c:pt idx="1060">
                  <c:v>0.62579845159379</c:v>
                </c:pt>
                <c:pt idx="1061">
                  <c:v>0.648771402887132</c:v>
                </c:pt>
                <c:pt idx="1062">
                  <c:v>0.643303763757843</c:v>
                </c:pt>
                <c:pt idx="1063">
                  <c:v>0.629408839984974</c:v>
                </c:pt>
                <c:pt idx="1064">
                  <c:v>0.718321423801945</c:v>
                </c:pt>
                <c:pt idx="1065">
                  <c:v>0.661425930139597</c:v>
                </c:pt>
                <c:pt idx="1066">
                  <c:v>0.656644424912377</c:v>
                </c:pt>
                <c:pt idx="1067">
                  <c:v>0.692869130498005</c:v>
                </c:pt>
                <c:pt idx="1068">
                  <c:v>0.650173655435187</c:v>
                </c:pt>
                <c:pt idx="1069">
                  <c:v>0.733383653655331</c:v>
                </c:pt>
                <c:pt idx="1070">
                  <c:v>0.649913890657226</c:v>
                </c:pt>
                <c:pt idx="1071">
                  <c:v>0.756676429789065</c:v>
                </c:pt>
                <c:pt idx="1072">
                  <c:v>0.677154063397628</c:v>
                </c:pt>
                <c:pt idx="1073">
                  <c:v>0.693691162343668</c:v>
                </c:pt>
                <c:pt idx="1074">
                  <c:v>0.70899945900544</c:v>
                </c:pt>
                <c:pt idx="1075">
                  <c:v>0.658416485452109</c:v>
                </c:pt>
                <c:pt idx="1076">
                  <c:v>0.719043421524535</c:v>
                </c:pt>
                <c:pt idx="1077">
                  <c:v>0.675690634254663</c:v>
                </c:pt>
                <c:pt idx="1078">
                  <c:v>0.639425478959559</c:v>
                </c:pt>
                <c:pt idx="1079">
                  <c:v>0.696073489271327</c:v>
                </c:pt>
                <c:pt idx="1080">
                  <c:v>0.642751995334511</c:v>
                </c:pt>
                <c:pt idx="1081">
                  <c:v>0.647789210435182</c:v>
                </c:pt>
                <c:pt idx="1082">
                  <c:v>0.679742533292578</c:v>
                </c:pt>
                <c:pt idx="1083">
                  <c:v>0.651614518263143</c:v>
                </c:pt>
                <c:pt idx="1084">
                  <c:v>0.645443095810984</c:v>
                </c:pt>
                <c:pt idx="1085">
                  <c:v>0.640116766479101</c:v>
                </c:pt>
                <c:pt idx="1086">
                  <c:v>0.634724449754209</c:v>
                </c:pt>
                <c:pt idx="1087">
                  <c:v>0.623420986459074</c:v>
                </c:pt>
                <c:pt idx="1088">
                  <c:v>0.648702812141135</c:v>
                </c:pt>
                <c:pt idx="1089">
                  <c:v>0.600831848302455</c:v>
                </c:pt>
                <c:pt idx="1090">
                  <c:v>0.65230754576337</c:v>
                </c:pt>
                <c:pt idx="1091">
                  <c:v>0.625144832145741</c:v>
                </c:pt>
                <c:pt idx="1092">
                  <c:v>0.641890701052517</c:v>
                </c:pt>
                <c:pt idx="1093">
                  <c:v>0.639521854986329</c:v>
                </c:pt>
                <c:pt idx="1094">
                  <c:v>0.598232129669075</c:v>
                </c:pt>
                <c:pt idx="1095">
                  <c:v>0.641066288688338</c:v>
                </c:pt>
                <c:pt idx="1096">
                  <c:v>0.619548362181878</c:v>
                </c:pt>
                <c:pt idx="1097">
                  <c:v>0.628916254508354</c:v>
                </c:pt>
                <c:pt idx="1098">
                  <c:v>0.663236931695864</c:v>
                </c:pt>
                <c:pt idx="1099">
                  <c:v>0.600051120891824</c:v>
                </c:pt>
                <c:pt idx="1100">
                  <c:v>0.636892298016199</c:v>
                </c:pt>
                <c:pt idx="1101">
                  <c:v>0.645686555034522</c:v>
                </c:pt>
                <c:pt idx="1102">
                  <c:v>0.603894721883123</c:v>
                </c:pt>
                <c:pt idx="1103">
                  <c:v>0.623910978506784</c:v>
                </c:pt>
                <c:pt idx="1104">
                  <c:v>0.593430841105104</c:v>
                </c:pt>
                <c:pt idx="1105">
                  <c:v>0.613598722118109</c:v>
                </c:pt>
                <c:pt idx="1106">
                  <c:v>0.615319407848004</c:v>
                </c:pt>
                <c:pt idx="1107">
                  <c:v>0.626480102767247</c:v>
                </c:pt>
                <c:pt idx="1108">
                  <c:v>0.584837502620629</c:v>
                </c:pt>
                <c:pt idx="1109">
                  <c:v>0.605246943048272</c:v>
                </c:pt>
                <c:pt idx="1110">
                  <c:v>0.607658837868749</c:v>
                </c:pt>
                <c:pt idx="1111">
                  <c:v>0.60075861364359</c:v>
                </c:pt>
                <c:pt idx="1112">
                  <c:v>0.567939471505109</c:v>
                </c:pt>
                <c:pt idx="1113">
                  <c:v>0.604987922205495</c:v>
                </c:pt>
                <c:pt idx="1114">
                  <c:v>0.603296993123712</c:v>
                </c:pt>
                <c:pt idx="1115">
                  <c:v>0.60744804137693</c:v>
                </c:pt>
                <c:pt idx="1116">
                  <c:v>0.617238078294293</c:v>
                </c:pt>
                <c:pt idx="1117">
                  <c:v>0.583754603190215</c:v>
                </c:pt>
                <c:pt idx="1118">
                  <c:v>0.638244790503336</c:v>
                </c:pt>
                <c:pt idx="1119">
                  <c:v>0.620181405099809</c:v>
                </c:pt>
                <c:pt idx="1120">
                  <c:v>0.611277263347333</c:v>
                </c:pt>
                <c:pt idx="1121">
                  <c:v>0.637306899461634</c:v>
                </c:pt>
                <c:pt idx="1122">
                  <c:v>0.613921628367951</c:v>
                </c:pt>
                <c:pt idx="1123">
                  <c:v>0.610502786699334</c:v>
                </c:pt>
                <c:pt idx="1124">
                  <c:v>0.627583801593798</c:v>
                </c:pt>
                <c:pt idx="1125">
                  <c:v>0.618096989394212</c:v>
                </c:pt>
                <c:pt idx="1126">
                  <c:v>0.616566351174615</c:v>
                </c:pt>
                <c:pt idx="1127">
                  <c:v>0.636879156184517</c:v>
                </c:pt>
                <c:pt idx="1128">
                  <c:v>0.602133677775725</c:v>
                </c:pt>
                <c:pt idx="1129">
                  <c:v>0.602667742036206</c:v>
                </c:pt>
                <c:pt idx="1130">
                  <c:v>0.668241408060333</c:v>
                </c:pt>
                <c:pt idx="1131">
                  <c:v>0.600707104635789</c:v>
                </c:pt>
                <c:pt idx="1132">
                  <c:v>0.575460449816974</c:v>
                </c:pt>
                <c:pt idx="1133">
                  <c:v>0.648962853098231</c:v>
                </c:pt>
                <c:pt idx="1134">
                  <c:v>0.629138150691103</c:v>
                </c:pt>
                <c:pt idx="1135">
                  <c:v>0.586166013271672</c:v>
                </c:pt>
                <c:pt idx="1136">
                  <c:v>0.63236718660287</c:v>
                </c:pt>
                <c:pt idx="1137">
                  <c:v>0.627469636205905</c:v>
                </c:pt>
                <c:pt idx="1138">
                  <c:v>0.58340266294948</c:v>
                </c:pt>
                <c:pt idx="1139">
                  <c:v>0.630294090897189</c:v>
                </c:pt>
                <c:pt idx="1140">
                  <c:v>0.649017431295998</c:v>
                </c:pt>
                <c:pt idx="1141">
                  <c:v>0.597528746686136</c:v>
                </c:pt>
                <c:pt idx="1142">
                  <c:v>0.631827584761805</c:v>
                </c:pt>
                <c:pt idx="1143">
                  <c:v>0.602222525479616</c:v>
                </c:pt>
                <c:pt idx="1144">
                  <c:v>0.620022747790577</c:v>
                </c:pt>
                <c:pt idx="1145">
                  <c:v>0.634075201825006</c:v>
                </c:pt>
                <c:pt idx="1146">
                  <c:v>0.616605591467807</c:v>
                </c:pt>
                <c:pt idx="1147">
                  <c:v>0.601921787896747</c:v>
                </c:pt>
                <c:pt idx="1148">
                  <c:v>0.651192125538558</c:v>
                </c:pt>
                <c:pt idx="1149">
                  <c:v>0.603979319859568</c:v>
                </c:pt>
                <c:pt idx="1150">
                  <c:v>0.604842193840245</c:v>
                </c:pt>
                <c:pt idx="1151">
                  <c:v>0.634810801719051</c:v>
                </c:pt>
                <c:pt idx="1152">
                  <c:v>0.631268912260051</c:v>
                </c:pt>
                <c:pt idx="1153">
                  <c:v>0.607107425783504</c:v>
                </c:pt>
                <c:pt idx="1154">
                  <c:v>0.624369353927807</c:v>
                </c:pt>
                <c:pt idx="1155">
                  <c:v>0.574589492941612</c:v>
                </c:pt>
                <c:pt idx="1156">
                  <c:v>0.603199553016126</c:v>
                </c:pt>
                <c:pt idx="1157">
                  <c:v>0.602807337503851</c:v>
                </c:pt>
                <c:pt idx="1158">
                  <c:v>0.59899614816706</c:v>
                </c:pt>
                <c:pt idx="1159">
                  <c:v>0.572391922933197</c:v>
                </c:pt>
                <c:pt idx="1160">
                  <c:v>0.640954427548639</c:v>
                </c:pt>
                <c:pt idx="1161">
                  <c:v>0.633560990165459</c:v>
                </c:pt>
                <c:pt idx="1162">
                  <c:v>0.589245235072612</c:v>
                </c:pt>
                <c:pt idx="1163">
                  <c:v>0.596747851749283</c:v>
                </c:pt>
                <c:pt idx="1164">
                  <c:v>0.622234949404609</c:v>
                </c:pt>
                <c:pt idx="1165">
                  <c:v>0.604525969914165</c:v>
                </c:pt>
                <c:pt idx="1166">
                  <c:v>0.585920623859936</c:v>
                </c:pt>
                <c:pt idx="1167">
                  <c:v>0.624263356537496</c:v>
                </c:pt>
                <c:pt idx="1168">
                  <c:v>0.611153492556522</c:v>
                </c:pt>
                <c:pt idx="1169">
                  <c:v>0.594721122918789</c:v>
                </c:pt>
                <c:pt idx="1170">
                  <c:v>0.599472101390349</c:v>
                </c:pt>
                <c:pt idx="1171">
                  <c:v>0.596290017161064</c:v>
                </c:pt>
                <c:pt idx="1172">
                  <c:v>0.598739360349305</c:v>
                </c:pt>
                <c:pt idx="1173">
                  <c:v>0.635428601700023</c:v>
                </c:pt>
                <c:pt idx="1174">
                  <c:v>0.578585089468319</c:v>
                </c:pt>
                <c:pt idx="1175">
                  <c:v>0.614331617224681</c:v>
                </c:pt>
                <c:pt idx="1176">
                  <c:v>0.596128421844247</c:v>
                </c:pt>
                <c:pt idx="1177">
                  <c:v>0.574166358146325</c:v>
                </c:pt>
                <c:pt idx="1178">
                  <c:v>0.612200426320554</c:v>
                </c:pt>
                <c:pt idx="1179">
                  <c:v>0.589360565455623</c:v>
                </c:pt>
                <c:pt idx="1180">
                  <c:v>0.593094025731966</c:v>
                </c:pt>
                <c:pt idx="1181">
                  <c:v>0.608091427191698</c:v>
                </c:pt>
                <c:pt idx="1182">
                  <c:v>0.56887487742082</c:v>
                </c:pt>
                <c:pt idx="1183">
                  <c:v>0.606856703649402</c:v>
                </c:pt>
                <c:pt idx="1184">
                  <c:v>0.606080571256261</c:v>
                </c:pt>
                <c:pt idx="1185">
                  <c:v>0.576033790991374</c:v>
                </c:pt>
                <c:pt idx="1186">
                  <c:v>0.593903680806064</c:v>
                </c:pt>
                <c:pt idx="1187">
                  <c:v>0.584792499365479</c:v>
                </c:pt>
                <c:pt idx="1188">
                  <c:v>0.595115743501298</c:v>
                </c:pt>
                <c:pt idx="1189">
                  <c:v>0.612736167672086</c:v>
                </c:pt>
                <c:pt idx="1190">
                  <c:v>0.582290171990331</c:v>
                </c:pt>
                <c:pt idx="1191">
                  <c:v>0.593402576513168</c:v>
                </c:pt>
                <c:pt idx="1192">
                  <c:v>0.579012831454186</c:v>
                </c:pt>
                <c:pt idx="1193">
                  <c:v>0.632211511319095</c:v>
                </c:pt>
                <c:pt idx="1194">
                  <c:v>0.567814973626444</c:v>
                </c:pt>
                <c:pt idx="1195">
                  <c:v>0.568779404597929</c:v>
                </c:pt>
                <c:pt idx="1196">
                  <c:v>0.597742894937483</c:v>
                </c:pt>
                <c:pt idx="1197">
                  <c:v>0.628392027543695</c:v>
                </c:pt>
                <c:pt idx="1198">
                  <c:v>0.59223237764897</c:v>
                </c:pt>
                <c:pt idx="1199">
                  <c:v>0.633514806615205</c:v>
                </c:pt>
                <c:pt idx="1200">
                  <c:v>0.595204245181137</c:v>
                </c:pt>
                <c:pt idx="1201">
                  <c:v>0.575650120938204</c:v>
                </c:pt>
                <c:pt idx="1202">
                  <c:v>0.645014079889991</c:v>
                </c:pt>
                <c:pt idx="1203">
                  <c:v>0.633979070367092</c:v>
                </c:pt>
                <c:pt idx="1204">
                  <c:v>0.590838146565224</c:v>
                </c:pt>
                <c:pt idx="1205">
                  <c:v>0.698264083018892</c:v>
                </c:pt>
                <c:pt idx="1206">
                  <c:v>0.60458542213774</c:v>
                </c:pt>
                <c:pt idx="1207">
                  <c:v>0.636663249787257</c:v>
                </c:pt>
                <c:pt idx="1208">
                  <c:v>0.604366794500675</c:v>
                </c:pt>
                <c:pt idx="1209">
                  <c:v>0.58371920712833</c:v>
                </c:pt>
                <c:pt idx="1210">
                  <c:v>0.633711353657126</c:v>
                </c:pt>
                <c:pt idx="1211">
                  <c:v>0.587691586388388</c:v>
                </c:pt>
                <c:pt idx="1212">
                  <c:v>0.607765136106783</c:v>
                </c:pt>
                <c:pt idx="1213">
                  <c:v>0.600532253928755</c:v>
                </c:pt>
                <c:pt idx="1214">
                  <c:v>0.595663046479875</c:v>
                </c:pt>
                <c:pt idx="1215">
                  <c:v>0.579485283723654</c:v>
                </c:pt>
                <c:pt idx="1216">
                  <c:v>0.606720981233236</c:v>
                </c:pt>
                <c:pt idx="1217">
                  <c:v>0.606216925474551</c:v>
                </c:pt>
                <c:pt idx="1218">
                  <c:v>0.592448150804526</c:v>
                </c:pt>
                <c:pt idx="1219">
                  <c:v>0.633304465397696</c:v>
                </c:pt>
                <c:pt idx="1220">
                  <c:v>0.580030011344397</c:v>
                </c:pt>
                <c:pt idx="1221">
                  <c:v>0.58000851440642</c:v>
                </c:pt>
                <c:pt idx="1222">
                  <c:v>0.605706273041579</c:v>
                </c:pt>
                <c:pt idx="1223">
                  <c:v>0.603248744410988</c:v>
                </c:pt>
                <c:pt idx="1224">
                  <c:v>0.62114001370081</c:v>
                </c:pt>
                <c:pt idx="1225">
                  <c:v>0.587181685200768</c:v>
                </c:pt>
                <c:pt idx="1226">
                  <c:v>0.571187362898927</c:v>
                </c:pt>
                <c:pt idx="1227">
                  <c:v>0.600940756604257</c:v>
                </c:pt>
                <c:pt idx="1228">
                  <c:v>0.575946545432011</c:v>
                </c:pt>
                <c:pt idx="1229">
                  <c:v>0.590691357425595</c:v>
                </c:pt>
                <c:pt idx="1230">
                  <c:v>0.56459674066259</c:v>
                </c:pt>
                <c:pt idx="1231">
                  <c:v>0.618715556929877</c:v>
                </c:pt>
                <c:pt idx="1232">
                  <c:v>0.575474645960166</c:v>
                </c:pt>
                <c:pt idx="1233">
                  <c:v>0.564693040595611</c:v>
                </c:pt>
                <c:pt idx="1234">
                  <c:v>0.584370151379315</c:v>
                </c:pt>
                <c:pt idx="1235">
                  <c:v>0.574230048693466</c:v>
                </c:pt>
                <c:pt idx="1236">
                  <c:v>0.579058116420707</c:v>
                </c:pt>
                <c:pt idx="1237">
                  <c:v>0.589379900814953</c:v>
                </c:pt>
                <c:pt idx="1238">
                  <c:v>0.621164022103384</c:v>
                </c:pt>
                <c:pt idx="1239">
                  <c:v>0.662744893589147</c:v>
                </c:pt>
                <c:pt idx="1240">
                  <c:v>0.595089526030273</c:v>
                </c:pt>
                <c:pt idx="1241">
                  <c:v>0.631450893168756</c:v>
                </c:pt>
                <c:pt idx="1242">
                  <c:v>0.578386455494903</c:v>
                </c:pt>
                <c:pt idx="1243">
                  <c:v>0.585623968704732</c:v>
                </c:pt>
                <c:pt idx="1244">
                  <c:v>0.564893488123687</c:v>
                </c:pt>
                <c:pt idx="1245">
                  <c:v>0.575529683689649</c:v>
                </c:pt>
                <c:pt idx="1246">
                  <c:v>0.586605584423589</c:v>
                </c:pt>
                <c:pt idx="1247">
                  <c:v>0.583028823209953</c:v>
                </c:pt>
                <c:pt idx="1248">
                  <c:v>0.590694000543872</c:v>
                </c:pt>
                <c:pt idx="1249">
                  <c:v>0.615879137614289</c:v>
                </c:pt>
                <c:pt idx="1250">
                  <c:v>0.577907699130462</c:v>
                </c:pt>
                <c:pt idx="1251">
                  <c:v>0.59308295146214</c:v>
                </c:pt>
                <c:pt idx="1252">
                  <c:v>0.578881410961194</c:v>
                </c:pt>
                <c:pt idx="1253">
                  <c:v>0.565540451075579</c:v>
                </c:pt>
                <c:pt idx="1254">
                  <c:v>0.570894768131976</c:v>
                </c:pt>
                <c:pt idx="1255">
                  <c:v>0.587361935985347</c:v>
                </c:pt>
                <c:pt idx="1256">
                  <c:v>0.564652044727062</c:v>
                </c:pt>
                <c:pt idx="1257">
                  <c:v>0.571585311070308</c:v>
                </c:pt>
                <c:pt idx="1258">
                  <c:v>0.577916187894452</c:v>
                </c:pt>
                <c:pt idx="1259">
                  <c:v>0.557054003942746</c:v>
                </c:pt>
                <c:pt idx="1260">
                  <c:v>0.598806512986719</c:v>
                </c:pt>
                <c:pt idx="1261">
                  <c:v>0.597181310562746</c:v>
                </c:pt>
                <c:pt idx="1262">
                  <c:v>0.579098857527652</c:v>
                </c:pt>
                <c:pt idx="1263">
                  <c:v>0.560001153920318</c:v>
                </c:pt>
                <c:pt idx="1264">
                  <c:v>0.584217862648761</c:v>
                </c:pt>
                <c:pt idx="1265">
                  <c:v>0.56036681692117</c:v>
                </c:pt>
                <c:pt idx="1266">
                  <c:v>0.592048136840729</c:v>
                </c:pt>
                <c:pt idx="1267">
                  <c:v>0.559186128824257</c:v>
                </c:pt>
                <c:pt idx="1268">
                  <c:v>0.541865209388613</c:v>
                </c:pt>
                <c:pt idx="1269">
                  <c:v>0.573758009747275</c:v>
                </c:pt>
                <c:pt idx="1270">
                  <c:v>0.558281040678177</c:v>
                </c:pt>
                <c:pt idx="1271">
                  <c:v>0.578109487796629</c:v>
                </c:pt>
                <c:pt idx="1272">
                  <c:v>0.557605067595559</c:v>
                </c:pt>
                <c:pt idx="1273">
                  <c:v>0.588060765863376</c:v>
                </c:pt>
                <c:pt idx="1274">
                  <c:v>0.58612648419206</c:v>
                </c:pt>
                <c:pt idx="1275">
                  <c:v>0.583713228014803</c:v>
                </c:pt>
                <c:pt idx="1276">
                  <c:v>0.594267200026932</c:v>
                </c:pt>
                <c:pt idx="1277">
                  <c:v>0.578923496396194</c:v>
                </c:pt>
                <c:pt idx="1278">
                  <c:v>0.575170714014713</c:v>
                </c:pt>
                <c:pt idx="1279">
                  <c:v>0.566899625666759</c:v>
                </c:pt>
                <c:pt idx="1280">
                  <c:v>0.561369948340477</c:v>
                </c:pt>
                <c:pt idx="1281">
                  <c:v>0.595694813952852</c:v>
                </c:pt>
                <c:pt idx="1282">
                  <c:v>0.569518557568595</c:v>
                </c:pt>
                <c:pt idx="1283">
                  <c:v>0.585768958385178</c:v>
                </c:pt>
                <c:pt idx="1284">
                  <c:v>0.60102780841023</c:v>
                </c:pt>
                <c:pt idx="1285">
                  <c:v>0.572807517612504</c:v>
                </c:pt>
                <c:pt idx="1286">
                  <c:v>0.590448443134672</c:v>
                </c:pt>
                <c:pt idx="1287">
                  <c:v>0.598430329280156</c:v>
                </c:pt>
                <c:pt idx="1288">
                  <c:v>0.582340076387894</c:v>
                </c:pt>
                <c:pt idx="1289">
                  <c:v>0.567851219466938</c:v>
                </c:pt>
                <c:pt idx="1290">
                  <c:v>0.618246235543348</c:v>
                </c:pt>
                <c:pt idx="1291">
                  <c:v>0.576021622022574</c:v>
                </c:pt>
                <c:pt idx="1292">
                  <c:v>0.591841234941542</c:v>
                </c:pt>
                <c:pt idx="1293">
                  <c:v>0.594094296996641</c:v>
                </c:pt>
                <c:pt idx="1294">
                  <c:v>0.586678656022255</c:v>
                </c:pt>
                <c:pt idx="1295">
                  <c:v>0.595029799515819</c:v>
                </c:pt>
                <c:pt idx="1296">
                  <c:v>0.600609339938366</c:v>
                </c:pt>
                <c:pt idx="1297">
                  <c:v>0.566391830790869</c:v>
                </c:pt>
                <c:pt idx="1298">
                  <c:v>0.648488652003635</c:v>
                </c:pt>
                <c:pt idx="1299">
                  <c:v>0.6149938158014</c:v>
                </c:pt>
                <c:pt idx="1300">
                  <c:v>0.607762295471199</c:v>
                </c:pt>
                <c:pt idx="1301">
                  <c:v>0.622338226100524</c:v>
                </c:pt>
                <c:pt idx="1302">
                  <c:v>0.547576691063511</c:v>
                </c:pt>
                <c:pt idx="1303">
                  <c:v>0.566651567802592</c:v>
                </c:pt>
                <c:pt idx="1304">
                  <c:v>0.614248623571494</c:v>
                </c:pt>
                <c:pt idx="1305">
                  <c:v>0.590759332012253</c:v>
                </c:pt>
                <c:pt idx="1306">
                  <c:v>0.591976508982033</c:v>
                </c:pt>
                <c:pt idx="1307">
                  <c:v>0.571623855124927</c:v>
                </c:pt>
                <c:pt idx="1308">
                  <c:v>0.598126393668105</c:v>
                </c:pt>
                <c:pt idx="1309">
                  <c:v>0.563944864074332</c:v>
                </c:pt>
                <c:pt idx="1310">
                  <c:v>0.621110433619501</c:v>
                </c:pt>
                <c:pt idx="1311">
                  <c:v>0.60837015445376</c:v>
                </c:pt>
                <c:pt idx="1312">
                  <c:v>0.579552951501055</c:v>
                </c:pt>
                <c:pt idx="1313">
                  <c:v>0.597970109886613</c:v>
                </c:pt>
                <c:pt idx="1314">
                  <c:v>0.593638239183406</c:v>
                </c:pt>
                <c:pt idx="1315">
                  <c:v>0.573301759793835</c:v>
                </c:pt>
                <c:pt idx="1316">
                  <c:v>0.61100001797165</c:v>
                </c:pt>
                <c:pt idx="1317">
                  <c:v>0.635094179554343</c:v>
                </c:pt>
                <c:pt idx="1318">
                  <c:v>0.540157434674497</c:v>
                </c:pt>
                <c:pt idx="1319">
                  <c:v>0.644746916357802</c:v>
                </c:pt>
                <c:pt idx="1320">
                  <c:v>0.654366861444165</c:v>
                </c:pt>
                <c:pt idx="1321">
                  <c:v>0.58217606511469</c:v>
                </c:pt>
                <c:pt idx="1322">
                  <c:v>0.648815356230266</c:v>
                </c:pt>
                <c:pt idx="1323">
                  <c:v>0.637550075511359</c:v>
                </c:pt>
                <c:pt idx="1324">
                  <c:v>0.588509611312504</c:v>
                </c:pt>
                <c:pt idx="1325">
                  <c:v>0.69023349629065</c:v>
                </c:pt>
                <c:pt idx="1326">
                  <c:v>0.618373928492934</c:v>
                </c:pt>
                <c:pt idx="1327">
                  <c:v>0.590084760257849</c:v>
                </c:pt>
                <c:pt idx="1328">
                  <c:v>0.609071291649576</c:v>
                </c:pt>
                <c:pt idx="1329">
                  <c:v>0.574799100220546</c:v>
                </c:pt>
                <c:pt idx="1330">
                  <c:v>0.612486968697855</c:v>
                </c:pt>
                <c:pt idx="1331">
                  <c:v>0.679829457075035</c:v>
                </c:pt>
                <c:pt idx="1332">
                  <c:v>0.597078141246393</c:v>
                </c:pt>
                <c:pt idx="1333">
                  <c:v>0.600142349741333</c:v>
                </c:pt>
                <c:pt idx="1334">
                  <c:v>0.603062696052315</c:v>
                </c:pt>
                <c:pt idx="1335">
                  <c:v>0.580812618524596</c:v>
                </c:pt>
                <c:pt idx="1336">
                  <c:v>0.592699931865471</c:v>
                </c:pt>
                <c:pt idx="1337">
                  <c:v>0.592204401752199</c:v>
                </c:pt>
                <c:pt idx="1338">
                  <c:v>0.611209284643112</c:v>
                </c:pt>
                <c:pt idx="1339">
                  <c:v>0.605760929892355</c:v>
                </c:pt>
                <c:pt idx="1340">
                  <c:v>0.591735384819041</c:v>
                </c:pt>
                <c:pt idx="1341">
                  <c:v>0.575819092392575</c:v>
                </c:pt>
                <c:pt idx="1342">
                  <c:v>0.59712001118936</c:v>
                </c:pt>
                <c:pt idx="1343">
                  <c:v>0.566778418535412</c:v>
                </c:pt>
                <c:pt idx="1344">
                  <c:v>0.632944049628164</c:v>
                </c:pt>
                <c:pt idx="1345">
                  <c:v>0.632981520103769</c:v>
                </c:pt>
                <c:pt idx="1346">
                  <c:v>0.602718508518767</c:v>
                </c:pt>
                <c:pt idx="1347">
                  <c:v>0.660971012205245</c:v>
                </c:pt>
                <c:pt idx="1348">
                  <c:v>0.58710921385781</c:v>
                </c:pt>
                <c:pt idx="1349">
                  <c:v>0.622013908053869</c:v>
                </c:pt>
                <c:pt idx="1350">
                  <c:v>0.678224231228409</c:v>
                </c:pt>
                <c:pt idx="1351">
                  <c:v>0.576478389460345</c:v>
                </c:pt>
                <c:pt idx="1352">
                  <c:v>0.638784196567006</c:v>
                </c:pt>
                <c:pt idx="1353">
                  <c:v>0.594057820366853</c:v>
                </c:pt>
                <c:pt idx="1354">
                  <c:v>0.589155068727402</c:v>
                </c:pt>
                <c:pt idx="1355">
                  <c:v>0.634972616659921</c:v>
                </c:pt>
                <c:pt idx="1356">
                  <c:v>0.574143479230222</c:v>
                </c:pt>
                <c:pt idx="1357">
                  <c:v>0.638386294113891</c:v>
                </c:pt>
                <c:pt idx="1358">
                  <c:v>0.591235050062987</c:v>
                </c:pt>
                <c:pt idx="1359">
                  <c:v>0.592353421725968</c:v>
                </c:pt>
                <c:pt idx="1360">
                  <c:v>0.66117036560833</c:v>
                </c:pt>
                <c:pt idx="1361">
                  <c:v>0.578664082476301</c:v>
                </c:pt>
                <c:pt idx="1362">
                  <c:v>0.658250495058807</c:v>
                </c:pt>
                <c:pt idx="1363">
                  <c:v>0.628246509641903</c:v>
                </c:pt>
                <c:pt idx="1364">
                  <c:v>0.586212636035499</c:v>
                </c:pt>
                <c:pt idx="1365">
                  <c:v>0.628652109545495</c:v>
                </c:pt>
                <c:pt idx="1366">
                  <c:v>0.556084790810615</c:v>
                </c:pt>
                <c:pt idx="1367">
                  <c:v>0.601389659261858</c:v>
                </c:pt>
                <c:pt idx="1368">
                  <c:v>0.59965324563071</c:v>
                </c:pt>
                <c:pt idx="1369">
                  <c:v>0.565440330355955</c:v>
                </c:pt>
                <c:pt idx="1370">
                  <c:v>0.6869550621012</c:v>
                </c:pt>
                <c:pt idx="1371">
                  <c:v>0.57687594178787</c:v>
                </c:pt>
                <c:pt idx="1372">
                  <c:v>0.603267807438249</c:v>
                </c:pt>
                <c:pt idx="1373">
                  <c:v>0.633288242241095</c:v>
                </c:pt>
                <c:pt idx="1374">
                  <c:v>0.613405856385407</c:v>
                </c:pt>
                <c:pt idx="1375">
                  <c:v>0.576434330883499</c:v>
                </c:pt>
                <c:pt idx="1376">
                  <c:v>0.579402165447883</c:v>
                </c:pt>
                <c:pt idx="1377">
                  <c:v>0.570257269014858</c:v>
                </c:pt>
                <c:pt idx="1378">
                  <c:v>0.594942435734219</c:v>
                </c:pt>
                <c:pt idx="1379">
                  <c:v>0.573660485751259</c:v>
                </c:pt>
                <c:pt idx="1380">
                  <c:v>0.551642965311858</c:v>
                </c:pt>
                <c:pt idx="1381">
                  <c:v>0.597498546016475</c:v>
                </c:pt>
                <c:pt idx="1382">
                  <c:v>0.570132809498649</c:v>
                </c:pt>
                <c:pt idx="1383">
                  <c:v>0.642322394041227</c:v>
                </c:pt>
                <c:pt idx="1384">
                  <c:v>0.610113356213673</c:v>
                </c:pt>
                <c:pt idx="1385">
                  <c:v>0.623784675326433</c:v>
                </c:pt>
                <c:pt idx="1386">
                  <c:v>0.715683142210018</c:v>
                </c:pt>
                <c:pt idx="1387">
                  <c:v>0.598581729387578</c:v>
                </c:pt>
                <c:pt idx="1388">
                  <c:v>0.649728677426112</c:v>
                </c:pt>
                <c:pt idx="1389">
                  <c:v>0.580248542824544</c:v>
                </c:pt>
                <c:pt idx="1390">
                  <c:v>0.589502472185981</c:v>
                </c:pt>
                <c:pt idx="1391">
                  <c:v>0.603710333510058</c:v>
                </c:pt>
                <c:pt idx="1392">
                  <c:v>0.572698674914557</c:v>
                </c:pt>
                <c:pt idx="1393">
                  <c:v>0.627700497759402</c:v>
                </c:pt>
                <c:pt idx="1394">
                  <c:v>0.608148038837174</c:v>
                </c:pt>
                <c:pt idx="1395">
                  <c:v>0.574179406639708</c:v>
                </c:pt>
                <c:pt idx="1396">
                  <c:v>0.616218945320837</c:v>
                </c:pt>
                <c:pt idx="1397">
                  <c:v>0.569048763653645</c:v>
                </c:pt>
                <c:pt idx="1398">
                  <c:v>0.563462524241751</c:v>
                </c:pt>
                <c:pt idx="1399">
                  <c:v>0.568489423625211</c:v>
                </c:pt>
                <c:pt idx="1400">
                  <c:v>0.552653610876775</c:v>
                </c:pt>
                <c:pt idx="1401">
                  <c:v>0.606385315523032</c:v>
                </c:pt>
                <c:pt idx="1402">
                  <c:v>0.632872223539437</c:v>
                </c:pt>
                <c:pt idx="1403">
                  <c:v>0.556840488587096</c:v>
                </c:pt>
                <c:pt idx="1404">
                  <c:v>0.644509182751552</c:v>
                </c:pt>
                <c:pt idx="1405">
                  <c:v>0.58442114218982</c:v>
                </c:pt>
                <c:pt idx="1406">
                  <c:v>0.554314533454438</c:v>
                </c:pt>
                <c:pt idx="1407">
                  <c:v>0.650524715568112</c:v>
                </c:pt>
                <c:pt idx="1408">
                  <c:v>0.558490043926505</c:v>
                </c:pt>
                <c:pt idx="1409">
                  <c:v>0.63234531100164</c:v>
                </c:pt>
                <c:pt idx="1410">
                  <c:v>0.578754811782285</c:v>
                </c:pt>
                <c:pt idx="1411">
                  <c:v>0.601556302221667</c:v>
                </c:pt>
                <c:pt idx="1412">
                  <c:v>0.628125414323454</c:v>
                </c:pt>
                <c:pt idx="1413">
                  <c:v>0.571470654942864</c:v>
                </c:pt>
                <c:pt idx="1414">
                  <c:v>0.596289710394651</c:v>
                </c:pt>
                <c:pt idx="1415">
                  <c:v>0.568951073820786</c:v>
                </c:pt>
                <c:pt idx="1416">
                  <c:v>0.57584830916719</c:v>
                </c:pt>
                <c:pt idx="1417">
                  <c:v>0.598254883313127</c:v>
                </c:pt>
                <c:pt idx="1418">
                  <c:v>0.560847800812501</c:v>
                </c:pt>
                <c:pt idx="1419">
                  <c:v>0.55911212968479</c:v>
                </c:pt>
                <c:pt idx="1420">
                  <c:v>0.578463809496926</c:v>
                </c:pt>
                <c:pt idx="1421">
                  <c:v>0.549066213115777</c:v>
                </c:pt>
                <c:pt idx="1422">
                  <c:v>0.644021041516118</c:v>
                </c:pt>
                <c:pt idx="1423">
                  <c:v>0.620624866141895</c:v>
                </c:pt>
                <c:pt idx="1424">
                  <c:v>0.553290227008545</c:v>
                </c:pt>
                <c:pt idx="1425">
                  <c:v>0.576102951741602</c:v>
                </c:pt>
                <c:pt idx="1426">
                  <c:v>0.570106280307959</c:v>
                </c:pt>
                <c:pt idx="1427">
                  <c:v>0.581453443807973</c:v>
                </c:pt>
                <c:pt idx="1428">
                  <c:v>0.579097715466719</c:v>
                </c:pt>
                <c:pt idx="1429">
                  <c:v>0.524532140999938</c:v>
                </c:pt>
                <c:pt idx="1430">
                  <c:v>0.556439758824917</c:v>
                </c:pt>
                <c:pt idx="1431">
                  <c:v>0.552858713630889</c:v>
                </c:pt>
                <c:pt idx="1432">
                  <c:v>0.545709007493819</c:v>
                </c:pt>
                <c:pt idx="1433">
                  <c:v>0.563078680873597</c:v>
                </c:pt>
                <c:pt idx="1434">
                  <c:v>0.556704542521838</c:v>
                </c:pt>
                <c:pt idx="1435">
                  <c:v>0.543000609736569</c:v>
                </c:pt>
                <c:pt idx="1436">
                  <c:v>0.535775521912639</c:v>
                </c:pt>
                <c:pt idx="1437">
                  <c:v>0.552502632121814</c:v>
                </c:pt>
                <c:pt idx="1438">
                  <c:v>0.541155601699478</c:v>
                </c:pt>
                <c:pt idx="1439">
                  <c:v>0.576431306703932</c:v>
                </c:pt>
                <c:pt idx="1440">
                  <c:v>0.566887908808988</c:v>
                </c:pt>
                <c:pt idx="1441">
                  <c:v>0.545490581004355</c:v>
                </c:pt>
                <c:pt idx="1442">
                  <c:v>0.583819101725964</c:v>
                </c:pt>
                <c:pt idx="1443">
                  <c:v>0.547869165140734</c:v>
                </c:pt>
                <c:pt idx="1444">
                  <c:v>0.568588991553561</c:v>
                </c:pt>
                <c:pt idx="1445">
                  <c:v>0.548828759323549</c:v>
                </c:pt>
                <c:pt idx="1446">
                  <c:v>0.569404825327159</c:v>
                </c:pt>
                <c:pt idx="1447">
                  <c:v>0.562607547312652</c:v>
                </c:pt>
                <c:pt idx="1448">
                  <c:v>0.530973605095783</c:v>
                </c:pt>
                <c:pt idx="1449">
                  <c:v>0.557937095538239</c:v>
                </c:pt>
                <c:pt idx="1450">
                  <c:v>0.577062380878484</c:v>
                </c:pt>
                <c:pt idx="1451">
                  <c:v>0.54636971575922</c:v>
                </c:pt>
                <c:pt idx="1452">
                  <c:v>0.549331649953279</c:v>
                </c:pt>
                <c:pt idx="1453">
                  <c:v>0.529795346927169</c:v>
                </c:pt>
                <c:pt idx="1454">
                  <c:v>0.570312322565636</c:v>
                </c:pt>
                <c:pt idx="1455">
                  <c:v>0.563130021000793</c:v>
                </c:pt>
                <c:pt idx="1456">
                  <c:v>0.555148894254978</c:v>
                </c:pt>
                <c:pt idx="1457">
                  <c:v>0.567961031643466</c:v>
                </c:pt>
                <c:pt idx="1458">
                  <c:v>0.553063742893168</c:v>
                </c:pt>
                <c:pt idx="1459">
                  <c:v>0.587435187657891</c:v>
                </c:pt>
                <c:pt idx="1460">
                  <c:v>0.554841942802645</c:v>
                </c:pt>
                <c:pt idx="1461">
                  <c:v>0.537162374284216</c:v>
                </c:pt>
                <c:pt idx="1462">
                  <c:v>0.564787869675249</c:v>
                </c:pt>
                <c:pt idx="1463">
                  <c:v>0.55312234666968</c:v>
                </c:pt>
                <c:pt idx="1464">
                  <c:v>0.574133064203825</c:v>
                </c:pt>
                <c:pt idx="1465">
                  <c:v>0.556190913640754</c:v>
                </c:pt>
                <c:pt idx="1466">
                  <c:v>0.568606755443785</c:v>
                </c:pt>
                <c:pt idx="1467">
                  <c:v>0.540545337059445</c:v>
                </c:pt>
                <c:pt idx="1468">
                  <c:v>0.553237607159261</c:v>
                </c:pt>
                <c:pt idx="1469">
                  <c:v>0.562523539298768</c:v>
                </c:pt>
                <c:pt idx="1470">
                  <c:v>0.550343529680746</c:v>
                </c:pt>
                <c:pt idx="1471">
                  <c:v>0.541934012461112</c:v>
                </c:pt>
                <c:pt idx="1472">
                  <c:v>0.558993590609982</c:v>
                </c:pt>
                <c:pt idx="1473">
                  <c:v>0.585951892633479</c:v>
                </c:pt>
                <c:pt idx="1474">
                  <c:v>0.563148737202893</c:v>
                </c:pt>
                <c:pt idx="1475">
                  <c:v>0.562474360489353</c:v>
                </c:pt>
                <c:pt idx="1476">
                  <c:v>0.567875821933836</c:v>
                </c:pt>
                <c:pt idx="1477">
                  <c:v>0.566878578476982</c:v>
                </c:pt>
                <c:pt idx="1478">
                  <c:v>0.552398595528976</c:v>
                </c:pt>
                <c:pt idx="1479">
                  <c:v>0.59924498669547</c:v>
                </c:pt>
                <c:pt idx="1480">
                  <c:v>0.567775165757232</c:v>
                </c:pt>
                <c:pt idx="1481">
                  <c:v>0.582850096666803</c:v>
                </c:pt>
                <c:pt idx="1482">
                  <c:v>0.581205116215538</c:v>
                </c:pt>
                <c:pt idx="1483">
                  <c:v>0.60613463124457</c:v>
                </c:pt>
                <c:pt idx="1484">
                  <c:v>0.53415532289549</c:v>
                </c:pt>
                <c:pt idx="1485">
                  <c:v>0.610781382258737</c:v>
                </c:pt>
                <c:pt idx="1486">
                  <c:v>0.547428619642353</c:v>
                </c:pt>
                <c:pt idx="1487">
                  <c:v>0.563940041283003</c:v>
                </c:pt>
                <c:pt idx="1488">
                  <c:v>0.605766065197588</c:v>
                </c:pt>
                <c:pt idx="1489">
                  <c:v>0.537357646124503</c:v>
                </c:pt>
                <c:pt idx="1490">
                  <c:v>0.543209482009693</c:v>
                </c:pt>
                <c:pt idx="1491">
                  <c:v>0.550647766920135</c:v>
                </c:pt>
                <c:pt idx="1492">
                  <c:v>0.561856612702321</c:v>
                </c:pt>
                <c:pt idx="1493">
                  <c:v>0.546142587770018</c:v>
                </c:pt>
                <c:pt idx="1494">
                  <c:v>0.573885803109019</c:v>
                </c:pt>
                <c:pt idx="1495">
                  <c:v>0.564008124836101</c:v>
                </c:pt>
                <c:pt idx="1496">
                  <c:v>0.556032993819144</c:v>
                </c:pt>
                <c:pt idx="1497">
                  <c:v>0.561197949816143</c:v>
                </c:pt>
                <c:pt idx="1498">
                  <c:v>0.546611083096486</c:v>
                </c:pt>
                <c:pt idx="1499">
                  <c:v>0.540935380182283</c:v>
                </c:pt>
                <c:pt idx="1500">
                  <c:v>0.532920873612112</c:v>
                </c:pt>
                <c:pt idx="1501">
                  <c:v>0.556800378861003</c:v>
                </c:pt>
                <c:pt idx="1502">
                  <c:v>0.550590090995123</c:v>
                </c:pt>
                <c:pt idx="1503">
                  <c:v>0.555434676129604</c:v>
                </c:pt>
                <c:pt idx="1504">
                  <c:v>0.525186064317224</c:v>
                </c:pt>
                <c:pt idx="1505">
                  <c:v>0.566411387078158</c:v>
                </c:pt>
                <c:pt idx="1506">
                  <c:v>0.528653536053233</c:v>
                </c:pt>
                <c:pt idx="1507">
                  <c:v>0.555691780088394</c:v>
                </c:pt>
                <c:pt idx="1508">
                  <c:v>0.54534677159666</c:v>
                </c:pt>
                <c:pt idx="1509">
                  <c:v>0.568349232639682</c:v>
                </c:pt>
                <c:pt idx="1510">
                  <c:v>0.574495322655087</c:v>
                </c:pt>
                <c:pt idx="1511">
                  <c:v>0.55842212130545</c:v>
                </c:pt>
                <c:pt idx="1512">
                  <c:v>0.541373528128692</c:v>
                </c:pt>
                <c:pt idx="1513">
                  <c:v>0.565188922800333</c:v>
                </c:pt>
                <c:pt idx="1514">
                  <c:v>0.566056929568336</c:v>
                </c:pt>
                <c:pt idx="1515">
                  <c:v>0.548614254564044</c:v>
                </c:pt>
                <c:pt idx="1516">
                  <c:v>0.557698185617626</c:v>
                </c:pt>
                <c:pt idx="1517">
                  <c:v>0.596403026394633</c:v>
                </c:pt>
                <c:pt idx="1518">
                  <c:v>0.532857800774196</c:v>
                </c:pt>
                <c:pt idx="1519">
                  <c:v>0.563434790341133</c:v>
                </c:pt>
                <c:pt idx="1520">
                  <c:v>0.548990268537669</c:v>
                </c:pt>
                <c:pt idx="1521">
                  <c:v>0.554035451042184</c:v>
                </c:pt>
                <c:pt idx="1522">
                  <c:v>0.555470995268296</c:v>
                </c:pt>
                <c:pt idx="1523">
                  <c:v>0.536602940288476</c:v>
                </c:pt>
                <c:pt idx="1524">
                  <c:v>0.560078695191971</c:v>
                </c:pt>
                <c:pt idx="1525">
                  <c:v>0.573696162706125</c:v>
                </c:pt>
                <c:pt idx="1526">
                  <c:v>0.548757347611715</c:v>
                </c:pt>
                <c:pt idx="1527">
                  <c:v>0.544386770090614</c:v>
                </c:pt>
                <c:pt idx="1528">
                  <c:v>0.55377535617331</c:v>
                </c:pt>
                <c:pt idx="1529">
                  <c:v>0.543600580156388</c:v>
                </c:pt>
                <c:pt idx="1530">
                  <c:v>0.54710486813477</c:v>
                </c:pt>
                <c:pt idx="1531">
                  <c:v>0.536295337260002</c:v>
                </c:pt>
                <c:pt idx="1532">
                  <c:v>0.548542449788493</c:v>
                </c:pt>
                <c:pt idx="1533">
                  <c:v>0.555060999459506</c:v>
                </c:pt>
                <c:pt idx="1534">
                  <c:v>0.55099374864165</c:v>
                </c:pt>
                <c:pt idx="1535">
                  <c:v>0.554916655425244</c:v>
                </c:pt>
                <c:pt idx="1536">
                  <c:v>0.54671295586374</c:v>
                </c:pt>
                <c:pt idx="1537">
                  <c:v>0.537747258567551</c:v>
                </c:pt>
                <c:pt idx="1538">
                  <c:v>0.569766758684991</c:v>
                </c:pt>
                <c:pt idx="1539">
                  <c:v>0.543247455370385</c:v>
                </c:pt>
                <c:pt idx="1540">
                  <c:v>0.531322574168096</c:v>
                </c:pt>
                <c:pt idx="1541">
                  <c:v>0.524765041061341</c:v>
                </c:pt>
                <c:pt idx="1542">
                  <c:v>0.557715154426962</c:v>
                </c:pt>
                <c:pt idx="1543">
                  <c:v>0.570170339070457</c:v>
                </c:pt>
                <c:pt idx="1544">
                  <c:v>0.524772464979803</c:v>
                </c:pt>
                <c:pt idx="1545">
                  <c:v>0.555600779908867</c:v>
                </c:pt>
                <c:pt idx="1546">
                  <c:v>0.545460465974278</c:v>
                </c:pt>
                <c:pt idx="1547">
                  <c:v>0.544156492535387</c:v>
                </c:pt>
                <c:pt idx="1548">
                  <c:v>0.565037195353446</c:v>
                </c:pt>
                <c:pt idx="1549">
                  <c:v>0.566283109582439</c:v>
                </c:pt>
                <c:pt idx="1550">
                  <c:v>0.546585780725626</c:v>
                </c:pt>
                <c:pt idx="1551">
                  <c:v>0.540503296232777</c:v>
                </c:pt>
                <c:pt idx="1552">
                  <c:v>0.554541023573345</c:v>
                </c:pt>
                <c:pt idx="1553">
                  <c:v>0.542501899873104</c:v>
                </c:pt>
                <c:pt idx="1554">
                  <c:v>0.569583442233497</c:v>
                </c:pt>
                <c:pt idx="1555">
                  <c:v>0.575208144553181</c:v>
                </c:pt>
                <c:pt idx="1556">
                  <c:v>0.541924249295457</c:v>
                </c:pt>
                <c:pt idx="1557">
                  <c:v>0.524249854779867</c:v>
                </c:pt>
                <c:pt idx="1558">
                  <c:v>0.548434719792024</c:v>
                </c:pt>
                <c:pt idx="1559">
                  <c:v>0.509792386190366</c:v>
                </c:pt>
                <c:pt idx="1560">
                  <c:v>0.535820934899882</c:v>
                </c:pt>
                <c:pt idx="1561">
                  <c:v>0.546720934133162</c:v>
                </c:pt>
                <c:pt idx="1562">
                  <c:v>0.545745100031079</c:v>
                </c:pt>
                <c:pt idx="1563">
                  <c:v>0.54573539832049</c:v>
                </c:pt>
                <c:pt idx="1564">
                  <c:v>0.562283659097154</c:v>
                </c:pt>
                <c:pt idx="1565">
                  <c:v>0.599608038453352</c:v>
                </c:pt>
                <c:pt idx="1566">
                  <c:v>0.554306133423173</c:v>
                </c:pt>
                <c:pt idx="1567">
                  <c:v>0.542095815581321</c:v>
                </c:pt>
                <c:pt idx="1568">
                  <c:v>0.545959563007201</c:v>
                </c:pt>
                <c:pt idx="1569">
                  <c:v>0.550110894433178</c:v>
                </c:pt>
                <c:pt idx="1570">
                  <c:v>0.566998643835916</c:v>
                </c:pt>
                <c:pt idx="1571">
                  <c:v>0.546019406504861</c:v>
                </c:pt>
                <c:pt idx="1572">
                  <c:v>0.536082165500527</c:v>
                </c:pt>
                <c:pt idx="1573">
                  <c:v>0.544860821763135</c:v>
                </c:pt>
                <c:pt idx="1574">
                  <c:v>0.554008970443832</c:v>
                </c:pt>
                <c:pt idx="1575">
                  <c:v>0.57187111686743</c:v>
                </c:pt>
                <c:pt idx="1576">
                  <c:v>0.569865329575443</c:v>
                </c:pt>
                <c:pt idx="1577">
                  <c:v>0.533560028556596</c:v>
                </c:pt>
                <c:pt idx="1578">
                  <c:v>0.540949667446951</c:v>
                </c:pt>
                <c:pt idx="1579">
                  <c:v>0.581311682281862</c:v>
                </c:pt>
                <c:pt idx="1580">
                  <c:v>0.571742995866724</c:v>
                </c:pt>
                <c:pt idx="1581">
                  <c:v>0.534660119899084</c:v>
                </c:pt>
                <c:pt idx="1582">
                  <c:v>0.555703892101052</c:v>
                </c:pt>
                <c:pt idx="1583">
                  <c:v>0.530666605224694</c:v>
                </c:pt>
                <c:pt idx="1584">
                  <c:v>0.566131309432336</c:v>
                </c:pt>
                <c:pt idx="1585">
                  <c:v>0.551728273031818</c:v>
                </c:pt>
                <c:pt idx="1586">
                  <c:v>0.557641632483946</c:v>
                </c:pt>
                <c:pt idx="1587">
                  <c:v>0.553531404639292</c:v>
                </c:pt>
                <c:pt idx="1588">
                  <c:v>0.537954963910547</c:v>
                </c:pt>
                <c:pt idx="1589">
                  <c:v>0.533917004823994</c:v>
                </c:pt>
                <c:pt idx="1590">
                  <c:v>0.514549957541845</c:v>
                </c:pt>
                <c:pt idx="1591">
                  <c:v>0.539521049125416</c:v>
                </c:pt>
                <c:pt idx="1592">
                  <c:v>0.554023069960189</c:v>
                </c:pt>
                <c:pt idx="1593">
                  <c:v>0.591185323629075</c:v>
                </c:pt>
                <c:pt idx="1594">
                  <c:v>0.591593642736648</c:v>
                </c:pt>
                <c:pt idx="1595">
                  <c:v>0.545623146022186</c:v>
                </c:pt>
                <c:pt idx="1596">
                  <c:v>0.559214661125973</c:v>
                </c:pt>
                <c:pt idx="1597">
                  <c:v>0.620698106510169</c:v>
                </c:pt>
                <c:pt idx="1598">
                  <c:v>0.550615327422627</c:v>
                </c:pt>
                <c:pt idx="1599">
                  <c:v>0.557059092795412</c:v>
                </c:pt>
                <c:pt idx="1600">
                  <c:v>0.614905423346214</c:v>
                </c:pt>
                <c:pt idx="1601">
                  <c:v>0.533663175450209</c:v>
                </c:pt>
                <c:pt idx="1602">
                  <c:v>0.538227131287306</c:v>
                </c:pt>
                <c:pt idx="1603">
                  <c:v>0.579661776094076</c:v>
                </c:pt>
                <c:pt idx="1604">
                  <c:v>0.578556902771653</c:v>
                </c:pt>
                <c:pt idx="1605">
                  <c:v>0.550977103362615</c:v>
                </c:pt>
                <c:pt idx="1606">
                  <c:v>0.605352727500765</c:v>
                </c:pt>
                <c:pt idx="1607">
                  <c:v>0.594649430541534</c:v>
                </c:pt>
                <c:pt idx="1608">
                  <c:v>0.531372303887722</c:v>
                </c:pt>
                <c:pt idx="1609">
                  <c:v>0.590606899596001</c:v>
                </c:pt>
                <c:pt idx="1610">
                  <c:v>0.556643716551191</c:v>
                </c:pt>
                <c:pt idx="1611">
                  <c:v>0.593272813678765</c:v>
                </c:pt>
                <c:pt idx="1612">
                  <c:v>0.672130291954762</c:v>
                </c:pt>
                <c:pt idx="1613">
                  <c:v>0.564841829771284</c:v>
                </c:pt>
                <c:pt idx="1614">
                  <c:v>0.684247619036728</c:v>
                </c:pt>
                <c:pt idx="1615">
                  <c:v>0.651648116624922</c:v>
                </c:pt>
                <c:pt idx="1616">
                  <c:v>0.641706913339783</c:v>
                </c:pt>
                <c:pt idx="1617">
                  <c:v>0.679592164513653</c:v>
                </c:pt>
                <c:pt idx="1618">
                  <c:v>0.57854743611211</c:v>
                </c:pt>
                <c:pt idx="1619">
                  <c:v>0.664413164782511</c:v>
                </c:pt>
                <c:pt idx="1620">
                  <c:v>0.654084256246516</c:v>
                </c:pt>
                <c:pt idx="1621">
                  <c:v>0.605074709508116</c:v>
                </c:pt>
                <c:pt idx="1622">
                  <c:v>0.61823460244674</c:v>
                </c:pt>
                <c:pt idx="1623">
                  <c:v>0.606493028818391</c:v>
                </c:pt>
                <c:pt idx="1624">
                  <c:v>0.62792144754425</c:v>
                </c:pt>
                <c:pt idx="1625">
                  <c:v>0.581229206706986</c:v>
                </c:pt>
                <c:pt idx="1626">
                  <c:v>0.590398348543591</c:v>
                </c:pt>
                <c:pt idx="1627">
                  <c:v>0.553722981792</c:v>
                </c:pt>
                <c:pt idx="1628">
                  <c:v>0.56096019566153</c:v>
                </c:pt>
                <c:pt idx="1629">
                  <c:v>0.562218626900386</c:v>
                </c:pt>
                <c:pt idx="1630">
                  <c:v>0.57921535698918</c:v>
                </c:pt>
                <c:pt idx="1631">
                  <c:v>0.549192180055905</c:v>
                </c:pt>
                <c:pt idx="1632">
                  <c:v>0.546880514706465</c:v>
                </c:pt>
                <c:pt idx="1633">
                  <c:v>0.577565809290072</c:v>
                </c:pt>
                <c:pt idx="1634">
                  <c:v>0.550847376223632</c:v>
                </c:pt>
                <c:pt idx="1635">
                  <c:v>0.617838507482074</c:v>
                </c:pt>
                <c:pt idx="1636">
                  <c:v>0.555147678729002</c:v>
                </c:pt>
                <c:pt idx="1637">
                  <c:v>0.567612384677099</c:v>
                </c:pt>
                <c:pt idx="1638">
                  <c:v>0.574219362972842</c:v>
                </c:pt>
                <c:pt idx="1639">
                  <c:v>0.530230353648292</c:v>
                </c:pt>
                <c:pt idx="1640">
                  <c:v>0.545473545578641</c:v>
                </c:pt>
                <c:pt idx="1641">
                  <c:v>0.557951489999523</c:v>
                </c:pt>
                <c:pt idx="1642">
                  <c:v>0.523718093502773</c:v>
                </c:pt>
                <c:pt idx="1643">
                  <c:v>0.546866393833813</c:v>
                </c:pt>
                <c:pt idx="1644">
                  <c:v>0.540938869140626</c:v>
                </c:pt>
                <c:pt idx="1645">
                  <c:v>0.525728207940459</c:v>
                </c:pt>
                <c:pt idx="1646">
                  <c:v>0.566868651692231</c:v>
                </c:pt>
                <c:pt idx="1647">
                  <c:v>0.535745691954279</c:v>
                </c:pt>
                <c:pt idx="1648">
                  <c:v>0.550081800510513</c:v>
                </c:pt>
                <c:pt idx="1649">
                  <c:v>0.565604951255381</c:v>
                </c:pt>
                <c:pt idx="1650">
                  <c:v>0.560909613289112</c:v>
                </c:pt>
                <c:pt idx="1651">
                  <c:v>0.551707962095328</c:v>
                </c:pt>
                <c:pt idx="1652">
                  <c:v>0.528930815184475</c:v>
                </c:pt>
                <c:pt idx="1653">
                  <c:v>0.541813175008939</c:v>
                </c:pt>
                <c:pt idx="1654">
                  <c:v>0.566450881305513</c:v>
                </c:pt>
                <c:pt idx="1655">
                  <c:v>0.597304924480756</c:v>
                </c:pt>
                <c:pt idx="1656">
                  <c:v>0.556530166791756</c:v>
                </c:pt>
                <c:pt idx="1657">
                  <c:v>0.543039154712822</c:v>
                </c:pt>
                <c:pt idx="1658">
                  <c:v>0.588030685184908</c:v>
                </c:pt>
                <c:pt idx="1659">
                  <c:v>0.636626920156273</c:v>
                </c:pt>
                <c:pt idx="1660">
                  <c:v>0.547638719069394</c:v>
                </c:pt>
                <c:pt idx="1661">
                  <c:v>0.626167509190832</c:v>
                </c:pt>
                <c:pt idx="1662">
                  <c:v>0.655447732192942</c:v>
                </c:pt>
                <c:pt idx="1663">
                  <c:v>0.552592176760295</c:v>
                </c:pt>
                <c:pt idx="1664">
                  <c:v>0.666415890901223</c:v>
                </c:pt>
                <c:pt idx="1665">
                  <c:v>0.592308246011756</c:v>
                </c:pt>
                <c:pt idx="1666">
                  <c:v>0.65089813315089</c:v>
                </c:pt>
                <c:pt idx="1667">
                  <c:v>0.590699765760764</c:v>
                </c:pt>
                <c:pt idx="1668">
                  <c:v>0.595491645282527</c:v>
                </c:pt>
                <c:pt idx="1669">
                  <c:v>0.640854032732353</c:v>
                </c:pt>
                <c:pt idx="1670">
                  <c:v>0.558914355117658</c:v>
                </c:pt>
                <c:pt idx="1671">
                  <c:v>0.650770219174354</c:v>
                </c:pt>
                <c:pt idx="1672">
                  <c:v>0.584623638060734</c:v>
                </c:pt>
                <c:pt idx="1673">
                  <c:v>0.587339304830857</c:v>
                </c:pt>
                <c:pt idx="1674">
                  <c:v>0.606437947601363</c:v>
                </c:pt>
                <c:pt idx="1675">
                  <c:v>0.562445381631846</c:v>
                </c:pt>
                <c:pt idx="1676">
                  <c:v>0.601924798361253</c:v>
                </c:pt>
                <c:pt idx="1677">
                  <c:v>0.582234798749616</c:v>
                </c:pt>
                <c:pt idx="1678">
                  <c:v>0.574976834412987</c:v>
                </c:pt>
                <c:pt idx="1679">
                  <c:v>0.608036999848756</c:v>
                </c:pt>
                <c:pt idx="1680">
                  <c:v>0.532433382763997</c:v>
                </c:pt>
                <c:pt idx="1681">
                  <c:v>0.616455362641287</c:v>
                </c:pt>
                <c:pt idx="1682">
                  <c:v>0.597110663186269</c:v>
                </c:pt>
                <c:pt idx="1683">
                  <c:v>0.542598034346516</c:v>
                </c:pt>
                <c:pt idx="1684">
                  <c:v>0.636301863733226</c:v>
                </c:pt>
                <c:pt idx="1685">
                  <c:v>0.55719332855868</c:v>
                </c:pt>
                <c:pt idx="1686">
                  <c:v>0.580166408338928</c:v>
                </c:pt>
                <c:pt idx="1687">
                  <c:v>0.583059682070551</c:v>
                </c:pt>
                <c:pt idx="1688">
                  <c:v>0.54441651453806</c:v>
                </c:pt>
                <c:pt idx="1689">
                  <c:v>0.592306732317548</c:v>
                </c:pt>
                <c:pt idx="1690">
                  <c:v>0.546295712008684</c:v>
                </c:pt>
                <c:pt idx="1691">
                  <c:v>0.560213389354952</c:v>
                </c:pt>
                <c:pt idx="1692">
                  <c:v>0.594258414134324</c:v>
                </c:pt>
                <c:pt idx="1693">
                  <c:v>0.533761514372174</c:v>
                </c:pt>
                <c:pt idx="1694">
                  <c:v>0.543148794172448</c:v>
                </c:pt>
                <c:pt idx="1695">
                  <c:v>0.573600115009167</c:v>
                </c:pt>
                <c:pt idx="1696">
                  <c:v>0.544053060411731</c:v>
                </c:pt>
                <c:pt idx="1697">
                  <c:v>0.58492661597993</c:v>
                </c:pt>
                <c:pt idx="1698">
                  <c:v>0.577740827274462</c:v>
                </c:pt>
                <c:pt idx="1699">
                  <c:v>0.526558923494038</c:v>
                </c:pt>
                <c:pt idx="1700">
                  <c:v>0.613126300092742</c:v>
                </c:pt>
                <c:pt idx="1701">
                  <c:v>0.529377322754878</c:v>
                </c:pt>
                <c:pt idx="1702">
                  <c:v>0.559215672282065</c:v>
                </c:pt>
                <c:pt idx="1703">
                  <c:v>0.592814693261134</c:v>
                </c:pt>
                <c:pt idx="1704">
                  <c:v>0.555999694769708</c:v>
                </c:pt>
                <c:pt idx="1705">
                  <c:v>0.585385569430543</c:v>
                </c:pt>
                <c:pt idx="1706">
                  <c:v>0.548995427904319</c:v>
                </c:pt>
                <c:pt idx="1707">
                  <c:v>0.558318952063863</c:v>
                </c:pt>
                <c:pt idx="1708">
                  <c:v>0.605125649629642</c:v>
                </c:pt>
                <c:pt idx="1709">
                  <c:v>0.538750219310301</c:v>
                </c:pt>
                <c:pt idx="1710">
                  <c:v>0.595713804874857</c:v>
                </c:pt>
                <c:pt idx="1711">
                  <c:v>0.565726796451034</c:v>
                </c:pt>
                <c:pt idx="1712">
                  <c:v>0.59226037243243</c:v>
                </c:pt>
                <c:pt idx="1713">
                  <c:v>0.606020258042869</c:v>
                </c:pt>
                <c:pt idx="1714">
                  <c:v>0.530749745507658</c:v>
                </c:pt>
                <c:pt idx="1715">
                  <c:v>0.561774062007677</c:v>
                </c:pt>
                <c:pt idx="1716">
                  <c:v>0.576249455447668</c:v>
                </c:pt>
                <c:pt idx="1717">
                  <c:v>0.545370924942497</c:v>
                </c:pt>
                <c:pt idx="1718">
                  <c:v>0.561976655640715</c:v>
                </c:pt>
                <c:pt idx="1719">
                  <c:v>0.573617183424808</c:v>
                </c:pt>
                <c:pt idx="1720">
                  <c:v>0.5195296575858</c:v>
                </c:pt>
                <c:pt idx="1721">
                  <c:v>0.547074717303943</c:v>
                </c:pt>
                <c:pt idx="1722">
                  <c:v>0.558999235234649</c:v>
                </c:pt>
                <c:pt idx="1723">
                  <c:v>0.529253952789611</c:v>
                </c:pt>
                <c:pt idx="1724">
                  <c:v>0.558448364512858</c:v>
                </c:pt>
                <c:pt idx="1725">
                  <c:v>0.541752803254662</c:v>
                </c:pt>
                <c:pt idx="1726">
                  <c:v>0.533780367008074</c:v>
                </c:pt>
                <c:pt idx="1727">
                  <c:v>0.554188051087257</c:v>
                </c:pt>
                <c:pt idx="1728">
                  <c:v>0.567362556046331</c:v>
                </c:pt>
                <c:pt idx="1729">
                  <c:v>0.533851319681273</c:v>
                </c:pt>
                <c:pt idx="1730">
                  <c:v>0.537250014378846</c:v>
                </c:pt>
                <c:pt idx="1731">
                  <c:v>0.537057767749233</c:v>
                </c:pt>
                <c:pt idx="1732">
                  <c:v>0.533109601660877</c:v>
                </c:pt>
                <c:pt idx="1733">
                  <c:v>0.571713985915678</c:v>
                </c:pt>
                <c:pt idx="1734">
                  <c:v>0.55612217604792</c:v>
                </c:pt>
                <c:pt idx="1735">
                  <c:v>0.529887374720683</c:v>
                </c:pt>
                <c:pt idx="1736">
                  <c:v>0.545455799293825</c:v>
                </c:pt>
                <c:pt idx="1737">
                  <c:v>0.565582112796987</c:v>
                </c:pt>
                <c:pt idx="1738">
                  <c:v>0.537152528961725</c:v>
                </c:pt>
                <c:pt idx="1739">
                  <c:v>0.551678790243497</c:v>
                </c:pt>
                <c:pt idx="1740">
                  <c:v>0.541737791480988</c:v>
                </c:pt>
                <c:pt idx="1741">
                  <c:v>0.519318246757572</c:v>
                </c:pt>
                <c:pt idx="1742">
                  <c:v>0.534320225615839</c:v>
                </c:pt>
                <c:pt idx="1743">
                  <c:v>0.552547717739614</c:v>
                </c:pt>
                <c:pt idx="1744">
                  <c:v>0.546821661179962</c:v>
                </c:pt>
                <c:pt idx="1745">
                  <c:v>0.523070855569451</c:v>
                </c:pt>
                <c:pt idx="1746">
                  <c:v>0.567286313259482</c:v>
                </c:pt>
                <c:pt idx="1747">
                  <c:v>0.543548853067006</c:v>
                </c:pt>
                <c:pt idx="1748">
                  <c:v>0.555471889821376</c:v>
                </c:pt>
                <c:pt idx="1749">
                  <c:v>0.567495479809482</c:v>
                </c:pt>
                <c:pt idx="1750">
                  <c:v>0.561779327162458</c:v>
                </c:pt>
                <c:pt idx="1751">
                  <c:v>0.54496735025889</c:v>
                </c:pt>
                <c:pt idx="1752">
                  <c:v>0.550657003359981</c:v>
                </c:pt>
                <c:pt idx="1753">
                  <c:v>0.551949938475381</c:v>
                </c:pt>
                <c:pt idx="1754">
                  <c:v>0.531260252038455</c:v>
                </c:pt>
                <c:pt idx="1755">
                  <c:v>0.531582198425914</c:v>
                </c:pt>
                <c:pt idx="1756">
                  <c:v>0.51567813034953</c:v>
                </c:pt>
                <c:pt idx="1757">
                  <c:v>0.526979322050746</c:v>
                </c:pt>
                <c:pt idx="1758">
                  <c:v>0.538740318291428</c:v>
                </c:pt>
                <c:pt idx="1759">
                  <c:v>0.524928798387915</c:v>
                </c:pt>
                <c:pt idx="1760">
                  <c:v>0.538942193522889</c:v>
                </c:pt>
                <c:pt idx="1761">
                  <c:v>0.530582963552669</c:v>
                </c:pt>
                <c:pt idx="1762">
                  <c:v>0.541982411075673</c:v>
                </c:pt>
                <c:pt idx="1763">
                  <c:v>0.541786956973283</c:v>
                </c:pt>
                <c:pt idx="1764">
                  <c:v>0.53279139628728</c:v>
                </c:pt>
                <c:pt idx="1765">
                  <c:v>0.538881978705592</c:v>
                </c:pt>
                <c:pt idx="1766">
                  <c:v>0.540284393437269</c:v>
                </c:pt>
                <c:pt idx="1767">
                  <c:v>0.543484681641391</c:v>
                </c:pt>
                <c:pt idx="1768">
                  <c:v>0.534518355495826</c:v>
                </c:pt>
                <c:pt idx="1769">
                  <c:v>0.529217574956848</c:v>
                </c:pt>
                <c:pt idx="1770">
                  <c:v>0.52807632498193</c:v>
                </c:pt>
                <c:pt idx="1771">
                  <c:v>0.53439539106702</c:v>
                </c:pt>
                <c:pt idx="1772">
                  <c:v>0.555962457440545</c:v>
                </c:pt>
                <c:pt idx="1773">
                  <c:v>0.530532251400189</c:v>
                </c:pt>
                <c:pt idx="1774">
                  <c:v>0.559467974417602</c:v>
                </c:pt>
                <c:pt idx="1775">
                  <c:v>0.532533123867532</c:v>
                </c:pt>
                <c:pt idx="1776">
                  <c:v>0.529583153262836</c:v>
                </c:pt>
                <c:pt idx="1777">
                  <c:v>0.55246625279859</c:v>
                </c:pt>
                <c:pt idx="1778">
                  <c:v>0.573523290672366</c:v>
                </c:pt>
                <c:pt idx="1779">
                  <c:v>0.547329672568552</c:v>
                </c:pt>
                <c:pt idx="1780">
                  <c:v>0.549572795216295</c:v>
                </c:pt>
                <c:pt idx="1781">
                  <c:v>0.548638017835744</c:v>
                </c:pt>
                <c:pt idx="1782">
                  <c:v>0.565074046899911</c:v>
                </c:pt>
                <c:pt idx="1783">
                  <c:v>0.543946322112424</c:v>
                </c:pt>
                <c:pt idx="1784">
                  <c:v>0.565837505248354</c:v>
                </c:pt>
                <c:pt idx="1785">
                  <c:v>0.562060924071599</c:v>
                </c:pt>
                <c:pt idx="1786">
                  <c:v>0.548712340308874</c:v>
                </c:pt>
                <c:pt idx="1787">
                  <c:v>0.573855244165625</c:v>
                </c:pt>
                <c:pt idx="1788">
                  <c:v>0.523061520925679</c:v>
                </c:pt>
                <c:pt idx="1789">
                  <c:v>0.51319716079958</c:v>
                </c:pt>
                <c:pt idx="1790">
                  <c:v>0.510485193341753</c:v>
                </c:pt>
                <c:pt idx="1791">
                  <c:v>0.560040010007701</c:v>
                </c:pt>
                <c:pt idx="1792">
                  <c:v>0.542707615360624</c:v>
                </c:pt>
                <c:pt idx="1793">
                  <c:v>0.540570673120005</c:v>
                </c:pt>
                <c:pt idx="1794">
                  <c:v>0.575732349902102</c:v>
                </c:pt>
                <c:pt idx="1795">
                  <c:v>0.542888922175439</c:v>
                </c:pt>
                <c:pt idx="1796">
                  <c:v>0.535389037852538</c:v>
                </c:pt>
                <c:pt idx="1797">
                  <c:v>0.529558072588162</c:v>
                </c:pt>
                <c:pt idx="1798">
                  <c:v>0.539305430833349</c:v>
                </c:pt>
                <c:pt idx="1799">
                  <c:v>0.52125538631394</c:v>
                </c:pt>
                <c:pt idx="1800">
                  <c:v>0.537726264641188</c:v>
                </c:pt>
                <c:pt idx="1801">
                  <c:v>0.550233601842992</c:v>
                </c:pt>
                <c:pt idx="1802">
                  <c:v>0.550432789522685</c:v>
                </c:pt>
                <c:pt idx="1803">
                  <c:v>0.530831941923804</c:v>
                </c:pt>
                <c:pt idx="1804">
                  <c:v>0.547526142721146</c:v>
                </c:pt>
                <c:pt idx="1805">
                  <c:v>0.519932346410596</c:v>
                </c:pt>
                <c:pt idx="1806">
                  <c:v>0.530550682169747</c:v>
                </c:pt>
                <c:pt idx="1807">
                  <c:v>0.549982974744538</c:v>
                </c:pt>
                <c:pt idx="1808">
                  <c:v>0.533601653064783</c:v>
                </c:pt>
                <c:pt idx="1809">
                  <c:v>0.51328050278055</c:v>
                </c:pt>
                <c:pt idx="1810">
                  <c:v>0.553971210024304</c:v>
                </c:pt>
                <c:pt idx="1811">
                  <c:v>0.574010578982864</c:v>
                </c:pt>
                <c:pt idx="1812">
                  <c:v>0.540598432252624</c:v>
                </c:pt>
                <c:pt idx="1813">
                  <c:v>0.532412253017872</c:v>
                </c:pt>
                <c:pt idx="1814">
                  <c:v>0.518359105157102</c:v>
                </c:pt>
                <c:pt idx="1815">
                  <c:v>0.526735748344048</c:v>
                </c:pt>
                <c:pt idx="1816">
                  <c:v>0.501610214631608</c:v>
                </c:pt>
                <c:pt idx="1817">
                  <c:v>0.53454788411662</c:v>
                </c:pt>
                <c:pt idx="1818">
                  <c:v>0.531027160566139</c:v>
                </c:pt>
                <c:pt idx="1819">
                  <c:v>0.539666360593223</c:v>
                </c:pt>
                <c:pt idx="1820">
                  <c:v>0.527659804826588</c:v>
                </c:pt>
                <c:pt idx="1821">
                  <c:v>0.517135330432615</c:v>
                </c:pt>
                <c:pt idx="1822">
                  <c:v>0.539702238112153</c:v>
                </c:pt>
                <c:pt idx="1823">
                  <c:v>0.536727942986898</c:v>
                </c:pt>
                <c:pt idx="1824">
                  <c:v>0.518520528392034</c:v>
                </c:pt>
                <c:pt idx="1825">
                  <c:v>0.510306721103382</c:v>
                </c:pt>
                <c:pt idx="1826">
                  <c:v>0.545138448195631</c:v>
                </c:pt>
                <c:pt idx="1827">
                  <c:v>0.535435164375792</c:v>
                </c:pt>
                <c:pt idx="1828">
                  <c:v>0.533619714079446</c:v>
                </c:pt>
                <c:pt idx="1829">
                  <c:v>0.542858181155022</c:v>
                </c:pt>
                <c:pt idx="1830">
                  <c:v>0.566960985439624</c:v>
                </c:pt>
                <c:pt idx="1831">
                  <c:v>0.54970533021977</c:v>
                </c:pt>
                <c:pt idx="1832">
                  <c:v>0.562293838071019</c:v>
                </c:pt>
                <c:pt idx="1833">
                  <c:v>0.584373279476979</c:v>
                </c:pt>
                <c:pt idx="1834">
                  <c:v>0.544748678012525</c:v>
                </c:pt>
                <c:pt idx="1835">
                  <c:v>0.615440547893587</c:v>
                </c:pt>
                <c:pt idx="1836">
                  <c:v>0.609236100263731</c:v>
                </c:pt>
                <c:pt idx="1837">
                  <c:v>0.5166068013004</c:v>
                </c:pt>
                <c:pt idx="1838">
                  <c:v>0.56449388781115</c:v>
                </c:pt>
                <c:pt idx="1839">
                  <c:v>0.579919153899245</c:v>
                </c:pt>
                <c:pt idx="1840">
                  <c:v>0.521731038726409</c:v>
                </c:pt>
                <c:pt idx="1841">
                  <c:v>0.579680173962837</c:v>
                </c:pt>
                <c:pt idx="1842">
                  <c:v>0.622073077875735</c:v>
                </c:pt>
                <c:pt idx="1843">
                  <c:v>0.524083386546462</c:v>
                </c:pt>
                <c:pt idx="1844">
                  <c:v>0.641492905860716</c:v>
                </c:pt>
                <c:pt idx="1845">
                  <c:v>0.613884899430724</c:v>
                </c:pt>
                <c:pt idx="1846">
                  <c:v>0.517016777921638</c:v>
                </c:pt>
                <c:pt idx="1847">
                  <c:v>0.605676673557734</c:v>
                </c:pt>
                <c:pt idx="1848">
                  <c:v>0.508600561372704</c:v>
                </c:pt>
                <c:pt idx="1849">
                  <c:v>0.582427736972093</c:v>
                </c:pt>
                <c:pt idx="1850">
                  <c:v>0.532160834419749</c:v>
                </c:pt>
                <c:pt idx="1851">
                  <c:v>0.525162405703018</c:v>
                </c:pt>
                <c:pt idx="1852">
                  <c:v>0.559371098813884</c:v>
                </c:pt>
                <c:pt idx="1853">
                  <c:v>0.554128690275192</c:v>
                </c:pt>
                <c:pt idx="1854">
                  <c:v>0.518373404311639</c:v>
                </c:pt>
                <c:pt idx="1855">
                  <c:v>0.572921124364186</c:v>
                </c:pt>
                <c:pt idx="1856">
                  <c:v>0.548580809407423</c:v>
                </c:pt>
                <c:pt idx="1857">
                  <c:v>0.512488228273821</c:v>
                </c:pt>
                <c:pt idx="1858">
                  <c:v>0.525418862436888</c:v>
                </c:pt>
                <c:pt idx="1859">
                  <c:v>0.50572828306504</c:v>
                </c:pt>
                <c:pt idx="1860">
                  <c:v>0.514989975422828</c:v>
                </c:pt>
                <c:pt idx="1861">
                  <c:v>0.531107930793076</c:v>
                </c:pt>
                <c:pt idx="1862">
                  <c:v>0.519917118150263</c:v>
                </c:pt>
                <c:pt idx="1863">
                  <c:v>0.524531841173701</c:v>
                </c:pt>
                <c:pt idx="1864">
                  <c:v>0.508951477310177</c:v>
                </c:pt>
                <c:pt idx="1865">
                  <c:v>0.5279204431683</c:v>
                </c:pt>
                <c:pt idx="1866">
                  <c:v>0.535550659932872</c:v>
                </c:pt>
                <c:pt idx="1867">
                  <c:v>0.524226279371996</c:v>
                </c:pt>
                <c:pt idx="1868">
                  <c:v>0.548010143837769</c:v>
                </c:pt>
                <c:pt idx="1869">
                  <c:v>0.541589200246216</c:v>
                </c:pt>
                <c:pt idx="1870">
                  <c:v>0.53193109094097</c:v>
                </c:pt>
                <c:pt idx="1871">
                  <c:v>0.549550493727146</c:v>
                </c:pt>
                <c:pt idx="1872">
                  <c:v>0.575742792642835</c:v>
                </c:pt>
                <c:pt idx="1873">
                  <c:v>0.542114230267603</c:v>
                </c:pt>
                <c:pt idx="1874">
                  <c:v>0.527206322407195</c:v>
                </c:pt>
                <c:pt idx="1875">
                  <c:v>0.557483476560312</c:v>
                </c:pt>
                <c:pt idx="1876">
                  <c:v>0.559769084044424</c:v>
                </c:pt>
                <c:pt idx="1877">
                  <c:v>0.558503046288619</c:v>
                </c:pt>
                <c:pt idx="1878">
                  <c:v>0.556607646779827</c:v>
                </c:pt>
                <c:pt idx="1879">
                  <c:v>0.527628523486031</c:v>
                </c:pt>
                <c:pt idx="1880">
                  <c:v>0.587804279286081</c:v>
                </c:pt>
                <c:pt idx="1881">
                  <c:v>0.562742651287608</c:v>
                </c:pt>
                <c:pt idx="1882">
                  <c:v>0.545815570523157</c:v>
                </c:pt>
                <c:pt idx="1883">
                  <c:v>0.620614118546965</c:v>
                </c:pt>
                <c:pt idx="1884">
                  <c:v>0.555836349645669</c:v>
                </c:pt>
                <c:pt idx="1885">
                  <c:v>0.562539902730559</c:v>
                </c:pt>
                <c:pt idx="1886">
                  <c:v>0.563696459991665</c:v>
                </c:pt>
                <c:pt idx="1887">
                  <c:v>0.560773608928849</c:v>
                </c:pt>
                <c:pt idx="1888">
                  <c:v>0.576949580644586</c:v>
                </c:pt>
                <c:pt idx="1889">
                  <c:v>0.567780858959152</c:v>
                </c:pt>
                <c:pt idx="1890">
                  <c:v>0.533876503071237</c:v>
                </c:pt>
                <c:pt idx="1891">
                  <c:v>0.593466611296624</c:v>
                </c:pt>
                <c:pt idx="1892">
                  <c:v>0.542971658045069</c:v>
                </c:pt>
                <c:pt idx="1893">
                  <c:v>0.589723617923496</c:v>
                </c:pt>
                <c:pt idx="1894">
                  <c:v>0.609819585578855</c:v>
                </c:pt>
                <c:pt idx="1895">
                  <c:v>0.548148683026765</c:v>
                </c:pt>
                <c:pt idx="1896">
                  <c:v>0.57646339597467</c:v>
                </c:pt>
                <c:pt idx="1897">
                  <c:v>0.536999499009717</c:v>
                </c:pt>
                <c:pt idx="1898">
                  <c:v>0.573832946309961</c:v>
                </c:pt>
                <c:pt idx="1899">
                  <c:v>0.551245506011554</c:v>
                </c:pt>
                <c:pt idx="1900">
                  <c:v>0.527238407696048</c:v>
                </c:pt>
                <c:pt idx="1901">
                  <c:v>0.577412437618725</c:v>
                </c:pt>
                <c:pt idx="1902">
                  <c:v>0.585036133095309</c:v>
                </c:pt>
                <c:pt idx="1903">
                  <c:v>0.570437570743259</c:v>
                </c:pt>
                <c:pt idx="1904">
                  <c:v>0.579389397215725</c:v>
                </c:pt>
                <c:pt idx="1905">
                  <c:v>0.565750513989309</c:v>
                </c:pt>
                <c:pt idx="1906">
                  <c:v>0.519776004307696</c:v>
                </c:pt>
                <c:pt idx="1907">
                  <c:v>0.557842213244715</c:v>
                </c:pt>
                <c:pt idx="1908">
                  <c:v>0.531554447192556</c:v>
                </c:pt>
                <c:pt idx="1909">
                  <c:v>0.504216362460097</c:v>
                </c:pt>
                <c:pt idx="1910">
                  <c:v>0.539796533511699</c:v>
                </c:pt>
                <c:pt idx="1911">
                  <c:v>0.531729806288354</c:v>
                </c:pt>
                <c:pt idx="1912">
                  <c:v>0.540487677056135</c:v>
                </c:pt>
                <c:pt idx="1913">
                  <c:v>0.519202693727836</c:v>
                </c:pt>
                <c:pt idx="1914">
                  <c:v>0.516238081906229</c:v>
                </c:pt>
                <c:pt idx="1915">
                  <c:v>0.544496531652471</c:v>
                </c:pt>
                <c:pt idx="1916">
                  <c:v>0.54186872015299</c:v>
                </c:pt>
                <c:pt idx="1917">
                  <c:v>0.533432890530215</c:v>
                </c:pt>
                <c:pt idx="1918">
                  <c:v>0.597816055268803</c:v>
                </c:pt>
                <c:pt idx="1919">
                  <c:v>0.555540322204971</c:v>
                </c:pt>
                <c:pt idx="1920">
                  <c:v>0.514503395148302</c:v>
                </c:pt>
                <c:pt idx="1921">
                  <c:v>0.556987722633542</c:v>
                </c:pt>
                <c:pt idx="1922">
                  <c:v>0.565848472616946</c:v>
                </c:pt>
                <c:pt idx="1923">
                  <c:v>0.54541475874453</c:v>
                </c:pt>
                <c:pt idx="1924">
                  <c:v>0.565403146291274</c:v>
                </c:pt>
                <c:pt idx="1925">
                  <c:v>0.533634090552046</c:v>
                </c:pt>
                <c:pt idx="1926">
                  <c:v>0.549949269539474</c:v>
                </c:pt>
                <c:pt idx="1927">
                  <c:v>0.550978223465186</c:v>
                </c:pt>
                <c:pt idx="1928">
                  <c:v>0.528826573331315</c:v>
                </c:pt>
                <c:pt idx="1929">
                  <c:v>0.55073348011789</c:v>
                </c:pt>
                <c:pt idx="1930">
                  <c:v>0.543447846731091</c:v>
                </c:pt>
                <c:pt idx="1931">
                  <c:v>0.534978576227376</c:v>
                </c:pt>
                <c:pt idx="1932">
                  <c:v>0.543575801362627</c:v>
                </c:pt>
                <c:pt idx="1933">
                  <c:v>0.559012115185648</c:v>
                </c:pt>
                <c:pt idx="1934">
                  <c:v>0.524108210567178</c:v>
                </c:pt>
                <c:pt idx="1935">
                  <c:v>0.534368843653335</c:v>
                </c:pt>
                <c:pt idx="1936">
                  <c:v>0.559242233376315</c:v>
                </c:pt>
                <c:pt idx="1937">
                  <c:v>0.51801180134847</c:v>
                </c:pt>
                <c:pt idx="1938">
                  <c:v>0.517784085242429</c:v>
                </c:pt>
                <c:pt idx="1939">
                  <c:v>0.548216544639274</c:v>
                </c:pt>
                <c:pt idx="1940">
                  <c:v>0.518907570001224</c:v>
                </c:pt>
                <c:pt idx="1941">
                  <c:v>0.527236625436923</c:v>
                </c:pt>
                <c:pt idx="1942">
                  <c:v>0.529434298166778</c:v>
                </c:pt>
                <c:pt idx="1943">
                  <c:v>0.546056647976899</c:v>
                </c:pt>
                <c:pt idx="1944">
                  <c:v>0.531176815919121</c:v>
                </c:pt>
                <c:pt idx="1945">
                  <c:v>0.537475608878395</c:v>
                </c:pt>
                <c:pt idx="1946">
                  <c:v>0.520920887057904</c:v>
                </c:pt>
                <c:pt idx="1947">
                  <c:v>0.562788990237088</c:v>
                </c:pt>
                <c:pt idx="1948">
                  <c:v>0.553159515666085</c:v>
                </c:pt>
                <c:pt idx="1949">
                  <c:v>0.528978013089845</c:v>
                </c:pt>
                <c:pt idx="1950">
                  <c:v>0.535086128570558</c:v>
                </c:pt>
                <c:pt idx="1951">
                  <c:v>0.546898198250804</c:v>
                </c:pt>
                <c:pt idx="1952">
                  <c:v>0.568398211065312</c:v>
                </c:pt>
                <c:pt idx="1953">
                  <c:v>0.537505387076915</c:v>
                </c:pt>
                <c:pt idx="1954">
                  <c:v>0.542064650720371</c:v>
                </c:pt>
                <c:pt idx="1955">
                  <c:v>0.53084289599789</c:v>
                </c:pt>
                <c:pt idx="1956">
                  <c:v>0.499330144420846</c:v>
                </c:pt>
                <c:pt idx="1957">
                  <c:v>0.537329662028463</c:v>
                </c:pt>
                <c:pt idx="1958">
                  <c:v>0.527270155542642</c:v>
                </c:pt>
                <c:pt idx="1959">
                  <c:v>0.526554115590951</c:v>
                </c:pt>
                <c:pt idx="1960">
                  <c:v>0.534249031370169</c:v>
                </c:pt>
                <c:pt idx="1961">
                  <c:v>0.539446644656714</c:v>
                </c:pt>
                <c:pt idx="1962">
                  <c:v>0.530117711002485</c:v>
                </c:pt>
                <c:pt idx="1963">
                  <c:v>0.518018457427267</c:v>
                </c:pt>
                <c:pt idx="1964">
                  <c:v>0.514971570211863</c:v>
                </c:pt>
                <c:pt idx="1965">
                  <c:v>0.520353479603119</c:v>
                </c:pt>
                <c:pt idx="1966">
                  <c:v>0.53295752621541</c:v>
                </c:pt>
                <c:pt idx="1967">
                  <c:v>0.525892696390837</c:v>
                </c:pt>
                <c:pt idx="1968">
                  <c:v>0.512348203443787</c:v>
                </c:pt>
                <c:pt idx="1969">
                  <c:v>0.511710234311086</c:v>
                </c:pt>
                <c:pt idx="1970">
                  <c:v>0.5134132311316</c:v>
                </c:pt>
                <c:pt idx="1971">
                  <c:v>0.484580961965049</c:v>
                </c:pt>
                <c:pt idx="1972">
                  <c:v>0.500486339784163</c:v>
                </c:pt>
                <c:pt idx="1973">
                  <c:v>0.536533006461593</c:v>
                </c:pt>
                <c:pt idx="1974">
                  <c:v>0.522478032580123</c:v>
                </c:pt>
                <c:pt idx="1975">
                  <c:v>0.537017907668305</c:v>
                </c:pt>
                <c:pt idx="1976">
                  <c:v>0.597760865018892</c:v>
                </c:pt>
                <c:pt idx="1977">
                  <c:v>0.538515744243968</c:v>
                </c:pt>
                <c:pt idx="1978">
                  <c:v>0.53311342081721</c:v>
                </c:pt>
                <c:pt idx="1979">
                  <c:v>0.551424536142</c:v>
                </c:pt>
                <c:pt idx="1980">
                  <c:v>0.536637308980505</c:v>
                </c:pt>
                <c:pt idx="1981">
                  <c:v>0.507721506325987</c:v>
                </c:pt>
                <c:pt idx="1982">
                  <c:v>0.508902764303325</c:v>
                </c:pt>
                <c:pt idx="1983">
                  <c:v>0.540157989797859</c:v>
                </c:pt>
                <c:pt idx="1984">
                  <c:v>0.542259923087811</c:v>
                </c:pt>
                <c:pt idx="1985">
                  <c:v>0.520082218999816</c:v>
                </c:pt>
                <c:pt idx="1986">
                  <c:v>0.5521291417152</c:v>
                </c:pt>
                <c:pt idx="1987">
                  <c:v>0.510476724071289</c:v>
                </c:pt>
                <c:pt idx="1988">
                  <c:v>0.530763153268241</c:v>
                </c:pt>
                <c:pt idx="1989">
                  <c:v>0.509285895632206</c:v>
                </c:pt>
                <c:pt idx="1990">
                  <c:v>0.511347933833367</c:v>
                </c:pt>
                <c:pt idx="1991">
                  <c:v>0.556395587398558</c:v>
                </c:pt>
                <c:pt idx="1992">
                  <c:v>0.544258060024001</c:v>
                </c:pt>
                <c:pt idx="1993">
                  <c:v>0.506779023962702</c:v>
                </c:pt>
                <c:pt idx="1994">
                  <c:v>0.506879651779064</c:v>
                </c:pt>
                <c:pt idx="1995">
                  <c:v>0.523098177229274</c:v>
                </c:pt>
                <c:pt idx="1996">
                  <c:v>0.528983719410162</c:v>
                </c:pt>
                <c:pt idx="1997">
                  <c:v>0.517955089017816</c:v>
                </c:pt>
                <c:pt idx="1998">
                  <c:v>0.504839243810567</c:v>
                </c:pt>
                <c:pt idx="1999">
                  <c:v>0.531476098488639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435264704"/>
        <c:axId val="1435261376"/>
      </c:lineChart>
      <c:catAx>
        <c:axId val="143526470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</a:t>
                </a:r>
                <a:r>
                  <a:rPr lang="en-US" baseline="0"/>
                  <a:t> of epoch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35261376"/>
        <c:crosses val="autoZero"/>
        <c:auto val="1"/>
        <c:lblAlgn val="ctr"/>
        <c:lblOffset val="100"/>
        <c:noMultiLvlLbl val="0"/>
      </c:catAx>
      <c:valAx>
        <c:axId val="1435261376"/>
        <c:scaling>
          <c:orientation val="minMax"/>
          <c:max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Loss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35264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Sheet1!$A:$A</c:f>
              <c:strCache>
                <c:ptCount val="20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  <c:pt idx="887">
                  <c:v>888</c:v>
                </c:pt>
                <c:pt idx="888">
                  <c:v>889</c:v>
                </c:pt>
                <c:pt idx="889">
                  <c:v>890</c:v>
                </c:pt>
                <c:pt idx="890">
                  <c:v>891</c:v>
                </c:pt>
                <c:pt idx="891">
                  <c:v>892</c:v>
                </c:pt>
                <c:pt idx="892">
                  <c:v>893</c:v>
                </c:pt>
                <c:pt idx="893">
                  <c:v>894</c:v>
                </c:pt>
                <c:pt idx="894">
                  <c:v>895</c:v>
                </c:pt>
                <c:pt idx="895">
                  <c:v>896</c:v>
                </c:pt>
                <c:pt idx="896">
                  <c:v>897</c:v>
                </c:pt>
                <c:pt idx="897">
                  <c:v>898</c:v>
                </c:pt>
                <c:pt idx="898">
                  <c:v>899</c:v>
                </c:pt>
                <c:pt idx="899">
                  <c:v>900</c:v>
                </c:pt>
                <c:pt idx="900">
                  <c:v>901</c:v>
                </c:pt>
                <c:pt idx="901">
                  <c:v>902</c:v>
                </c:pt>
                <c:pt idx="902">
                  <c:v>903</c:v>
                </c:pt>
                <c:pt idx="903">
                  <c:v>904</c:v>
                </c:pt>
                <c:pt idx="904">
                  <c:v>905</c:v>
                </c:pt>
                <c:pt idx="905">
                  <c:v>906</c:v>
                </c:pt>
                <c:pt idx="906">
                  <c:v>907</c:v>
                </c:pt>
                <c:pt idx="907">
                  <c:v>908</c:v>
                </c:pt>
                <c:pt idx="908">
                  <c:v>909</c:v>
                </c:pt>
                <c:pt idx="909">
                  <c:v>910</c:v>
                </c:pt>
                <c:pt idx="910">
                  <c:v>911</c:v>
                </c:pt>
                <c:pt idx="911">
                  <c:v>912</c:v>
                </c:pt>
                <c:pt idx="912">
                  <c:v>913</c:v>
                </c:pt>
                <c:pt idx="913">
                  <c:v>914</c:v>
                </c:pt>
                <c:pt idx="914">
                  <c:v>915</c:v>
                </c:pt>
                <c:pt idx="915">
                  <c:v>916</c:v>
                </c:pt>
                <c:pt idx="916">
                  <c:v>917</c:v>
                </c:pt>
                <c:pt idx="917">
                  <c:v>918</c:v>
                </c:pt>
                <c:pt idx="918">
                  <c:v>919</c:v>
                </c:pt>
                <c:pt idx="919">
                  <c:v>920</c:v>
                </c:pt>
                <c:pt idx="920">
                  <c:v>921</c:v>
                </c:pt>
                <c:pt idx="921">
                  <c:v>922</c:v>
                </c:pt>
                <c:pt idx="922">
                  <c:v>923</c:v>
                </c:pt>
                <c:pt idx="923">
                  <c:v>924</c:v>
                </c:pt>
                <c:pt idx="924">
                  <c:v>925</c:v>
                </c:pt>
                <c:pt idx="925">
                  <c:v>926</c:v>
                </c:pt>
                <c:pt idx="926">
                  <c:v>927</c:v>
                </c:pt>
                <c:pt idx="927">
                  <c:v>928</c:v>
                </c:pt>
                <c:pt idx="928">
                  <c:v>929</c:v>
                </c:pt>
                <c:pt idx="929">
                  <c:v>930</c:v>
                </c:pt>
                <c:pt idx="930">
                  <c:v>931</c:v>
                </c:pt>
                <c:pt idx="931">
                  <c:v>932</c:v>
                </c:pt>
                <c:pt idx="932">
                  <c:v>933</c:v>
                </c:pt>
                <c:pt idx="933">
                  <c:v>934</c:v>
                </c:pt>
                <c:pt idx="934">
                  <c:v>935</c:v>
                </c:pt>
                <c:pt idx="935">
                  <c:v>936</c:v>
                </c:pt>
                <c:pt idx="936">
                  <c:v>937</c:v>
                </c:pt>
                <c:pt idx="937">
                  <c:v>938</c:v>
                </c:pt>
                <c:pt idx="938">
                  <c:v>939</c:v>
                </c:pt>
                <c:pt idx="939">
                  <c:v>940</c:v>
                </c:pt>
                <c:pt idx="940">
                  <c:v>941</c:v>
                </c:pt>
                <c:pt idx="941">
                  <c:v>942</c:v>
                </c:pt>
                <c:pt idx="942">
                  <c:v>943</c:v>
                </c:pt>
                <c:pt idx="943">
                  <c:v>944</c:v>
                </c:pt>
                <c:pt idx="944">
                  <c:v>945</c:v>
                </c:pt>
                <c:pt idx="945">
                  <c:v>946</c:v>
                </c:pt>
                <c:pt idx="946">
                  <c:v>947</c:v>
                </c:pt>
                <c:pt idx="947">
                  <c:v>948</c:v>
                </c:pt>
                <c:pt idx="948">
                  <c:v>949</c:v>
                </c:pt>
                <c:pt idx="949">
                  <c:v>950</c:v>
                </c:pt>
                <c:pt idx="950">
                  <c:v>951</c:v>
                </c:pt>
                <c:pt idx="951">
                  <c:v>952</c:v>
                </c:pt>
                <c:pt idx="952">
                  <c:v>953</c:v>
                </c:pt>
                <c:pt idx="953">
                  <c:v>954</c:v>
                </c:pt>
                <c:pt idx="954">
                  <c:v>955</c:v>
                </c:pt>
                <c:pt idx="955">
                  <c:v>956</c:v>
                </c:pt>
                <c:pt idx="956">
                  <c:v>957</c:v>
                </c:pt>
                <c:pt idx="957">
                  <c:v>958</c:v>
                </c:pt>
                <c:pt idx="958">
                  <c:v>959</c:v>
                </c:pt>
                <c:pt idx="959">
                  <c:v>960</c:v>
                </c:pt>
                <c:pt idx="960">
                  <c:v>961</c:v>
                </c:pt>
                <c:pt idx="961">
                  <c:v>962</c:v>
                </c:pt>
                <c:pt idx="962">
                  <c:v>963</c:v>
                </c:pt>
                <c:pt idx="963">
                  <c:v>964</c:v>
                </c:pt>
                <c:pt idx="964">
                  <c:v>965</c:v>
                </c:pt>
                <c:pt idx="965">
                  <c:v>966</c:v>
                </c:pt>
                <c:pt idx="966">
                  <c:v>967</c:v>
                </c:pt>
                <c:pt idx="967">
                  <c:v>968</c:v>
                </c:pt>
                <c:pt idx="968">
                  <c:v>969</c:v>
                </c:pt>
                <c:pt idx="969">
                  <c:v>970</c:v>
                </c:pt>
                <c:pt idx="970">
                  <c:v>971</c:v>
                </c:pt>
                <c:pt idx="971">
                  <c:v>972</c:v>
                </c:pt>
                <c:pt idx="972">
                  <c:v>973</c:v>
                </c:pt>
                <c:pt idx="973">
                  <c:v>974</c:v>
                </c:pt>
                <c:pt idx="974">
                  <c:v>975</c:v>
                </c:pt>
                <c:pt idx="975">
                  <c:v>976</c:v>
                </c:pt>
                <c:pt idx="976">
                  <c:v>977</c:v>
                </c:pt>
                <c:pt idx="977">
                  <c:v>978</c:v>
                </c:pt>
                <c:pt idx="978">
                  <c:v>979</c:v>
                </c:pt>
                <c:pt idx="979">
                  <c:v>980</c:v>
                </c:pt>
                <c:pt idx="980">
                  <c:v>981</c:v>
                </c:pt>
                <c:pt idx="981">
                  <c:v>982</c:v>
                </c:pt>
                <c:pt idx="982">
                  <c:v>983</c:v>
                </c:pt>
                <c:pt idx="983">
                  <c:v>984</c:v>
                </c:pt>
                <c:pt idx="984">
                  <c:v>985</c:v>
                </c:pt>
                <c:pt idx="985">
                  <c:v>986</c:v>
                </c:pt>
                <c:pt idx="986">
                  <c:v>987</c:v>
                </c:pt>
                <c:pt idx="987">
                  <c:v>988</c:v>
                </c:pt>
                <c:pt idx="988">
                  <c:v>989</c:v>
                </c:pt>
                <c:pt idx="989">
                  <c:v>990</c:v>
                </c:pt>
                <c:pt idx="990">
                  <c:v>991</c:v>
                </c:pt>
                <c:pt idx="991">
                  <c:v>992</c:v>
                </c:pt>
                <c:pt idx="992">
                  <c:v>993</c:v>
                </c:pt>
                <c:pt idx="993">
                  <c:v>994</c:v>
                </c:pt>
                <c:pt idx="994">
                  <c:v>995</c:v>
                </c:pt>
                <c:pt idx="995">
                  <c:v>996</c:v>
                </c:pt>
                <c:pt idx="996">
                  <c:v>997</c:v>
                </c:pt>
                <c:pt idx="997">
                  <c:v>998</c:v>
                </c:pt>
                <c:pt idx="998">
                  <c:v>999</c:v>
                </c:pt>
                <c:pt idx="999">
                  <c:v>1000</c:v>
                </c:pt>
                <c:pt idx="1000">
                  <c:v>1001</c:v>
                </c:pt>
                <c:pt idx="1001">
                  <c:v>1002</c:v>
                </c:pt>
                <c:pt idx="1002">
                  <c:v>1003</c:v>
                </c:pt>
                <c:pt idx="1003">
                  <c:v>1004</c:v>
                </c:pt>
                <c:pt idx="1004">
                  <c:v>1005</c:v>
                </c:pt>
                <c:pt idx="1005">
                  <c:v>1006</c:v>
                </c:pt>
                <c:pt idx="1006">
                  <c:v>1007</c:v>
                </c:pt>
                <c:pt idx="1007">
                  <c:v>1008</c:v>
                </c:pt>
                <c:pt idx="1008">
                  <c:v>1009</c:v>
                </c:pt>
                <c:pt idx="1009">
                  <c:v>1010</c:v>
                </c:pt>
                <c:pt idx="1010">
                  <c:v>1011</c:v>
                </c:pt>
                <c:pt idx="1011">
                  <c:v>1012</c:v>
                </c:pt>
                <c:pt idx="1012">
                  <c:v>1013</c:v>
                </c:pt>
                <c:pt idx="1013">
                  <c:v>1014</c:v>
                </c:pt>
                <c:pt idx="1014">
                  <c:v>1015</c:v>
                </c:pt>
                <c:pt idx="1015">
                  <c:v>1016</c:v>
                </c:pt>
                <c:pt idx="1016">
                  <c:v>1017</c:v>
                </c:pt>
                <c:pt idx="1017">
                  <c:v>1018</c:v>
                </c:pt>
                <c:pt idx="1018">
                  <c:v>1019</c:v>
                </c:pt>
                <c:pt idx="1019">
                  <c:v>1020</c:v>
                </c:pt>
                <c:pt idx="1020">
                  <c:v>1021</c:v>
                </c:pt>
                <c:pt idx="1021">
                  <c:v>1022</c:v>
                </c:pt>
                <c:pt idx="1022">
                  <c:v>1023</c:v>
                </c:pt>
                <c:pt idx="1023">
                  <c:v>1024</c:v>
                </c:pt>
                <c:pt idx="1024">
                  <c:v>1025</c:v>
                </c:pt>
                <c:pt idx="1025">
                  <c:v>1026</c:v>
                </c:pt>
                <c:pt idx="1026">
                  <c:v>1027</c:v>
                </c:pt>
                <c:pt idx="1027">
                  <c:v>1028</c:v>
                </c:pt>
                <c:pt idx="1028">
                  <c:v>1029</c:v>
                </c:pt>
                <c:pt idx="1029">
                  <c:v>1030</c:v>
                </c:pt>
                <c:pt idx="1030">
                  <c:v>1031</c:v>
                </c:pt>
                <c:pt idx="1031">
                  <c:v>1032</c:v>
                </c:pt>
                <c:pt idx="1032">
                  <c:v>1033</c:v>
                </c:pt>
                <c:pt idx="1033">
                  <c:v>1034</c:v>
                </c:pt>
                <c:pt idx="1034">
                  <c:v>1035</c:v>
                </c:pt>
                <c:pt idx="1035">
                  <c:v>1036</c:v>
                </c:pt>
                <c:pt idx="1036">
                  <c:v>1037</c:v>
                </c:pt>
                <c:pt idx="1037">
                  <c:v>1038</c:v>
                </c:pt>
                <c:pt idx="1038">
                  <c:v>1039</c:v>
                </c:pt>
                <c:pt idx="1039">
                  <c:v>1040</c:v>
                </c:pt>
                <c:pt idx="1040">
                  <c:v>1041</c:v>
                </c:pt>
                <c:pt idx="1041">
                  <c:v>1042</c:v>
                </c:pt>
                <c:pt idx="1042">
                  <c:v>1043</c:v>
                </c:pt>
                <c:pt idx="1043">
                  <c:v>1044</c:v>
                </c:pt>
                <c:pt idx="1044">
                  <c:v>1045</c:v>
                </c:pt>
                <c:pt idx="1045">
                  <c:v>1046</c:v>
                </c:pt>
                <c:pt idx="1046">
                  <c:v>1047</c:v>
                </c:pt>
                <c:pt idx="1047">
                  <c:v>1048</c:v>
                </c:pt>
                <c:pt idx="1048">
                  <c:v>1049</c:v>
                </c:pt>
                <c:pt idx="1049">
                  <c:v>1050</c:v>
                </c:pt>
                <c:pt idx="1050">
                  <c:v>1051</c:v>
                </c:pt>
                <c:pt idx="1051">
                  <c:v>1052</c:v>
                </c:pt>
                <c:pt idx="1052">
                  <c:v>1053</c:v>
                </c:pt>
                <c:pt idx="1053">
                  <c:v>1054</c:v>
                </c:pt>
                <c:pt idx="1054">
                  <c:v>1055</c:v>
                </c:pt>
                <c:pt idx="1055">
                  <c:v>1056</c:v>
                </c:pt>
                <c:pt idx="1056">
                  <c:v>1057</c:v>
                </c:pt>
                <c:pt idx="1057">
                  <c:v>1058</c:v>
                </c:pt>
                <c:pt idx="1058">
                  <c:v>1059</c:v>
                </c:pt>
                <c:pt idx="1059">
                  <c:v>1060</c:v>
                </c:pt>
                <c:pt idx="1060">
                  <c:v>1061</c:v>
                </c:pt>
                <c:pt idx="1061">
                  <c:v>1062</c:v>
                </c:pt>
                <c:pt idx="1062">
                  <c:v>1063</c:v>
                </c:pt>
                <c:pt idx="1063">
                  <c:v>1064</c:v>
                </c:pt>
                <c:pt idx="1064">
                  <c:v>1065</c:v>
                </c:pt>
                <c:pt idx="1065">
                  <c:v>1066</c:v>
                </c:pt>
                <c:pt idx="1066">
                  <c:v>1067</c:v>
                </c:pt>
                <c:pt idx="1067">
                  <c:v>1068</c:v>
                </c:pt>
                <c:pt idx="1068">
                  <c:v>1069</c:v>
                </c:pt>
                <c:pt idx="1069">
                  <c:v>1070</c:v>
                </c:pt>
                <c:pt idx="1070">
                  <c:v>1071</c:v>
                </c:pt>
                <c:pt idx="1071">
                  <c:v>1072</c:v>
                </c:pt>
                <c:pt idx="1072">
                  <c:v>1073</c:v>
                </c:pt>
                <c:pt idx="1073">
                  <c:v>1074</c:v>
                </c:pt>
                <c:pt idx="1074">
                  <c:v>1075</c:v>
                </c:pt>
                <c:pt idx="1075">
                  <c:v>1076</c:v>
                </c:pt>
                <c:pt idx="1076">
                  <c:v>1077</c:v>
                </c:pt>
                <c:pt idx="1077">
                  <c:v>1078</c:v>
                </c:pt>
                <c:pt idx="1078">
                  <c:v>1079</c:v>
                </c:pt>
                <c:pt idx="1079">
                  <c:v>1080</c:v>
                </c:pt>
                <c:pt idx="1080">
                  <c:v>1081</c:v>
                </c:pt>
                <c:pt idx="1081">
                  <c:v>1082</c:v>
                </c:pt>
                <c:pt idx="1082">
                  <c:v>1083</c:v>
                </c:pt>
                <c:pt idx="1083">
                  <c:v>1084</c:v>
                </c:pt>
                <c:pt idx="1084">
                  <c:v>1085</c:v>
                </c:pt>
                <c:pt idx="1085">
                  <c:v>1086</c:v>
                </c:pt>
                <c:pt idx="1086">
                  <c:v>1087</c:v>
                </c:pt>
                <c:pt idx="1087">
                  <c:v>1088</c:v>
                </c:pt>
                <c:pt idx="1088">
                  <c:v>1089</c:v>
                </c:pt>
                <c:pt idx="1089">
                  <c:v>1090</c:v>
                </c:pt>
                <c:pt idx="1090">
                  <c:v>1091</c:v>
                </c:pt>
                <c:pt idx="1091">
                  <c:v>1092</c:v>
                </c:pt>
                <c:pt idx="1092">
                  <c:v>1093</c:v>
                </c:pt>
                <c:pt idx="1093">
                  <c:v>1094</c:v>
                </c:pt>
                <c:pt idx="1094">
                  <c:v>1095</c:v>
                </c:pt>
                <c:pt idx="1095">
                  <c:v>1096</c:v>
                </c:pt>
                <c:pt idx="1096">
                  <c:v>1097</c:v>
                </c:pt>
                <c:pt idx="1097">
                  <c:v>1098</c:v>
                </c:pt>
                <c:pt idx="1098">
                  <c:v>1099</c:v>
                </c:pt>
                <c:pt idx="1099">
                  <c:v>1100</c:v>
                </c:pt>
                <c:pt idx="1100">
                  <c:v>1101</c:v>
                </c:pt>
                <c:pt idx="1101">
                  <c:v>1102</c:v>
                </c:pt>
                <c:pt idx="1102">
                  <c:v>1103</c:v>
                </c:pt>
                <c:pt idx="1103">
                  <c:v>1104</c:v>
                </c:pt>
                <c:pt idx="1104">
                  <c:v>1105</c:v>
                </c:pt>
                <c:pt idx="1105">
                  <c:v>1106</c:v>
                </c:pt>
                <c:pt idx="1106">
                  <c:v>1107</c:v>
                </c:pt>
                <c:pt idx="1107">
                  <c:v>1108</c:v>
                </c:pt>
                <c:pt idx="1108">
                  <c:v>1109</c:v>
                </c:pt>
                <c:pt idx="1109">
                  <c:v>1110</c:v>
                </c:pt>
                <c:pt idx="1110">
                  <c:v>1111</c:v>
                </c:pt>
                <c:pt idx="1111">
                  <c:v>1112</c:v>
                </c:pt>
                <c:pt idx="1112">
                  <c:v>1113</c:v>
                </c:pt>
                <c:pt idx="1113">
                  <c:v>1114</c:v>
                </c:pt>
                <c:pt idx="1114">
                  <c:v>1115</c:v>
                </c:pt>
                <c:pt idx="1115">
                  <c:v>1116</c:v>
                </c:pt>
                <c:pt idx="1116">
                  <c:v>1117</c:v>
                </c:pt>
                <c:pt idx="1117">
                  <c:v>1118</c:v>
                </c:pt>
                <c:pt idx="1118">
                  <c:v>1119</c:v>
                </c:pt>
                <c:pt idx="1119">
                  <c:v>1120</c:v>
                </c:pt>
                <c:pt idx="1120">
                  <c:v>1121</c:v>
                </c:pt>
                <c:pt idx="1121">
                  <c:v>1122</c:v>
                </c:pt>
                <c:pt idx="1122">
                  <c:v>1123</c:v>
                </c:pt>
                <c:pt idx="1123">
                  <c:v>1124</c:v>
                </c:pt>
                <c:pt idx="1124">
                  <c:v>1125</c:v>
                </c:pt>
                <c:pt idx="1125">
                  <c:v>1126</c:v>
                </c:pt>
                <c:pt idx="1126">
                  <c:v>1127</c:v>
                </c:pt>
                <c:pt idx="1127">
                  <c:v>1128</c:v>
                </c:pt>
                <c:pt idx="1128">
                  <c:v>1129</c:v>
                </c:pt>
                <c:pt idx="1129">
                  <c:v>1130</c:v>
                </c:pt>
                <c:pt idx="1130">
                  <c:v>1131</c:v>
                </c:pt>
                <c:pt idx="1131">
                  <c:v>1132</c:v>
                </c:pt>
                <c:pt idx="1132">
                  <c:v>1133</c:v>
                </c:pt>
                <c:pt idx="1133">
                  <c:v>1134</c:v>
                </c:pt>
                <c:pt idx="1134">
                  <c:v>1135</c:v>
                </c:pt>
                <c:pt idx="1135">
                  <c:v>1136</c:v>
                </c:pt>
                <c:pt idx="1136">
                  <c:v>1137</c:v>
                </c:pt>
                <c:pt idx="1137">
                  <c:v>1138</c:v>
                </c:pt>
                <c:pt idx="1138">
                  <c:v>1139</c:v>
                </c:pt>
                <c:pt idx="1139">
                  <c:v>1140</c:v>
                </c:pt>
                <c:pt idx="1140">
                  <c:v>1141</c:v>
                </c:pt>
                <c:pt idx="1141">
                  <c:v>1142</c:v>
                </c:pt>
                <c:pt idx="1142">
                  <c:v>1143</c:v>
                </c:pt>
                <c:pt idx="1143">
                  <c:v>1144</c:v>
                </c:pt>
                <c:pt idx="1144">
                  <c:v>1145</c:v>
                </c:pt>
                <c:pt idx="1145">
                  <c:v>1146</c:v>
                </c:pt>
                <c:pt idx="1146">
                  <c:v>1147</c:v>
                </c:pt>
                <c:pt idx="1147">
                  <c:v>1148</c:v>
                </c:pt>
                <c:pt idx="1148">
                  <c:v>1149</c:v>
                </c:pt>
                <c:pt idx="1149">
                  <c:v>1150</c:v>
                </c:pt>
                <c:pt idx="1150">
                  <c:v>1151</c:v>
                </c:pt>
                <c:pt idx="1151">
                  <c:v>1152</c:v>
                </c:pt>
                <c:pt idx="1152">
                  <c:v>1153</c:v>
                </c:pt>
                <c:pt idx="1153">
                  <c:v>1154</c:v>
                </c:pt>
                <c:pt idx="1154">
                  <c:v>1155</c:v>
                </c:pt>
                <c:pt idx="1155">
                  <c:v>1156</c:v>
                </c:pt>
                <c:pt idx="1156">
                  <c:v>1157</c:v>
                </c:pt>
                <c:pt idx="1157">
                  <c:v>1158</c:v>
                </c:pt>
                <c:pt idx="1158">
                  <c:v>1159</c:v>
                </c:pt>
                <c:pt idx="1159">
                  <c:v>1160</c:v>
                </c:pt>
                <c:pt idx="1160">
                  <c:v>1161</c:v>
                </c:pt>
                <c:pt idx="1161">
                  <c:v>1162</c:v>
                </c:pt>
                <c:pt idx="1162">
                  <c:v>1163</c:v>
                </c:pt>
                <c:pt idx="1163">
                  <c:v>1164</c:v>
                </c:pt>
                <c:pt idx="1164">
                  <c:v>1165</c:v>
                </c:pt>
                <c:pt idx="1165">
                  <c:v>1166</c:v>
                </c:pt>
                <c:pt idx="1166">
                  <c:v>1167</c:v>
                </c:pt>
                <c:pt idx="1167">
                  <c:v>1168</c:v>
                </c:pt>
                <c:pt idx="1168">
                  <c:v>1169</c:v>
                </c:pt>
                <c:pt idx="1169">
                  <c:v>1170</c:v>
                </c:pt>
                <c:pt idx="1170">
                  <c:v>1171</c:v>
                </c:pt>
                <c:pt idx="1171">
                  <c:v>1172</c:v>
                </c:pt>
                <c:pt idx="1172">
                  <c:v>1173</c:v>
                </c:pt>
                <c:pt idx="1173">
                  <c:v>1174</c:v>
                </c:pt>
                <c:pt idx="1174">
                  <c:v>1175</c:v>
                </c:pt>
                <c:pt idx="1175">
                  <c:v>1176</c:v>
                </c:pt>
                <c:pt idx="1176">
                  <c:v>1177</c:v>
                </c:pt>
                <c:pt idx="1177">
                  <c:v>1178</c:v>
                </c:pt>
                <c:pt idx="1178">
                  <c:v>1179</c:v>
                </c:pt>
                <c:pt idx="1179">
                  <c:v>1180</c:v>
                </c:pt>
                <c:pt idx="1180">
                  <c:v>1181</c:v>
                </c:pt>
                <c:pt idx="1181">
                  <c:v>1182</c:v>
                </c:pt>
                <c:pt idx="1182">
                  <c:v>1183</c:v>
                </c:pt>
                <c:pt idx="1183">
                  <c:v>1184</c:v>
                </c:pt>
                <c:pt idx="1184">
                  <c:v>1185</c:v>
                </c:pt>
                <c:pt idx="1185">
                  <c:v>1186</c:v>
                </c:pt>
                <c:pt idx="1186">
                  <c:v>1187</c:v>
                </c:pt>
                <c:pt idx="1187">
                  <c:v>1188</c:v>
                </c:pt>
                <c:pt idx="1188">
                  <c:v>1189</c:v>
                </c:pt>
                <c:pt idx="1189">
                  <c:v>1190</c:v>
                </c:pt>
                <c:pt idx="1190">
                  <c:v>1191</c:v>
                </c:pt>
                <c:pt idx="1191">
                  <c:v>1192</c:v>
                </c:pt>
                <c:pt idx="1192">
                  <c:v>1193</c:v>
                </c:pt>
                <c:pt idx="1193">
                  <c:v>1194</c:v>
                </c:pt>
                <c:pt idx="1194">
                  <c:v>1195</c:v>
                </c:pt>
                <c:pt idx="1195">
                  <c:v>1196</c:v>
                </c:pt>
                <c:pt idx="1196">
                  <c:v>1197</c:v>
                </c:pt>
                <c:pt idx="1197">
                  <c:v>1198</c:v>
                </c:pt>
                <c:pt idx="1198">
                  <c:v>1199</c:v>
                </c:pt>
                <c:pt idx="1199">
                  <c:v>1200</c:v>
                </c:pt>
                <c:pt idx="1200">
                  <c:v>1201</c:v>
                </c:pt>
                <c:pt idx="1201">
                  <c:v>1202</c:v>
                </c:pt>
                <c:pt idx="1202">
                  <c:v>1203</c:v>
                </c:pt>
                <c:pt idx="1203">
                  <c:v>1204</c:v>
                </c:pt>
                <c:pt idx="1204">
                  <c:v>1205</c:v>
                </c:pt>
                <c:pt idx="1205">
                  <c:v>1206</c:v>
                </c:pt>
                <c:pt idx="1206">
                  <c:v>1207</c:v>
                </c:pt>
                <c:pt idx="1207">
                  <c:v>1208</c:v>
                </c:pt>
                <c:pt idx="1208">
                  <c:v>1209</c:v>
                </c:pt>
                <c:pt idx="1209">
                  <c:v>1210</c:v>
                </c:pt>
                <c:pt idx="1210">
                  <c:v>1211</c:v>
                </c:pt>
                <c:pt idx="1211">
                  <c:v>1212</c:v>
                </c:pt>
                <c:pt idx="1212">
                  <c:v>1213</c:v>
                </c:pt>
                <c:pt idx="1213">
                  <c:v>1214</c:v>
                </c:pt>
                <c:pt idx="1214">
                  <c:v>1215</c:v>
                </c:pt>
                <c:pt idx="1215">
                  <c:v>1216</c:v>
                </c:pt>
                <c:pt idx="1216">
                  <c:v>1217</c:v>
                </c:pt>
                <c:pt idx="1217">
                  <c:v>1218</c:v>
                </c:pt>
                <c:pt idx="1218">
                  <c:v>1219</c:v>
                </c:pt>
                <c:pt idx="1219">
                  <c:v>1220</c:v>
                </c:pt>
                <c:pt idx="1220">
                  <c:v>1221</c:v>
                </c:pt>
                <c:pt idx="1221">
                  <c:v>1222</c:v>
                </c:pt>
                <c:pt idx="1222">
                  <c:v>1223</c:v>
                </c:pt>
                <c:pt idx="1223">
                  <c:v>1224</c:v>
                </c:pt>
                <c:pt idx="1224">
                  <c:v>1225</c:v>
                </c:pt>
                <c:pt idx="1225">
                  <c:v>1226</c:v>
                </c:pt>
                <c:pt idx="1226">
                  <c:v>1227</c:v>
                </c:pt>
                <c:pt idx="1227">
                  <c:v>1228</c:v>
                </c:pt>
                <c:pt idx="1228">
                  <c:v>1229</c:v>
                </c:pt>
                <c:pt idx="1229">
                  <c:v>1230</c:v>
                </c:pt>
                <c:pt idx="1230">
                  <c:v>1231</c:v>
                </c:pt>
                <c:pt idx="1231">
                  <c:v>1232</c:v>
                </c:pt>
                <c:pt idx="1232">
                  <c:v>1233</c:v>
                </c:pt>
                <c:pt idx="1233">
                  <c:v>1234</c:v>
                </c:pt>
                <c:pt idx="1234">
                  <c:v>1235</c:v>
                </c:pt>
                <c:pt idx="1235">
                  <c:v>1236</c:v>
                </c:pt>
                <c:pt idx="1236">
                  <c:v>1237</c:v>
                </c:pt>
                <c:pt idx="1237">
                  <c:v>1238</c:v>
                </c:pt>
                <c:pt idx="1238">
                  <c:v>1239</c:v>
                </c:pt>
                <c:pt idx="1239">
                  <c:v>1240</c:v>
                </c:pt>
                <c:pt idx="1240">
                  <c:v>1241</c:v>
                </c:pt>
                <c:pt idx="1241">
                  <c:v>1242</c:v>
                </c:pt>
                <c:pt idx="1242">
                  <c:v>1243</c:v>
                </c:pt>
                <c:pt idx="1243">
                  <c:v>1244</c:v>
                </c:pt>
                <c:pt idx="1244">
                  <c:v>1245</c:v>
                </c:pt>
                <c:pt idx="1245">
                  <c:v>1246</c:v>
                </c:pt>
                <c:pt idx="1246">
                  <c:v>1247</c:v>
                </c:pt>
                <c:pt idx="1247">
                  <c:v>1248</c:v>
                </c:pt>
                <c:pt idx="1248">
                  <c:v>1249</c:v>
                </c:pt>
                <c:pt idx="1249">
                  <c:v>1250</c:v>
                </c:pt>
                <c:pt idx="1250">
                  <c:v>1251</c:v>
                </c:pt>
                <c:pt idx="1251">
                  <c:v>1252</c:v>
                </c:pt>
                <c:pt idx="1252">
                  <c:v>1253</c:v>
                </c:pt>
                <c:pt idx="1253">
                  <c:v>1254</c:v>
                </c:pt>
                <c:pt idx="1254">
                  <c:v>1255</c:v>
                </c:pt>
                <c:pt idx="1255">
                  <c:v>1256</c:v>
                </c:pt>
                <c:pt idx="1256">
                  <c:v>1257</c:v>
                </c:pt>
                <c:pt idx="1257">
                  <c:v>1258</c:v>
                </c:pt>
                <c:pt idx="1258">
                  <c:v>1259</c:v>
                </c:pt>
                <c:pt idx="1259">
                  <c:v>1260</c:v>
                </c:pt>
                <c:pt idx="1260">
                  <c:v>1261</c:v>
                </c:pt>
                <c:pt idx="1261">
                  <c:v>1262</c:v>
                </c:pt>
                <c:pt idx="1262">
                  <c:v>1263</c:v>
                </c:pt>
                <c:pt idx="1263">
                  <c:v>1264</c:v>
                </c:pt>
                <c:pt idx="1264">
                  <c:v>1265</c:v>
                </c:pt>
                <c:pt idx="1265">
                  <c:v>1266</c:v>
                </c:pt>
                <c:pt idx="1266">
                  <c:v>1267</c:v>
                </c:pt>
                <c:pt idx="1267">
                  <c:v>1268</c:v>
                </c:pt>
                <c:pt idx="1268">
                  <c:v>1269</c:v>
                </c:pt>
                <c:pt idx="1269">
                  <c:v>1270</c:v>
                </c:pt>
                <c:pt idx="1270">
                  <c:v>1271</c:v>
                </c:pt>
                <c:pt idx="1271">
                  <c:v>1272</c:v>
                </c:pt>
                <c:pt idx="1272">
                  <c:v>1273</c:v>
                </c:pt>
                <c:pt idx="1273">
                  <c:v>1274</c:v>
                </c:pt>
                <c:pt idx="1274">
                  <c:v>1275</c:v>
                </c:pt>
                <c:pt idx="1275">
                  <c:v>1276</c:v>
                </c:pt>
                <c:pt idx="1276">
                  <c:v>1277</c:v>
                </c:pt>
                <c:pt idx="1277">
                  <c:v>1278</c:v>
                </c:pt>
                <c:pt idx="1278">
                  <c:v>1279</c:v>
                </c:pt>
                <c:pt idx="1279">
                  <c:v>1280</c:v>
                </c:pt>
                <c:pt idx="1280">
                  <c:v>1281</c:v>
                </c:pt>
                <c:pt idx="1281">
                  <c:v>1282</c:v>
                </c:pt>
                <c:pt idx="1282">
                  <c:v>1283</c:v>
                </c:pt>
                <c:pt idx="1283">
                  <c:v>1284</c:v>
                </c:pt>
                <c:pt idx="1284">
                  <c:v>1285</c:v>
                </c:pt>
                <c:pt idx="1285">
                  <c:v>1286</c:v>
                </c:pt>
                <c:pt idx="1286">
                  <c:v>1287</c:v>
                </c:pt>
                <c:pt idx="1287">
                  <c:v>1288</c:v>
                </c:pt>
                <c:pt idx="1288">
                  <c:v>1289</c:v>
                </c:pt>
                <c:pt idx="1289">
                  <c:v>1290</c:v>
                </c:pt>
                <c:pt idx="1290">
                  <c:v>1291</c:v>
                </c:pt>
                <c:pt idx="1291">
                  <c:v>1292</c:v>
                </c:pt>
                <c:pt idx="1292">
                  <c:v>1293</c:v>
                </c:pt>
                <c:pt idx="1293">
                  <c:v>1294</c:v>
                </c:pt>
                <c:pt idx="1294">
                  <c:v>1295</c:v>
                </c:pt>
                <c:pt idx="1295">
                  <c:v>1296</c:v>
                </c:pt>
                <c:pt idx="1296">
                  <c:v>1297</c:v>
                </c:pt>
                <c:pt idx="1297">
                  <c:v>1298</c:v>
                </c:pt>
                <c:pt idx="1298">
                  <c:v>1299</c:v>
                </c:pt>
                <c:pt idx="1299">
                  <c:v>1300</c:v>
                </c:pt>
                <c:pt idx="1300">
                  <c:v>1301</c:v>
                </c:pt>
                <c:pt idx="1301">
                  <c:v>1302</c:v>
                </c:pt>
                <c:pt idx="1302">
                  <c:v>1303</c:v>
                </c:pt>
                <c:pt idx="1303">
                  <c:v>1304</c:v>
                </c:pt>
                <c:pt idx="1304">
                  <c:v>1305</c:v>
                </c:pt>
                <c:pt idx="1305">
                  <c:v>1306</c:v>
                </c:pt>
                <c:pt idx="1306">
                  <c:v>1307</c:v>
                </c:pt>
                <c:pt idx="1307">
                  <c:v>1308</c:v>
                </c:pt>
                <c:pt idx="1308">
                  <c:v>1309</c:v>
                </c:pt>
                <c:pt idx="1309">
                  <c:v>1310</c:v>
                </c:pt>
                <c:pt idx="1310">
                  <c:v>1311</c:v>
                </c:pt>
                <c:pt idx="1311">
                  <c:v>1312</c:v>
                </c:pt>
                <c:pt idx="1312">
                  <c:v>1313</c:v>
                </c:pt>
                <c:pt idx="1313">
                  <c:v>1314</c:v>
                </c:pt>
                <c:pt idx="1314">
                  <c:v>1315</c:v>
                </c:pt>
                <c:pt idx="1315">
                  <c:v>1316</c:v>
                </c:pt>
                <c:pt idx="1316">
                  <c:v>1317</c:v>
                </c:pt>
                <c:pt idx="1317">
                  <c:v>1318</c:v>
                </c:pt>
                <c:pt idx="1318">
                  <c:v>1319</c:v>
                </c:pt>
                <c:pt idx="1319">
                  <c:v>1320</c:v>
                </c:pt>
                <c:pt idx="1320">
                  <c:v>1321</c:v>
                </c:pt>
                <c:pt idx="1321">
                  <c:v>1322</c:v>
                </c:pt>
                <c:pt idx="1322">
                  <c:v>1323</c:v>
                </c:pt>
                <c:pt idx="1323">
                  <c:v>1324</c:v>
                </c:pt>
                <c:pt idx="1324">
                  <c:v>1325</c:v>
                </c:pt>
                <c:pt idx="1325">
                  <c:v>1326</c:v>
                </c:pt>
                <c:pt idx="1326">
                  <c:v>1327</c:v>
                </c:pt>
                <c:pt idx="1327">
                  <c:v>1328</c:v>
                </c:pt>
                <c:pt idx="1328">
                  <c:v>1329</c:v>
                </c:pt>
                <c:pt idx="1329">
                  <c:v>1330</c:v>
                </c:pt>
                <c:pt idx="1330">
                  <c:v>1331</c:v>
                </c:pt>
                <c:pt idx="1331">
                  <c:v>1332</c:v>
                </c:pt>
                <c:pt idx="1332">
                  <c:v>1333</c:v>
                </c:pt>
                <c:pt idx="1333">
                  <c:v>1334</c:v>
                </c:pt>
                <c:pt idx="1334">
                  <c:v>1335</c:v>
                </c:pt>
                <c:pt idx="1335">
                  <c:v>1336</c:v>
                </c:pt>
                <c:pt idx="1336">
                  <c:v>1337</c:v>
                </c:pt>
                <c:pt idx="1337">
                  <c:v>1338</c:v>
                </c:pt>
                <c:pt idx="1338">
                  <c:v>1339</c:v>
                </c:pt>
                <c:pt idx="1339">
                  <c:v>1340</c:v>
                </c:pt>
                <c:pt idx="1340">
                  <c:v>1341</c:v>
                </c:pt>
                <c:pt idx="1341">
                  <c:v>1342</c:v>
                </c:pt>
                <c:pt idx="1342">
                  <c:v>1343</c:v>
                </c:pt>
                <c:pt idx="1343">
                  <c:v>1344</c:v>
                </c:pt>
                <c:pt idx="1344">
                  <c:v>1345</c:v>
                </c:pt>
                <c:pt idx="1345">
                  <c:v>1346</c:v>
                </c:pt>
                <c:pt idx="1346">
                  <c:v>1347</c:v>
                </c:pt>
                <c:pt idx="1347">
                  <c:v>1348</c:v>
                </c:pt>
                <c:pt idx="1348">
                  <c:v>1349</c:v>
                </c:pt>
                <c:pt idx="1349">
                  <c:v>1350</c:v>
                </c:pt>
                <c:pt idx="1350">
                  <c:v>1351</c:v>
                </c:pt>
                <c:pt idx="1351">
                  <c:v>1352</c:v>
                </c:pt>
                <c:pt idx="1352">
                  <c:v>1353</c:v>
                </c:pt>
                <c:pt idx="1353">
                  <c:v>1354</c:v>
                </c:pt>
                <c:pt idx="1354">
                  <c:v>1355</c:v>
                </c:pt>
                <c:pt idx="1355">
                  <c:v>1356</c:v>
                </c:pt>
                <c:pt idx="1356">
                  <c:v>1357</c:v>
                </c:pt>
                <c:pt idx="1357">
                  <c:v>1358</c:v>
                </c:pt>
                <c:pt idx="1358">
                  <c:v>1359</c:v>
                </c:pt>
                <c:pt idx="1359">
                  <c:v>1360</c:v>
                </c:pt>
                <c:pt idx="1360">
                  <c:v>1361</c:v>
                </c:pt>
                <c:pt idx="1361">
                  <c:v>1362</c:v>
                </c:pt>
                <c:pt idx="1362">
                  <c:v>1363</c:v>
                </c:pt>
                <c:pt idx="1363">
                  <c:v>1364</c:v>
                </c:pt>
                <c:pt idx="1364">
                  <c:v>1365</c:v>
                </c:pt>
                <c:pt idx="1365">
                  <c:v>1366</c:v>
                </c:pt>
                <c:pt idx="1366">
                  <c:v>1367</c:v>
                </c:pt>
                <c:pt idx="1367">
                  <c:v>1368</c:v>
                </c:pt>
                <c:pt idx="1368">
                  <c:v>1369</c:v>
                </c:pt>
                <c:pt idx="1369">
                  <c:v>1370</c:v>
                </c:pt>
                <c:pt idx="1370">
                  <c:v>1371</c:v>
                </c:pt>
                <c:pt idx="1371">
                  <c:v>1372</c:v>
                </c:pt>
                <c:pt idx="1372">
                  <c:v>1373</c:v>
                </c:pt>
                <c:pt idx="1373">
                  <c:v>1374</c:v>
                </c:pt>
                <c:pt idx="1374">
                  <c:v>1375</c:v>
                </c:pt>
                <c:pt idx="1375">
                  <c:v>1376</c:v>
                </c:pt>
                <c:pt idx="1376">
                  <c:v>1377</c:v>
                </c:pt>
                <c:pt idx="1377">
                  <c:v>1378</c:v>
                </c:pt>
                <c:pt idx="1378">
                  <c:v>1379</c:v>
                </c:pt>
                <c:pt idx="1379">
                  <c:v>1380</c:v>
                </c:pt>
                <c:pt idx="1380">
                  <c:v>1381</c:v>
                </c:pt>
                <c:pt idx="1381">
                  <c:v>1382</c:v>
                </c:pt>
                <c:pt idx="1382">
                  <c:v>1383</c:v>
                </c:pt>
                <c:pt idx="1383">
                  <c:v>1384</c:v>
                </c:pt>
                <c:pt idx="1384">
                  <c:v>1385</c:v>
                </c:pt>
                <c:pt idx="1385">
                  <c:v>1386</c:v>
                </c:pt>
                <c:pt idx="1386">
                  <c:v>1387</c:v>
                </c:pt>
                <c:pt idx="1387">
                  <c:v>1388</c:v>
                </c:pt>
                <c:pt idx="1388">
                  <c:v>1389</c:v>
                </c:pt>
                <c:pt idx="1389">
                  <c:v>1390</c:v>
                </c:pt>
                <c:pt idx="1390">
                  <c:v>1391</c:v>
                </c:pt>
                <c:pt idx="1391">
                  <c:v>1392</c:v>
                </c:pt>
                <c:pt idx="1392">
                  <c:v>1393</c:v>
                </c:pt>
                <c:pt idx="1393">
                  <c:v>1394</c:v>
                </c:pt>
                <c:pt idx="1394">
                  <c:v>1395</c:v>
                </c:pt>
                <c:pt idx="1395">
                  <c:v>1396</c:v>
                </c:pt>
                <c:pt idx="1396">
                  <c:v>1397</c:v>
                </c:pt>
                <c:pt idx="1397">
                  <c:v>1398</c:v>
                </c:pt>
                <c:pt idx="1398">
                  <c:v>1399</c:v>
                </c:pt>
                <c:pt idx="1399">
                  <c:v>1400</c:v>
                </c:pt>
                <c:pt idx="1400">
                  <c:v>1401</c:v>
                </c:pt>
                <c:pt idx="1401">
                  <c:v>1402</c:v>
                </c:pt>
                <c:pt idx="1402">
                  <c:v>1403</c:v>
                </c:pt>
                <c:pt idx="1403">
                  <c:v>1404</c:v>
                </c:pt>
                <c:pt idx="1404">
                  <c:v>1405</c:v>
                </c:pt>
                <c:pt idx="1405">
                  <c:v>1406</c:v>
                </c:pt>
                <c:pt idx="1406">
                  <c:v>1407</c:v>
                </c:pt>
                <c:pt idx="1407">
                  <c:v>1408</c:v>
                </c:pt>
                <c:pt idx="1408">
                  <c:v>1409</c:v>
                </c:pt>
                <c:pt idx="1409">
                  <c:v>1410</c:v>
                </c:pt>
                <c:pt idx="1410">
                  <c:v>1411</c:v>
                </c:pt>
                <c:pt idx="1411">
                  <c:v>1412</c:v>
                </c:pt>
                <c:pt idx="1412">
                  <c:v>1413</c:v>
                </c:pt>
                <c:pt idx="1413">
                  <c:v>1414</c:v>
                </c:pt>
                <c:pt idx="1414">
                  <c:v>1415</c:v>
                </c:pt>
                <c:pt idx="1415">
                  <c:v>1416</c:v>
                </c:pt>
                <c:pt idx="1416">
                  <c:v>1417</c:v>
                </c:pt>
                <c:pt idx="1417">
                  <c:v>1418</c:v>
                </c:pt>
                <c:pt idx="1418">
                  <c:v>1419</c:v>
                </c:pt>
                <c:pt idx="1419">
                  <c:v>1420</c:v>
                </c:pt>
                <c:pt idx="1420">
                  <c:v>1421</c:v>
                </c:pt>
                <c:pt idx="1421">
                  <c:v>1422</c:v>
                </c:pt>
                <c:pt idx="1422">
                  <c:v>1423</c:v>
                </c:pt>
                <c:pt idx="1423">
                  <c:v>1424</c:v>
                </c:pt>
                <c:pt idx="1424">
                  <c:v>1425</c:v>
                </c:pt>
                <c:pt idx="1425">
                  <c:v>1426</c:v>
                </c:pt>
                <c:pt idx="1426">
                  <c:v>1427</c:v>
                </c:pt>
                <c:pt idx="1427">
                  <c:v>1428</c:v>
                </c:pt>
                <c:pt idx="1428">
                  <c:v>1429</c:v>
                </c:pt>
                <c:pt idx="1429">
                  <c:v>1430</c:v>
                </c:pt>
                <c:pt idx="1430">
                  <c:v>1431</c:v>
                </c:pt>
                <c:pt idx="1431">
                  <c:v>1432</c:v>
                </c:pt>
                <c:pt idx="1432">
                  <c:v>1433</c:v>
                </c:pt>
                <c:pt idx="1433">
                  <c:v>1434</c:v>
                </c:pt>
                <c:pt idx="1434">
                  <c:v>1435</c:v>
                </c:pt>
                <c:pt idx="1435">
                  <c:v>1436</c:v>
                </c:pt>
                <c:pt idx="1436">
                  <c:v>1437</c:v>
                </c:pt>
                <c:pt idx="1437">
                  <c:v>1438</c:v>
                </c:pt>
                <c:pt idx="1438">
                  <c:v>1439</c:v>
                </c:pt>
                <c:pt idx="1439">
                  <c:v>1440</c:v>
                </c:pt>
                <c:pt idx="1440">
                  <c:v>1441</c:v>
                </c:pt>
                <c:pt idx="1441">
                  <c:v>1442</c:v>
                </c:pt>
                <c:pt idx="1442">
                  <c:v>1443</c:v>
                </c:pt>
                <c:pt idx="1443">
                  <c:v>1444</c:v>
                </c:pt>
                <c:pt idx="1444">
                  <c:v>1445</c:v>
                </c:pt>
                <c:pt idx="1445">
                  <c:v>1446</c:v>
                </c:pt>
                <c:pt idx="1446">
                  <c:v>1447</c:v>
                </c:pt>
                <c:pt idx="1447">
                  <c:v>1448</c:v>
                </c:pt>
                <c:pt idx="1448">
                  <c:v>1449</c:v>
                </c:pt>
                <c:pt idx="1449">
                  <c:v>1450</c:v>
                </c:pt>
                <c:pt idx="1450">
                  <c:v>1451</c:v>
                </c:pt>
                <c:pt idx="1451">
                  <c:v>1452</c:v>
                </c:pt>
                <c:pt idx="1452">
                  <c:v>1453</c:v>
                </c:pt>
                <c:pt idx="1453">
                  <c:v>1454</c:v>
                </c:pt>
                <c:pt idx="1454">
                  <c:v>1455</c:v>
                </c:pt>
                <c:pt idx="1455">
                  <c:v>1456</c:v>
                </c:pt>
                <c:pt idx="1456">
                  <c:v>1457</c:v>
                </c:pt>
                <c:pt idx="1457">
                  <c:v>1458</c:v>
                </c:pt>
                <c:pt idx="1458">
                  <c:v>1459</c:v>
                </c:pt>
                <c:pt idx="1459">
                  <c:v>1460</c:v>
                </c:pt>
                <c:pt idx="1460">
                  <c:v>1461</c:v>
                </c:pt>
                <c:pt idx="1461">
                  <c:v>1462</c:v>
                </c:pt>
                <c:pt idx="1462">
                  <c:v>1463</c:v>
                </c:pt>
                <c:pt idx="1463">
                  <c:v>1464</c:v>
                </c:pt>
                <c:pt idx="1464">
                  <c:v>1465</c:v>
                </c:pt>
                <c:pt idx="1465">
                  <c:v>1466</c:v>
                </c:pt>
                <c:pt idx="1466">
                  <c:v>1467</c:v>
                </c:pt>
                <c:pt idx="1467">
                  <c:v>1468</c:v>
                </c:pt>
                <c:pt idx="1468">
                  <c:v>1469</c:v>
                </c:pt>
                <c:pt idx="1469">
                  <c:v>1470</c:v>
                </c:pt>
                <c:pt idx="1470">
                  <c:v>1471</c:v>
                </c:pt>
                <c:pt idx="1471">
                  <c:v>1472</c:v>
                </c:pt>
                <c:pt idx="1472">
                  <c:v>1473</c:v>
                </c:pt>
                <c:pt idx="1473">
                  <c:v>1474</c:v>
                </c:pt>
                <c:pt idx="1474">
                  <c:v>1475</c:v>
                </c:pt>
                <c:pt idx="1475">
                  <c:v>1476</c:v>
                </c:pt>
                <c:pt idx="1476">
                  <c:v>1477</c:v>
                </c:pt>
                <c:pt idx="1477">
                  <c:v>1478</c:v>
                </c:pt>
                <c:pt idx="1478">
                  <c:v>1479</c:v>
                </c:pt>
                <c:pt idx="1479">
                  <c:v>1480</c:v>
                </c:pt>
                <c:pt idx="1480">
                  <c:v>1481</c:v>
                </c:pt>
                <c:pt idx="1481">
                  <c:v>1482</c:v>
                </c:pt>
                <c:pt idx="1482">
                  <c:v>1483</c:v>
                </c:pt>
                <c:pt idx="1483">
                  <c:v>1484</c:v>
                </c:pt>
                <c:pt idx="1484">
                  <c:v>1485</c:v>
                </c:pt>
                <c:pt idx="1485">
                  <c:v>1486</c:v>
                </c:pt>
                <c:pt idx="1486">
                  <c:v>1487</c:v>
                </c:pt>
                <c:pt idx="1487">
                  <c:v>1488</c:v>
                </c:pt>
                <c:pt idx="1488">
                  <c:v>1489</c:v>
                </c:pt>
                <c:pt idx="1489">
                  <c:v>1490</c:v>
                </c:pt>
                <c:pt idx="1490">
                  <c:v>1491</c:v>
                </c:pt>
                <c:pt idx="1491">
                  <c:v>1492</c:v>
                </c:pt>
                <c:pt idx="1492">
                  <c:v>1493</c:v>
                </c:pt>
                <c:pt idx="1493">
                  <c:v>1494</c:v>
                </c:pt>
                <c:pt idx="1494">
                  <c:v>1495</c:v>
                </c:pt>
                <c:pt idx="1495">
                  <c:v>1496</c:v>
                </c:pt>
                <c:pt idx="1496">
                  <c:v>1497</c:v>
                </c:pt>
                <c:pt idx="1497">
                  <c:v>1498</c:v>
                </c:pt>
                <c:pt idx="1498">
                  <c:v>1499</c:v>
                </c:pt>
                <c:pt idx="1499">
                  <c:v>1500</c:v>
                </c:pt>
                <c:pt idx="1500">
                  <c:v>1501</c:v>
                </c:pt>
                <c:pt idx="1501">
                  <c:v>1502</c:v>
                </c:pt>
                <c:pt idx="1502">
                  <c:v>1503</c:v>
                </c:pt>
                <c:pt idx="1503">
                  <c:v>1504</c:v>
                </c:pt>
                <c:pt idx="1504">
                  <c:v>1505</c:v>
                </c:pt>
                <c:pt idx="1505">
                  <c:v>1506</c:v>
                </c:pt>
                <c:pt idx="1506">
                  <c:v>1507</c:v>
                </c:pt>
                <c:pt idx="1507">
                  <c:v>1508</c:v>
                </c:pt>
                <c:pt idx="1508">
                  <c:v>1509</c:v>
                </c:pt>
                <c:pt idx="1509">
                  <c:v>1510</c:v>
                </c:pt>
                <c:pt idx="1510">
                  <c:v>1511</c:v>
                </c:pt>
                <c:pt idx="1511">
                  <c:v>1512</c:v>
                </c:pt>
                <c:pt idx="1512">
                  <c:v>1513</c:v>
                </c:pt>
                <c:pt idx="1513">
                  <c:v>1514</c:v>
                </c:pt>
                <c:pt idx="1514">
                  <c:v>1515</c:v>
                </c:pt>
                <c:pt idx="1515">
                  <c:v>1516</c:v>
                </c:pt>
                <c:pt idx="1516">
                  <c:v>1517</c:v>
                </c:pt>
                <c:pt idx="1517">
                  <c:v>1518</c:v>
                </c:pt>
                <c:pt idx="1518">
                  <c:v>1519</c:v>
                </c:pt>
                <c:pt idx="1519">
                  <c:v>1520</c:v>
                </c:pt>
                <c:pt idx="1520">
                  <c:v>1521</c:v>
                </c:pt>
                <c:pt idx="1521">
                  <c:v>1522</c:v>
                </c:pt>
                <c:pt idx="1522">
                  <c:v>1523</c:v>
                </c:pt>
                <c:pt idx="1523">
                  <c:v>1524</c:v>
                </c:pt>
                <c:pt idx="1524">
                  <c:v>1525</c:v>
                </c:pt>
                <c:pt idx="1525">
                  <c:v>1526</c:v>
                </c:pt>
                <c:pt idx="1526">
                  <c:v>1527</c:v>
                </c:pt>
                <c:pt idx="1527">
                  <c:v>1528</c:v>
                </c:pt>
                <c:pt idx="1528">
                  <c:v>1529</c:v>
                </c:pt>
                <c:pt idx="1529">
                  <c:v>1530</c:v>
                </c:pt>
                <c:pt idx="1530">
                  <c:v>1531</c:v>
                </c:pt>
                <c:pt idx="1531">
                  <c:v>1532</c:v>
                </c:pt>
                <c:pt idx="1532">
                  <c:v>1533</c:v>
                </c:pt>
                <c:pt idx="1533">
                  <c:v>1534</c:v>
                </c:pt>
                <c:pt idx="1534">
                  <c:v>1535</c:v>
                </c:pt>
                <c:pt idx="1535">
                  <c:v>1536</c:v>
                </c:pt>
                <c:pt idx="1536">
                  <c:v>1537</c:v>
                </c:pt>
                <c:pt idx="1537">
                  <c:v>1538</c:v>
                </c:pt>
                <c:pt idx="1538">
                  <c:v>1539</c:v>
                </c:pt>
                <c:pt idx="1539">
                  <c:v>1540</c:v>
                </c:pt>
                <c:pt idx="1540">
                  <c:v>1541</c:v>
                </c:pt>
                <c:pt idx="1541">
                  <c:v>1542</c:v>
                </c:pt>
                <c:pt idx="1542">
                  <c:v>1543</c:v>
                </c:pt>
                <c:pt idx="1543">
                  <c:v>1544</c:v>
                </c:pt>
                <c:pt idx="1544">
                  <c:v>1545</c:v>
                </c:pt>
                <c:pt idx="1545">
                  <c:v>1546</c:v>
                </c:pt>
                <c:pt idx="1546">
                  <c:v>1547</c:v>
                </c:pt>
                <c:pt idx="1547">
                  <c:v>1548</c:v>
                </c:pt>
                <c:pt idx="1548">
                  <c:v>1549</c:v>
                </c:pt>
                <c:pt idx="1549">
                  <c:v>1550</c:v>
                </c:pt>
                <c:pt idx="1550">
                  <c:v>1551</c:v>
                </c:pt>
                <c:pt idx="1551">
                  <c:v>1552</c:v>
                </c:pt>
                <c:pt idx="1552">
                  <c:v>1553</c:v>
                </c:pt>
                <c:pt idx="1553">
                  <c:v>1554</c:v>
                </c:pt>
                <c:pt idx="1554">
                  <c:v>1555</c:v>
                </c:pt>
                <c:pt idx="1555">
                  <c:v>1556</c:v>
                </c:pt>
                <c:pt idx="1556">
                  <c:v>1557</c:v>
                </c:pt>
                <c:pt idx="1557">
                  <c:v>1558</c:v>
                </c:pt>
                <c:pt idx="1558">
                  <c:v>1559</c:v>
                </c:pt>
                <c:pt idx="1559">
                  <c:v>1560</c:v>
                </c:pt>
                <c:pt idx="1560">
                  <c:v>1561</c:v>
                </c:pt>
                <c:pt idx="1561">
                  <c:v>1562</c:v>
                </c:pt>
                <c:pt idx="1562">
                  <c:v>1563</c:v>
                </c:pt>
                <c:pt idx="1563">
                  <c:v>1564</c:v>
                </c:pt>
                <c:pt idx="1564">
                  <c:v>1565</c:v>
                </c:pt>
                <c:pt idx="1565">
                  <c:v>1566</c:v>
                </c:pt>
                <c:pt idx="1566">
                  <c:v>1567</c:v>
                </c:pt>
                <c:pt idx="1567">
                  <c:v>1568</c:v>
                </c:pt>
                <c:pt idx="1568">
                  <c:v>1569</c:v>
                </c:pt>
                <c:pt idx="1569">
                  <c:v>1570</c:v>
                </c:pt>
                <c:pt idx="1570">
                  <c:v>1571</c:v>
                </c:pt>
                <c:pt idx="1571">
                  <c:v>1572</c:v>
                </c:pt>
                <c:pt idx="1572">
                  <c:v>1573</c:v>
                </c:pt>
                <c:pt idx="1573">
                  <c:v>1574</c:v>
                </c:pt>
                <c:pt idx="1574">
                  <c:v>1575</c:v>
                </c:pt>
                <c:pt idx="1575">
                  <c:v>1576</c:v>
                </c:pt>
                <c:pt idx="1576">
                  <c:v>1577</c:v>
                </c:pt>
                <c:pt idx="1577">
                  <c:v>1578</c:v>
                </c:pt>
                <c:pt idx="1578">
                  <c:v>1579</c:v>
                </c:pt>
                <c:pt idx="1579">
                  <c:v>1580</c:v>
                </c:pt>
                <c:pt idx="1580">
                  <c:v>1581</c:v>
                </c:pt>
                <c:pt idx="1581">
                  <c:v>1582</c:v>
                </c:pt>
                <c:pt idx="1582">
                  <c:v>1583</c:v>
                </c:pt>
                <c:pt idx="1583">
                  <c:v>1584</c:v>
                </c:pt>
                <c:pt idx="1584">
                  <c:v>1585</c:v>
                </c:pt>
                <c:pt idx="1585">
                  <c:v>1586</c:v>
                </c:pt>
                <c:pt idx="1586">
                  <c:v>1587</c:v>
                </c:pt>
                <c:pt idx="1587">
                  <c:v>1588</c:v>
                </c:pt>
                <c:pt idx="1588">
                  <c:v>1589</c:v>
                </c:pt>
                <c:pt idx="1589">
                  <c:v>1590</c:v>
                </c:pt>
                <c:pt idx="1590">
                  <c:v>1591</c:v>
                </c:pt>
                <c:pt idx="1591">
                  <c:v>1592</c:v>
                </c:pt>
                <c:pt idx="1592">
                  <c:v>1593</c:v>
                </c:pt>
                <c:pt idx="1593">
                  <c:v>1594</c:v>
                </c:pt>
                <c:pt idx="1594">
                  <c:v>1595</c:v>
                </c:pt>
                <c:pt idx="1595">
                  <c:v>1596</c:v>
                </c:pt>
                <c:pt idx="1596">
                  <c:v>1597</c:v>
                </c:pt>
                <c:pt idx="1597">
                  <c:v>1598</c:v>
                </c:pt>
                <c:pt idx="1598">
                  <c:v>1599</c:v>
                </c:pt>
                <c:pt idx="1599">
                  <c:v>1600</c:v>
                </c:pt>
                <c:pt idx="1600">
                  <c:v>1601</c:v>
                </c:pt>
                <c:pt idx="1601">
                  <c:v>1602</c:v>
                </c:pt>
                <c:pt idx="1602">
                  <c:v>1603</c:v>
                </c:pt>
                <c:pt idx="1603">
                  <c:v>1604</c:v>
                </c:pt>
                <c:pt idx="1604">
                  <c:v>1605</c:v>
                </c:pt>
                <c:pt idx="1605">
                  <c:v>1606</c:v>
                </c:pt>
                <c:pt idx="1606">
                  <c:v>1607</c:v>
                </c:pt>
                <c:pt idx="1607">
                  <c:v>1608</c:v>
                </c:pt>
                <c:pt idx="1608">
                  <c:v>1609</c:v>
                </c:pt>
                <c:pt idx="1609">
                  <c:v>1610</c:v>
                </c:pt>
                <c:pt idx="1610">
                  <c:v>1611</c:v>
                </c:pt>
                <c:pt idx="1611">
                  <c:v>1612</c:v>
                </c:pt>
                <c:pt idx="1612">
                  <c:v>1613</c:v>
                </c:pt>
                <c:pt idx="1613">
                  <c:v>1614</c:v>
                </c:pt>
                <c:pt idx="1614">
                  <c:v>1615</c:v>
                </c:pt>
                <c:pt idx="1615">
                  <c:v>1616</c:v>
                </c:pt>
                <c:pt idx="1616">
                  <c:v>1617</c:v>
                </c:pt>
                <c:pt idx="1617">
                  <c:v>1618</c:v>
                </c:pt>
                <c:pt idx="1618">
                  <c:v>1619</c:v>
                </c:pt>
                <c:pt idx="1619">
                  <c:v>1620</c:v>
                </c:pt>
                <c:pt idx="1620">
                  <c:v>1621</c:v>
                </c:pt>
                <c:pt idx="1621">
                  <c:v>1622</c:v>
                </c:pt>
                <c:pt idx="1622">
                  <c:v>1623</c:v>
                </c:pt>
                <c:pt idx="1623">
                  <c:v>1624</c:v>
                </c:pt>
                <c:pt idx="1624">
                  <c:v>1625</c:v>
                </c:pt>
                <c:pt idx="1625">
                  <c:v>1626</c:v>
                </c:pt>
                <c:pt idx="1626">
                  <c:v>1627</c:v>
                </c:pt>
                <c:pt idx="1627">
                  <c:v>1628</c:v>
                </c:pt>
                <c:pt idx="1628">
                  <c:v>1629</c:v>
                </c:pt>
                <c:pt idx="1629">
                  <c:v>1630</c:v>
                </c:pt>
                <c:pt idx="1630">
                  <c:v>1631</c:v>
                </c:pt>
                <c:pt idx="1631">
                  <c:v>1632</c:v>
                </c:pt>
                <c:pt idx="1632">
                  <c:v>1633</c:v>
                </c:pt>
                <c:pt idx="1633">
                  <c:v>1634</c:v>
                </c:pt>
                <c:pt idx="1634">
                  <c:v>1635</c:v>
                </c:pt>
                <c:pt idx="1635">
                  <c:v>1636</c:v>
                </c:pt>
                <c:pt idx="1636">
                  <c:v>1637</c:v>
                </c:pt>
                <c:pt idx="1637">
                  <c:v>1638</c:v>
                </c:pt>
                <c:pt idx="1638">
                  <c:v>1639</c:v>
                </c:pt>
                <c:pt idx="1639">
                  <c:v>1640</c:v>
                </c:pt>
                <c:pt idx="1640">
                  <c:v>1641</c:v>
                </c:pt>
                <c:pt idx="1641">
                  <c:v>1642</c:v>
                </c:pt>
                <c:pt idx="1642">
                  <c:v>1643</c:v>
                </c:pt>
                <c:pt idx="1643">
                  <c:v>1644</c:v>
                </c:pt>
                <c:pt idx="1644">
                  <c:v>1645</c:v>
                </c:pt>
                <c:pt idx="1645">
                  <c:v>1646</c:v>
                </c:pt>
                <c:pt idx="1646">
                  <c:v>1647</c:v>
                </c:pt>
                <c:pt idx="1647">
                  <c:v>1648</c:v>
                </c:pt>
                <c:pt idx="1648">
                  <c:v>1649</c:v>
                </c:pt>
                <c:pt idx="1649">
                  <c:v>1650</c:v>
                </c:pt>
                <c:pt idx="1650">
                  <c:v>1651</c:v>
                </c:pt>
                <c:pt idx="1651">
                  <c:v>1652</c:v>
                </c:pt>
                <c:pt idx="1652">
                  <c:v>1653</c:v>
                </c:pt>
                <c:pt idx="1653">
                  <c:v>1654</c:v>
                </c:pt>
                <c:pt idx="1654">
                  <c:v>1655</c:v>
                </c:pt>
                <c:pt idx="1655">
                  <c:v>1656</c:v>
                </c:pt>
                <c:pt idx="1656">
                  <c:v>1657</c:v>
                </c:pt>
                <c:pt idx="1657">
                  <c:v>1658</c:v>
                </c:pt>
                <c:pt idx="1658">
                  <c:v>1659</c:v>
                </c:pt>
                <c:pt idx="1659">
                  <c:v>1660</c:v>
                </c:pt>
                <c:pt idx="1660">
                  <c:v>1661</c:v>
                </c:pt>
                <c:pt idx="1661">
                  <c:v>1662</c:v>
                </c:pt>
                <c:pt idx="1662">
                  <c:v>1663</c:v>
                </c:pt>
                <c:pt idx="1663">
                  <c:v>1664</c:v>
                </c:pt>
                <c:pt idx="1664">
                  <c:v>1665</c:v>
                </c:pt>
                <c:pt idx="1665">
                  <c:v>1666</c:v>
                </c:pt>
                <c:pt idx="1666">
                  <c:v>1667</c:v>
                </c:pt>
                <c:pt idx="1667">
                  <c:v>1668</c:v>
                </c:pt>
                <c:pt idx="1668">
                  <c:v>1669</c:v>
                </c:pt>
                <c:pt idx="1669">
                  <c:v>1670</c:v>
                </c:pt>
                <c:pt idx="1670">
                  <c:v>1671</c:v>
                </c:pt>
                <c:pt idx="1671">
                  <c:v>1672</c:v>
                </c:pt>
                <c:pt idx="1672">
                  <c:v>1673</c:v>
                </c:pt>
                <c:pt idx="1673">
                  <c:v>1674</c:v>
                </c:pt>
                <c:pt idx="1674">
                  <c:v>1675</c:v>
                </c:pt>
                <c:pt idx="1675">
                  <c:v>1676</c:v>
                </c:pt>
                <c:pt idx="1676">
                  <c:v>1677</c:v>
                </c:pt>
                <c:pt idx="1677">
                  <c:v>1678</c:v>
                </c:pt>
                <c:pt idx="1678">
                  <c:v>1679</c:v>
                </c:pt>
                <c:pt idx="1679">
                  <c:v>1680</c:v>
                </c:pt>
                <c:pt idx="1680">
                  <c:v>1681</c:v>
                </c:pt>
                <c:pt idx="1681">
                  <c:v>1682</c:v>
                </c:pt>
                <c:pt idx="1682">
                  <c:v>1683</c:v>
                </c:pt>
                <c:pt idx="1683">
                  <c:v>1684</c:v>
                </c:pt>
                <c:pt idx="1684">
                  <c:v>1685</c:v>
                </c:pt>
                <c:pt idx="1685">
                  <c:v>1686</c:v>
                </c:pt>
                <c:pt idx="1686">
                  <c:v>1687</c:v>
                </c:pt>
                <c:pt idx="1687">
                  <c:v>1688</c:v>
                </c:pt>
                <c:pt idx="1688">
                  <c:v>1689</c:v>
                </c:pt>
                <c:pt idx="1689">
                  <c:v>1690</c:v>
                </c:pt>
                <c:pt idx="1690">
                  <c:v>1691</c:v>
                </c:pt>
                <c:pt idx="1691">
                  <c:v>1692</c:v>
                </c:pt>
                <c:pt idx="1692">
                  <c:v>1693</c:v>
                </c:pt>
                <c:pt idx="1693">
                  <c:v>1694</c:v>
                </c:pt>
                <c:pt idx="1694">
                  <c:v>1695</c:v>
                </c:pt>
                <c:pt idx="1695">
                  <c:v>1696</c:v>
                </c:pt>
                <c:pt idx="1696">
                  <c:v>1697</c:v>
                </c:pt>
                <c:pt idx="1697">
                  <c:v>1698</c:v>
                </c:pt>
                <c:pt idx="1698">
                  <c:v>1699</c:v>
                </c:pt>
                <c:pt idx="1699">
                  <c:v>1700</c:v>
                </c:pt>
                <c:pt idx="1700">
                  <c:v>1701</c:v>
                </c:pt>
                <c:pt idx="1701">
                  <c:v>1702</c:v>
                </c:pt>
                <c:pt idx="1702">
                  <c:v>1703</c:v>
                </c:pt>
                <c:pt idx="1703">
                  <c:v>1704</c:v>
                </c:pt>
                <c:pt idx="1704">
                  <c:v>1705</c:v>
                </c:pt>
                <c:pt idx="1705">
                  <c:v>1706</c:v>
                </c:pt>
                <c:pt idx="1706">
                  <c:v>1707</c:v>
                </c:pt>
                <c:pt idx="1707">
                  <c:v>1708</c:v>
                </c:pt>
                <c:pt idx="1708">
                  <c:v>1709</c:v>
                </c:pt>
                <c:pt idx="1709">
                  <c:v>1710</c:v>
                </c:pt>
                <c:pt idx="1710">
                  <c:v>1711</c:v>
                </c:pt>
                <c:pt idx="1711">
                  <c:v>1712</c:v>
                </c:pt>
                <c:pt idx="1712">
                  <c:v>1713</c:v>
                </c:pt>
                <c:pt idx="1713">
                  <c:v>1714</c:v>
                </c:pt>
                <c:pt idx="1714">
                  <c:v>1715</c:v>
                </c:pt>
                <c:pt idx="1715">
                  <c:v>1716</c:v>
                </c:pt>
                <c:pt idx="1716">
                  <c:v>1717</c:v>
                </c:pt>
                <c:pt idx="1717">
                  <c:v>1718</c:v>
                </c:pt>
                <c:pt idx="1718">
                  <c:v>1719</c:v>
                </c:pt>
                <c:pt idx="1719">
                  <c:v>1720</c:v>
                </c:pt>
                <c:pt idx="1720">
                  <c:v>1721</c:v>
                </c:pt>
                <c:pt idx="1721">
                  <c:v>1722</c:v>
                </c:pt>
                <c:pt idx="1722">
                  <c:v>1723</c:v>
                </c:pt>
                <c:pt idx="1723">
                  <c:v>1724</c:v>
                </c:pt>
                <c:pt idx="1724">
                  <c:v>1725</c:v>
                </c:pt>
                <c:pt idx="1725">
                  <c:v>1726</c:v>
                </c:pt>
                <c:pt idx="1726">
                  <c:v>1727</c:v>
                </c:pt>
                <c:pt idx="1727">
                  <c:v>1728</c:v>
                </c:pt>
                <c:pt idx="1728">
                  <c:v>1729</c:v>
                </c:pt>
                <c:pt idx="1729">
                  <c:v>1730</c:v>
                </c:pt>
                <c:pt idx="1730">
                  <c:v>1731</c:v>
                </c:pt>
                <c:pt idx="1731">
                  <c:v>1732</c:v>
                </c:pt>
                <c:pt idx="1732">
                  <c:v>1733</c:v>
                </c:pt>
                <c:pt idx="1733">
                  <c:v>1734</c:v>
                </c:pt>
                <c:pt idx="1734">
                  <c:v>1735</c:v>
                </c:pt>
                <c:pt idx="1735">
                  <c:v>1736</c:v>
                </c:pt>
                <c:pt idx="1736">
                  <c:v>1737</c:v>
                </c:pt>
                <c:pt idx="1737">
                  <c:v>1738</c:v>
                </c:pt>
                <c:pt idx="1738">
                  <c:v>1739</c:v>
                </c:pt>
                <c:pt idx="1739">
                  <c:v>1740</c:v>
                </c:pt>
                <c:pt idx="1740">
                  <c:v>1741</c:v>
                </c:pt>
                <c:pt idx="1741">
                  <c:v>1742</c:v>
                </c:pt>
                <c:pt idx="1742">
                  <c:v>1743</c:v>
                </c:pt>
                <c:pt idx="1743">
                  <c:v>1744</c:v>
                </c:pt>
                <c:pt idx="1744">
                  <c:v>1745</c:v>
                </c:pt>
                <c:pt idx="1745">
                  <c:v>1746</c:v>
                </c:pt>
                <c:pt idx="1746">
                  <c:v>1747</c:v>
                </c:pt>
                <c:pt idx="1747">
                  <c:v>1748</c:v>
                </c:pt>
                <c:pt idx="1748">
                  <c:v>1749</c:v>
                </c:pt>
                <c:pt idx="1749">
                  <c:v>1750</c:v>
                </c:pt>
                <c:pt idx="1750">
                  <c:v>1751</c:v>
                </c:pt>
                <c:pt idx="1751">
                  <c:v>1752</c:v>
                </c:pt>
                <c:pt idx="1752">
                  <c:v>1753</c:v>
                </c:pt>
                <c:pt idx="1753">
                  <c:v>1754</c:v>
                </c:pt>
                <c:pt idx="1754">
                  <c:v>1755</c:v>
                </c:pt>
                <c:pt idx="1755">
                  <c:v>1756</c:v>
                </c:pt>
                <c:pt idx="1756">
                  <c:v>1757</c:v>
                </c:pt>
                <c:pt idx="1757">
                  <c:v>1758</c:v>
                </c:pt>
                <c:pt idx="1758">
                  <c:v>1759</c:v>
                </c:pt>
                <c:pt idx="1759">
                  <c:v>1760</c:v>
                </c:pt>
                <c:pt idx="1760">
                  <c:v>1761</c:v>
                </c:pt>
                <c:pt idx="1761">
                  <c:v>1762</c:v>
                </c:pt>
                <c:pt idx="1762">
                  <c:v>1763</c:v>
                </c:pt>
                <c:pt idx="1763">
                  <c:v>1764</c:v>
                </c:pt>
                <c:pt idx="1764">
                  <c:v>1765</c:v>
                </c:pt>
                <c:pt idx="1765">
                  <c:v>1766</c:v>
                </c:pt>
                <c:pt idx="1766">
                  <c:v>1767</c:v>
                </c:pt>
                <c:pt idx="1767">
                  <c:v>1768</c:v>
                </c:pt>
                <c:pt idx="1768">
                  <c:v>1769</c:v>
                </c:pt>
                <c:pt idx="1769">
                  <c:v>1770</c:v>
                </c:pt>
                <c:pt idx="1770">
                  <c:v>1771</c:v>
                </c:pt>
                <c:pt idx="1771">
                  <c:v>1772</c:v>
                </c:pt>
                <c:pt idx="1772">
                  <c:v>1773</c:v>
                </c:pt>
                <c:pt idx="1773">
                  <c:v>1774</c:v>
                </c:pt>
                <c:pt idx="1774">
                  <c:v>1775</c:v>
                </c:pt>
                <c:pt idx="1775">
                  <c:v>1776</c:v>
                </c:pt>
                <c:pt idx="1776">
                  <c:v>1777</c:v>
                </c:pt>
                <c:pt idx="1777">
                  <c:v>1778</c:v>
                </c:pt>
                <c:pt idx="1778">
                  <c:v>1779</c:v>
                </c:pt>
                <c:pt idx="1779">
                  <c:v>1780</c:v>
                </c:pt>
                <c:pt idx="1780">
                  <c:v>1781</c:v>
                </c:pt>
                <c:pt idx="1781">
                  <c:v>1782</c:v>
                </c:pt>
                <c:pt idx="1782">
                  <c:v>1783</c:v>
                </c:pt>
                <c:pt idx="1783">
                  <c:v>1784</c:v>
                </c:pt>
                <c:pt idx="1784">
                  <c:v>1785</c:v>
                </c:pt>
                <c:pt idx="1785">
                  <c:v>1786</c:v>
                </c:pt>
                <c:pt idx="1786">
                  <c:v>1787</c:v>
                </c:pt>
                <c:pt idx="1787">
                  <c:v>1788</c:v>
                </c:pt>
                <c:pt idx="1788">
                  <c:v>1789</c:v>
                </c:pt>
                <c:pt idx="1789">
                  <c:v>1790</c:v>
                </c:pt>
                <c:pt idx="1790">
                  <c:v>1791</c:v>
                </c:pt>
                <c:pt idx="1791">
                  <c:v>1792</c:v>
                </c:pt>
                <c:pt idx="1792">
                  <c:v>1793</c:v>
                </c:pt>
                <c:pt idx="1793">
                  <c:v>1794</c:v>
                </c:pt>
                <c:pt idx="1794">
                  <c:v>1795</c:v>
                </c:pt>
                <c:pt idx="1795">
                  <c:v>1796</c:v>
                </c:pt>
                <c:pt idx="1796">
                  <c:v>1797</c:v>
                </c:pt>
                <c:pt idx="1797">
                  <c:v>1798</c:v>
                </c:pt>
                <c:pt idx="1798">
                  <c:v>1799</c:v>
                </c:pt>
                <c:pt idx="1799">
                  <c:v>1800</c:v>
                </c:pt>
                <c:pt idx="1800">
                  <c:v>1801</c:v>
                </c:pt>
                <c:pt idx="1801">
                  <c:v>1802</c:v>
                </c:pt>
                <c:pt idx="1802">
                  <c:v>1803</c:v>
                </c:pt>
                <c:pt idx="1803">
                  <c:v>1804</c:v>
                </c:pt>
                <c:pt idx="1804">
                  <c:v>1805</c:v>
                </c:pt>
                <c:pt idx="1805">
                  <c:v>1806</c:v>
                </c:pt>
                <c:pt idx="1806">
                  <c:v>1807</c:v>
                </c:pt>
                <c:pt idx="1807">
                  <c:v>1808</c:v>
                </c:pt>
                <c:pt idx="1808">
                  <c:v>1809</c:v>
                </c:pt>
                <c:pt idx="1809">
                  <c:v>1810</c:v>
                </c:pt>
                <c:pt idx="1810">
                  <c:v>1811</c:v>
                </c:pt>
                <c:pt idx="1811">
                  <c:v>1812</c:v>
                </c:pt>
                <c:pt idx="1812">
                  <c:v>1813</c:v>
                </c:pt>
                <c:pt idx="1813">
                  <c:v>1814</c:v>
                </c:pt>
                <c:pt idx="1814">
                  <c:v>1815</c:v>
                </c:pt>
                <c:pt idx="1815">
                  <c:v>1816</c:v>
                </c:pt>
                <c:pt idx="1816">
                  <c:v>1817</c:v>
                </c:pt>
                <c:pt idx="1817">
                  <c:v>1818</c:v>
                </c:pt>
                <c:pt idx="1818">
                  <c:v>1819</c:v>
                </c:pt>
                <c:pt idx="1819">
                  <c:v>1820</c:v>
                </c:pt>
                <c:pt idx="1820">
                  <c:v>1821</c:v>
                </c:pt>
                <c:pt idx="1821">
                  <c:v>1822</c:v>
                </c:pt>
                <c:pt idx="1822">
                  <c:v>1823</c:v>
                </c:pt>
                <c:pt idx="1823">
                  <c:v>1824</c:v>
                </c:pt>
                <c:pt idx="1824">
                  <c:v>1825</c:v>
                </c:pt>
                <c:pt idx="1825">
                  <c:v>1826</c:v>
                </c:pt>
                <c:pt idx="1826">
                  <c:v>1827</c:v>
                </c:pt>
                <c:pt idx="1827">
                  <c:v>1828</c:v>
                </c:pt>
                <c:pt idx="1828">
                  <c:v>1829</c:v>
                </c:pt>
                <c:pt idx="1829">
                  <c:v>1830</c:v>
                </c:pt>
                <c:pt idx="1830">
                  <c:v>1831</c:v>
                </c:pt>
                <c:pt idx="1831">
                  <c:v>1832</c:v>
                </c:pt>
                <c:pt idx="1832">
                  <c:v>1833</c:v>
                </c:pt>
                <c:pt idx="1833">
                  <c:v>1834</c:v>
                </c:pt>
                <c:pt idx="1834">
                  <c:v>1835</c:v>
                </c:pt>
                <c:pt idx="1835">
                  <c:v>1836</c:v>
                </c:pt>
                <c:pt idx="1836">
                  <c:v>1837</c:v>
                </c:pt>
                <c:pt idx="1837">
                  <c:v>1838</c:v>
                </c:pt>
                <c:pt idx="1838">
                  <c:v>1839</c:v>
                </c:pt>
                <c:pt idx="1839">
                  <c:v>1840</c:v>
                </c:pt>
                <c:pt idx="1840">
                  <c:v>1841</c:v>
                </c:pt>
                <c:pt idx="1841">
                  <c:v>1842</c:v>
                </c:pt>
                <c:pt idx="1842">
                  <c:v>1843</c:v>
                </c:pt>
                <c:pt idx="1843">
                  <c:v>1844</c:v>
                </c:pt>
                <c:pt idx="1844">
                  <c:v>1845</c:v>
                </c:pt>
                <c:pt idx="1845">
                  <c:v>1846</c:v>
                </c:pt>
                <c:pt idx="1846">
                  <c:v>1847</c:v>
                </c:pt>
                <c:pt idx="1847">
                  <c:v>1848</c:v>
                </c:pt>
                <c:pt idx="1848">
                  <c:v>1849</c:v>
                </c:pt>
                <c:pt idx="1849">
                  <c:v>1850</c:v>
                </c:pt>
                <c:pt idx="1850">
                  <c:v>1851</c:v>
                </c:pt>
                <c:pt idx="1851">
                  <c:v>1852</c:v>
                </c:pt>
                <c:pt idx="1852">
                  <c:v>1853</c:v>
                </c:pt>
                <c:pt idx="1853">
                  <c:v>1854</c:v>
                </c:pt>
                <c:pt idx="1854">
                  <c:v>1855</c:v>
                </c:pt>
                <c:pt idx="1855">
                  <c:v>1856</c:v>
                </c:pt>
                <c:pt idx="1856">
                  <c:v>1857</c:v>
                </c:pt>
                <c:pt idx="1857">
                  <c:v>1858</c:v>
                </c:pt>
                <c:pt idx="1858">
                  <c:v>1859</c:v>
                </c:pt>
                <c:pt idx="1859">
                  <c:v>1860</c:v>
                </c:pt>
                <c:pt idx="1860">
                  <c:v>1861</c:v>
                </c:pt>
                <c:pt idx="1861">
                  <c:v>1862</c:v>
                </c:pt>
                <c:pt idx="1862">
                  <c:v>1863</c:v>
                </c:pt>
                <c:pt idx="1863">
                  <c:v>1864</c:v>
                </c:pt>
                <c:pt idx="1864">
                  <c:v>1865</c:v>
                </c:pt>
                <c:pt idx="1865">
                  <c:v>1866</c:v>
                </c:pt>
                <c:pt idx="1866">
                  <c:v>1867</c:v>
                </c:pt>
                <c:pt idx="1867">
                  <c:v>1868</c:v>
                </c:pt>
                <c:pt idx="1868">
                  <c:v>1869</c:v>
                </c:pt>
                <c:pt idx="1869">
                  <c:v>1870</c:v>
                </c:pt>
                <c:pt idx="1870">
                  <c:v>1871</c:v>
                </c:pt>
                <c:pt idx="1871">
                  <c:v>1872</c:v>
                </c:pt>
                <c:pt idx="1872">
                  <c:v>1873</c:v>
                </c:pt>
                <c:pt idx="1873">
                  <c:v>1874</c:v>
                </c:pt>
                <c:pt idx="1874">
                  <c:v>1875</c:v>
                </c:pt>
                <c:pt idx="1875">
                  <c:v>1876</c:v>
                </c:pt>
                <c:pt idx="1876">
                  <c:v>1877</c:v>
                </c:pt>
                <c:pt idx="1877">
                  <c:v>1878</c:v>
                </c:pt>
                <c:pt idx="1878">
                  <c:v>1879</c:v>
                </c:pt>
                <c:pt idx="1879">
                  <c:v>1880</c:v>
                </c:pt>
                <c:pt idx="1880">
                  <c:v>1881</c:v>
                </c:pt>
                <c:pt idx="1881">
                  <c:v>1882</c:v>
                </c:pt>
                <c:pt idx="1882">
                  <c:v>1883</c:v>
                </c:pt>
                <c:pt idx="1883">
                  <c:v>1884</c:v>
                </c:pt>
                <c:pt idx="1884">
                  <c:v>1885</c:v>
                </c:pt>
                <c:pt idx="1885">
                  <c:v>1886</c:v>
                </c:pt>
                <c:pt idx="1886">
                  <c:v>1887</c:v>
                </c:pt>
                <c:pt idx="1887">
                  <c:v>1888</c:v>
                </c:pt>
                <c:pt idx="1888">
                  <c:v>1889</c:v>
                </c:pt>
                <c:pt idx="1889">
                  <c:v>1890</c:v>
                </c:pt>
                <c:pt idx="1890">
                  <c:v>1891</c:v>
                </c:pt>
                <c:pt idx="1891">
                  <c:v>1892</c:v>
                </c:pt>
                <c:pt idx="1892">
                  <c:v>1893</c:v>
                </c:pt>
                <c:pt idx="1893">
                  <c:v>1894</c:v>
                </c:pt>
                <c:pt idx="1894">
                  <c:v>1895</c:v>
                </c:pt>
                <c:pt idx="1895">
                  <c:v>1896</c:v>
                </c:pt>
                <c:pt idx="1896">
                  <c:v>1897</c:v>
                </c:pt>
                <c:pt idx="1897">
                  <c:v>1898</c:v>
                </c:pt>
                <c:pt idx="1898">
                  <c:v>1899</c:v>
                </c:pt>
                <c:pt idx="1899">
                  <c:v>1900</c:v>
                </c:pt>
                <c:pt idx="1900">
                  <c:v>1901</c:v>
                </c:pt>
                <c:pt idx="1901">
                  <c:v>1902</c:v>
                </c:pt>
                <c:pt idx="1902">
                  <c:v>1903</c:v>
                </c:pt>
                <c:pt idx="1903">
                  <c:v>1904</c:v>
                </c:pt>
                <c:pt idx="1904">
                  <c:v>1905</c:v>
                </c:pt>
                <c:pt idx="1905">
                  <c:v>1906</c:v>
                </c:pt>
                <c:pt idx="1906">
                  <c:v>1907</c:v>
                </c:pt>
                <c:pt idx="1907">
                  <c:v>1908</c:v>
                </c:pt>
                <c:pt idx="1908">
                  <c:v>1909</c:v>
                </c:pt>
                <c:pt idx="1909">
                  <c:v>1910</c:v>
                </c:pt>
                <c:pt idx="1910">
                  <c:v>1911</c:v>
                </c:pt>
                <c:pt idx="1911">
                  <c:v>1912</c:v>
                </c:pt>
                <c:pt idx="1912">
                  <c:v>1913</c:v>
                </c:pt>
                <c:pt idx="1913">
                  <c:v>1914</c:v>
                </c:pt>
                <c:pt idx="1914">
                  <c:v>1915</c:v>
                </c:pt>
                <c:pt idx="1915">
                  <c:v>1916</c:v>
                </c:pt>
                <c:pt idx="1916">
                  <c:v>1917</c:v>
                </c:pt>
                <c:pt idx="1917">
                  <c:v>1918</c:v>
                </c:pt>
                <c:pt idx="1918">
                  <c:v>1919</c:v>
                </c:pt>
                <c:pt idx="1919">
                  <c:v>1920</c:v>
                </c:pt>
                <c:pt idx="1920">
                  <c:v>1921</c:v>
                </c:pt>
                <c:pt idx="1921">
                  <c:v>1922</c:v>
                </c:pt>
                <c:pt idx="1922">
                  <c:v>1923</c:v>
                </c:pt>
                <c:pt idx="1923">
                  <c:v>1924</c:v>
                </c:pt>
                <c:pt idx="1924">
                  <c:v>1925</c:v>
                </c:pt>
                <c:pt idx="1925">
                  <c:v>1926</c:v>
                </c:pt>
                <c:pt idx="1926">
                  <c:v>1927</c:v>
                </c:pt>
                <c:pt idx="1927">
                  <c:v>1928</c:v>
                </c:pt>
                <c:pt idx="1928">
                  <c:v>1929</c:v>
                </c:pt>
                <c:pt idx="1929">
                  <c:v>1930</c:v>
                </c:pt>
                <c:pt idx="1930">
                  <c:v>1931</c:v>
                </c:pt>
                <c:pt idx="1931">
                  <c:v>1932</c:v>
                </c:pt>
                <c:pt idx="1932">
                  <c:v>1933</c:v>
                </c:pt>
                <c:pt idx="1933">
                  <c:v>1934</c:v>
                </c:pt>
                <c:pt idx="1934">
                  <c:v>1935</c:v>
                </c:pt>
                <c:pt idx="1935">
                  <c:v>1936</c:v>
                </c:pt>
                <c:pt idx="1936">
                  <c:v>1937</c:v>
                </c:pt>
                <c:pt idx="1937">
                  <c:v>1938</c:v>
                </c:pt>
                <c:pt idx="1938">
                  <c:v>1939</c:v>
                </c:pt>
                <c:pt idx="1939">
                  <c:v>1940</c:v>
                </c:pt>
                <c:pt idx="1940">
                  <c:v>1941</c:v>
                </c:pt>
                <c:pt idx="1941">
                  <c:v>1942</c:v>
                </c:pt>
                <c:pt idx="1942">
                  <c:v>1943</c:v>
                </c:pt>
                <c:pt idx="1943">
                  <c:v>1944</c:v>
                </c:pt>
                <c:pt idx="1944">
                  <c:v>1945</c:v>
                </c:pt>
                <c:pt idx="1945">
                  <c:v>1946</c:v>
                </c:pt>
                <c:pt idx="1946">
                  <c:v>1947</c:v>
                </c:pt>
                <c:pt idx="1947">
                  <c:v>1948</c:v>
                </c:pt>
                <c:pt idx="1948">
                  <c:v>1949</c:v>
                </c:pt>
                <c:pt idx="1949">
                  <c:v>1950</c:v>
                </c:pt>
                <c:pt idx="1950">
                  <c:v>1951</c:v>
                </c:pt>
                <c:pt idx="1951">
                  <c:v>1952</c:v>
                </c:pt>
                <c:pt idx="1952">
                  <c:v>1953</c:v>
                </c:pt>
                <c:pt idx="1953">
                  <c:v>1954</c:v>
                </c:pt>
                <c:pt idx="1954">
                  <c:v>1955</c:v>
                </c:pt>
                <c:pt idx="1955">
                  <c:v>1956</c:v>
                </c:pt>
                <c:pt idx="1956">
                  <c:v>1957</c:v>
                </c:pt>
                <c:pt idx="1957">
                  <c:v>1958</c:v>
                </c:pt>
                <c:pt idx="1958">
                  <c:v>1959</c:v>
                </c:pt>
                <c:pt idx="1959">
                  <c:v>1960</c:v>
                </c:pt>
                <c:pt idx="1960">
                  <c:v>1961</c:v>
                </c:pt>
                <c:pt idx="1961">
                  <c:v>1962</c:v>
                </c:pt>
                <c:pt idx="1962">
                  <c:v>1963</c:v>
                </c:pt>
                <c:pt idx="1963">
                  <c:v>1964</c:v>
                </c:pt>
                <c:pt idx="1964">
                  <c:v>1965</c:v>
                </c:pt>
                <c:pt idx="1965">
                  <c:v>1966</c:v>
                </c:pt>
                <c:pt idx="1966">
                  <c:v>1967</c:v>
                </c:pt>
                <c:pt idx="1967">
                  <c:v>1968</c:v>
                </c:pt>
                <c:pt idx="1968">
                  <c:v>1969</c:v>
                </c:pt>
                <c:pt idx="1969">
                  <c:v>1970</c:v>
                </c:pt>
                <c:pt idx="1970">
                  <c:v>1971</c:v>
                </c:pt>
                <c:pt idx="1971">
                  <c:v>1972</c:v>
                </c:pt>
                <c:pt idx="1972">
                  <c:v>1973</c:v>
                </c:pt>
                <c:pt idx="1973">
                  <c:v>1974</c:v>
                </c:pt>
                <c:pt idx="1974">
                  <c:v>1975</c:v>
                </c:pt>
                <c:pt idx="1975">
                  <c:v>1976</c:v>
                </c:pt>
                <c:pt idx="1976">
                  <c:v>1977</c:v>
                </c:pt>
                <c:pt idx="1977">
                  <c:v>1978</c:v>
                </c:pt>
                <c:pt idx="1978">
                  <c:v>1979</c:v>
                </c:pt>
                <c:pt idx="1979">
                  <c:v>1980</c:v>
                </c:pt>
                <c:pt idx="1980">
                  <c:v>1981</c:v>
                </c:pt>
                <c:pt idx="1981">
                  <c:v>1982</c:v>
                </c:pt>
                <c:pt idx="1982">
                  <c:v>1983</c:v>
                </c:pt>
                <c:pt idx="1983">
                  <c:v>1984</c:v>
                </c:pt>
                <c:pt idx="1984">
                  <c:v>1985</c:v>
                </c:pt>
                <c:pt idx="1985">
                  <c:v>1986</c:v>
                </c:pt>
                <c:pt idx="1986">
                  <c:v>1987</c:v>
                </c:pt>
                <c:pt idx="1987">
                  <c:v>1988</c:v>
                </c:pt>
                <c:pt idx="1988">
                  <c:v>1989</c:v>
                </c:pt>
                <c:pt idx="1989">
                  <c:v>1990</c:v>
                </c:pt>
                <c:pt idx="1990">
                  <c:v>1991</c:v>
                </c:pt>
                <c:pt idx="1991">
                  <c:v>1992</c:v>
                </c:pt>
                <c:pt idx="1992">
                  <c:v>1993</c:v>
                </c:pt>
                <c:pt idx="1993">
                  <c:v>1994</c:v>
                </c:pt>
                <c:pt idx="1994">
                  <c:v>1995</c:v>
                </c:pt>
                <c:pt idx="1995">
                  <c:v>1996</c:v>
                </c:pt>
                <c:pt idx="1996">
                  <c:v>1997</c:v>
                </c:pt>
                <c:pt idx="1997">
                  <c:v>1998</c:v>
                </c:pt>
                <c:pt idx="1998">
                  <c:v>1999</c:v>
                </c:pt>
                <c:pt idx="1999">
                  <c:v>2000</c:v>
                </c:pt>
              </c:strCache>
            </c:strRef>
          </c:cat>
          <c:val>
            <c:numRef>
              <c:f>Sheet1!$B$2:$B$2001</c:f>
              <c:numCache>
                <c:formatCode>General</c:formatCode>
                <c:ptCount val="1999"/>
                <c:pt idx="0">
                  <c:v>15.6668026230714</c:v>
                </c:pt>
                <c:pt idx="1">
                  <c:v>11.6816534097292</c:v>
                </c:pt>
                <c:pt idx="2">
                  <c:v>7.30109004975771</c:v>
                </c:pt>
                <c:pt idx="3">
                  <c:v>5.67131527901436</c:v>
                </c:pt>
                <c:pt idx="4">
                  <c:v>6.54949283890945</c:v>
                </c:pt>
                <c:pt idx="5">
                  <c:v>5.68715755788135</c:v>
                </c:pt>
                <c:pt idx="6">
                  <c:v>5.37296050147726</c:v>
                </c:pt>
                <c:pt idx="7">
                  <c:v>6.07976880502533</c:v>
                </c:pt>
                <c:pt idx="8">
                  <c:v>5.46633395642691</c:v>
                </c:pt>
                <c:pt idx="9">
                  <c:v>4.75039543262753</c:v>
                </c:pt>
                <c:pt idx="10">
                  <c:v>4.6261286245704</c:v>
                </c:pt>
                <c:pt idx="11">
                  <c:v>4.93272595041179</c:v>
                </c:pt>
                <c:pt idx="12">
                  <c:v>4.57824777280886</c:v>
                </c:pt>
                <c:pt idx="13">
                  <c:v>4.05127768760946</c:v>
                </c:pt>
                <c:pt idx="14">
                  <c:v>4.0725069667214</c:v>
                </c:pt>
                <c:pt idx="15">
                  <c:v>4.33044552643033</c:v>
                </c:pt>
                <c:pt idx="16">
                  <c:v>4.26318561669549</c:v>
                </c:pt>
                <c:pt idx="17">
                  <c:v>3.81832304259028</c:v>
                </c:pt>
                <c:pt idx="18">
                  <c:v>3.79987266076299</c:v>
                </c:pt>
                <c:pt idx="19">
                  <c:v>4.03501006031162</c:v>
                </c:pt>
                <c:pt idx="20">
                  <c:v>4.05263315870757</c:v>
                </c:pt>
                <c:pt idx="21">
                  <c:v>3.64461106674398</c:v>
                </c:pt>
                <c:pt idx="22">
                  <c:v>3.73772382908749</c:v>
                </c:pt>
                <c:pt idx="23">
                  <c:v>3.93779343228306</c:v>
                </c:pt>
                <c:pt idx="24">
                  <c:v>3.91337481934944</c:v>
                </c:pt>
                <c:pt idx="25">
                  <c:v>3.51776258859267</c:v>
                </c:pt>
                <c:pt idx="26">
                  <c:v>3.42515171281602</c:v>
                </c:pt>
                <c:pt idx="27">
                  <c:v>3.65818065452992</c:v>
                </c:pt>
                <c:pt idx="28">
                  <c:v>3.6924126190843</c:v>
                </c:pt>
                <c:pt idx="29">
                  <c:v>3.52318839843204</c:v>
                </c:pt>
                <c:pt idx="30">
                  <c:v>3.47066882657516</c:v>
                </c:pt>
                <c:pt idx="31">
                  <c:v>3.68256746019393</c:v>
                </c:pt>
                <c:pt idx="32">
                  <c:v>3.67067642543925</c:v>
                </c:pt>
                <c:pt idx="33">
                  <c:v>3.37725785469079</c:v>
                </c:pt>
                <c:pt idx="34">
                  <c:v>3.51043496193013</c:v>
                </c:pt>
                <c:pt idx="35">
                  <c:v>3.51314036708488</c:v>
                </c:pt>
                <c:pt idx="36">
                  <c:v>3.40439618422519</c:v>
                </c:pt>
                <c:pt idx="37">
                  <c:v>3.39043292358925</c:v>
                </c:pt>
                <c:pt idx="38">
                  <c:v>3.36444018263857</c:v>
                </c:pt>
                <c:pt idx="39">
                  <c:v>3.46622381440547</c:v>
                </c:pt>
                <c:pt idx="40">
                  <c:v>3.47775693060011</c:v>
                </c:pt>
                <c:pt idx="41">
                  <c:v>3.37123834629505</c:v>
                </c:pt>
                <c:pt idx="42">
                  <c:v>3.39939446038289</c:v>
                </c:pt>
                <c:pt idx="43">
                  <c:v>3.50843870479481</c:v>
                </c:pt>
                <c:pt idx="44">
                  <c:v>3.39230721829347</c:v>
                </c:pt>
                <c:pt idx="45">
                  <c:v>3.31569286092746</c:v>
                </c:pt>
                <c:pt idx="46">
                  <c:v>3.30452561925727</c:v>
                </c:pt>
                <c:pt idx="47">
                  <c:v>3.39975564579569</c:v>
                </c:pt>
                <c:pt idx="48">
                  <c:v>3.33187526452104</c:v>
                </c:pt>
                <c:pt idx="49">
                  <c:v>3.34277636264276</c:v>
                </c:pt>
                <c:pt idx="50">
                  <c:v>3.3363876126096</c:v>
                </c:pt>
                <c:pt idx="51">
                  <c:v>3.24741725360483</c:v>
                </c:pt>
                <c:pt idx="52">
                  <c:v>3.3524680177438</c:v>
                </c:pt>
                <c:pt idx="53">
                  <c:v>3.29041542979788</c:v>
                </c:pt>
                <c:pt idx="54">
                  <c:v>3.40699176158624</c:v>
                </c:pt>
                <c:pt idx="55">
                  <c:v>3.25971307544336</c:v>
                </c:pt>
                <c:pt idx="56">
                  <c:v>3.23851005292135</c:v>
                </c:pt>
                <c:pt idx="57">
                  <c:v>3.27094508937156</c:v>
                </c:pt>
                <c:pt idx="58">
                  <c:v>3.26863414524789</c:v>
                </c:pt>
                <c:pt idx="59">
                  <c:v>3.29148064659222</c:v>
                </c:pt>
                <c:pt idx="60">
                  <c:v>3.34545544414485</c:v>
                </c:pt>
                <c:pt idx="61">
                  <c:v>3.33537814611628</c:v>
                </c:pt>
                <c:pt idx="62">
                  <c:v>3.22826651287563</c:v>
                </c:pt>
                <c:pt idx="63">
                  <c:v>3.27600998509103</c:v>
                </c:pt>
                <c:pt idx="64">
                  <c:v>3.31869481984973</c:v>
                </c:pt>
                <c:pt idx="65">
                  <c:v>3.27706628921007</c:v>
                </c:pt>
                <c:pt idx="66">
                  <c:v>3.27731208878948</c:v>
                </c:pt>
                <c:pt idx="67">
                  <c:v>3.32952498364909</c:v>
                </c:pt>
                <c:pt idx="68">
                  <c:v>3.31269684572592</c:v>
                </c:pt>
                <c:pt idx="69">
                  <c:v>3.19659842468262</c:v>
                </c:pt>
                <c:pt idx="70">
                  <c:v>3.25737223107112</c:v>
                </c:pt>
                <c:pt idx="71">
                  <c:v>3.31450187480343</c:v>
                </c:pt>
                <c:pt idx="72">
                  <c:v>3.29668097581619</c:v>
                </c:pt>
                <c:pt idx="73">
                  <c:v>3.19846992183739</c:v>
                </c:pt>
                <c:pt idx="74">
                  <c:v>3.22131342214741</c:v>
                </c:pt>
                <c:pt idx="75">
                  <c:v>3.2070664528563</c:v>
                </c:pt>
                <c:pt idx="76">
                  <c:v>3.15285114569736</c:v>
                </c:pt>
                <c:pt idx="77">
                  <c:v>3.24776568458163</c:v>
                </c:pt>
                <c:pt idx="78">
                  <c:v>3.21575053358639</c:v>
                </c:pt>
                <c:pt idx="79">
                  <c:v>3.27137598254199</c:v>
                </c:pt>
                <c:pt idx="80">
                  <c:v>3.11649112020491</c:v>
                </c:pt>
                <c:pt idx="81">
                  <c:v>3.2428338574162</c:v>
                </c:pt>
                <c:pt idx="82">
                  <c:v>3.16218926287008</c:v>
                </c:pt>
                <c:pt idx="83">
                  <c:v>3.17535601535442</c:v>
                </c:pt>
                <c:pt idx="84">
                  <c:v>3.30145262601396</c:v>
                </c:pt>
                <c:pt idx="85">
                  <c:v>3.33727234569811</c:v>
                </c:pt>
                <c:pt idx="86">
                  <c:v>3.25024384436882</c:v>
                </c:pt>
                <c:pt idx="87">
                  <c:v>3.25471416341984</c:v>
                </c:pt>
                <c:pt idx="88">
                  <c:v>3.21442734828457</c:v>
                </c:pt>
                <c:pt idx="89">
                  <c:v>3.25388706325015</c:v>
                </c:pt>
                <c:pt idx="90">
                  <c:v>3.22746464579901</c:v>
                </c:pt>
                <c:pt idx="91">
                  <c:v>3.10568296074146</c:v>
                </c:pt>
                <c:pt idx="92">
                  <c:v>3.26000568571798</c:v>
                </c:pt>
                <c:pt idx="93">
                  <c:v>3.089740384657</c:v>
                </c:pt>
                <c:pt idx="94">
                  <c:v>3.07626164476959</c:v>
                </c:pt>
                <c:pt idx="95">
                  <c:v>3.16531980143924</c:v>
                </c:pt>
                <c:pt idx="96">
                  <c:v>3.13274415444683</c:v>
                </c:pt>
                <c:pt idx="97">
                  <c:v>3.14289377025518</c:v>
                </c:pt>
                <c:pt idx="98">
                  <c:v>3.21303962022621</c:v>
                </c:pt>
                <c:pt idx="99">
                  <c:v>3.16289803066231</c:v>
                </c:pt>
                <c:pt idx="100">
                  <c:v>3.18990138679577</c:v>
                </c:pt>
                <c:pt idx="101">
                  <c:v>3.14513209552235</c:v>
                </c:pt>
                <c:pt idx="102">
                  <c:v>3.1860547443277</c:v>
                </c:pt>
                <c:pt idx="103">
                  <c:v>3.13036136710507</c:v>
                </c:pt>
                <c:pt idx="104">
                  <c:v>3.07529991662048</c:v>
                </c:pt>
                <c:pt idx="105">
                  <c:v>3.26847392129297</c:v>
                </c:pt>
                <c:pt idx="106">
                  <c:v>3.15328900175878</c:v>
                </c:pt>
                <c:pt idx="107">
                  <c:v>3.09788268064295</c:v>
                </c:pt>
                <c:pt idx="108">
                  <c:v>3.11708010224504</c:v>
                </c:pt>
                <c:pt idx="109">
                  <c:v>3.12726006870863</c:v>
                </c:pt>
                <c:pt idx="110">
                  <c:v>3.16183696831369</c:v>
                </c:pt>
                <c:pt idx="111">
                  <c:v>3.10537129205493</c:v>
                </c:pt>
                <c:pt idx="112">
                  <c:v>3.12786108181478</c:v>
                </c:pt>
                <c:pt idx="113">
                  <c:v>3.0776546186152</c:v>
                </c:pt>
                <c:pt idx="114">
                  <c:v>3.12929400094252</c:v>
                </c:pt>
                <c:pt idx="115">
                  <c:v>3.1338454023047</c:v>
                </c:pt>
                <c:pt idx="116">
                  <c:v>3.10354671552763</c:v>
                </c:pt>
                <c:pt idx="117">
                  <c:v>3.008457483614</c:v>
                </c:pt>
                <c:pt idx="118">
                  <c:v>3.17650807764213</c:v>
                </c:pt>
                <c:pt idx="119">
                  <c:v>3.16373496974834</c:v>
                </c:pt>
                <c:pt idx="120">
                  <c:v>3.02179633124937</c:v>
                </c:pt>
                <c:pt idx="121">
                  <c:v>3.0419088492456</c:v>
                </c:pt>
                <c:pt idx="122">
                  <c:v>3.08702229331372</c:v>
                </c:pt>
                <c:pt idx="123">
                  <c:v>3.07168898474186</c:v>
                </c:pt>
                <c:pt idx="124">
                  <c:v>2.99328627860881</c:v>
                </c:pt>
                <c:pt idx="125">
                  <c:v>3.00539979266841</c:v>
                </c:pt>
                <c:pt idx="126">
                  <c:v>3.10701005668022</c:v>
                </c:pt>
                <c:pt idx="127">
                  <c:v>3.13307220666332</c:v>
                </c:pt>
                <c:pt idx="128">
                  <c:v>2.95034132397906</c:v>
                </c:pt>
                <c:pt idx="129">
                  <c:v>3.10376420623035</c:v>
                </c:pt>
                <c:pt idx="130">
                  <c:v>3.0405538635751</c:v>
                </c:pt>
                <c:pt idx="131">
                  <c:v>2.93202679976666</c:v>
                </c:pt>
                <c:pt idx="132">
                  <c:v>3.0055626284665</c:v>
                </c:pt>
                <c:pt idx="133">
                  <c:v>3.06463400233079</c:v>
                </c:pt>
                <c:pt idx="134">
                  <c:v>3.00978959556384</c:v>
                </c:pt>
                <c:pt idx="135">
                  <c:v>3.07746986320925</c:v>
                </c:pt>
                <c:pt idx="136">
                  <c:v>2.99742196231619</c:v>
                </c:pt>
                <c:pt idx="137">
                  <c:v>3.01042956374223</c:v>
                </c:pt>
                <c:pt idx="138">
                  <c:v>3.01706809849478</c:v>
                </c:pt>
                <c:pt idx="139">
                  <c:v>3.01418269806057</c:v>
                </c:pt>
                <c:pt idx="140">
                  <c:v>2.98314165356159</c:v>
                </c:pt>
                <c:pt idx="141">
                  <c:v>2.92966088912613</c:v>
                </c:pt>
                <c:pt idx="142">
                  <c:v>3.01305286989137</c:v>
                </c:pt>
                <c:pt idx="143">
                  <c:v>2.92907811346262</c:v>
                </c:pt>
                <c:pt idx="144">
                  <c:v>3.06241989309284</c:v>
                </c:pt>
                <c:pt idx="145">
                  <c:v>2.93355744187286</c:v>
                </c:pt>
                <c:pt idx="146">
                  <c:v>2.96623796867792</c:v>
                </c:pt>
                <c:pt idx="147">
                  <c:v>2.9435918312389</c:v>
                </c:pt>
                <c:pt idx="148">
                  <c:v>2.96662805771427</c:v>
                </c:pt>
                <c:pt idx="149">
                  <c:v>2.96330164280359</c:v>
                </c:pt>
                <c:pt idx="150">
                  <c:v>2.90792259116671</c:v>
                </c:pt>
                <c:pt idx="151">
                  <c:v>2.85335303631372</c:v>
                </c:pt>
                <c:pt idx="152">
                  <c:v>2.92829697194947</c:v>
                </c:pt>
                <c:pt idx="153">
                  <c:v>2.98221626538672</c:v>
                </c:pt>
                <c:pt idx="154">
                  <c:v>2.93094622650016</c:v>
                </c:pt>
                <c:pt idx="155">
                  <c:v>2.87894107445522</c:v>
                </c:pt>
                <c:pt idx="156">
                  <c:v>2.89159694707849</c:v>
                </c:pt>
                <c:pt idx="157">
                  <c:v>2.8618876001626</c:v>
                </c:pt>
                <c:pt idx="158">
                  <c:v>2.9061927716377</c:v>
                </c:pt>
                <c:pt idx="159">
                  <c:v>2.93283555443343</c:v>
                </c:pt>
                <c:pt idx="160">
                  <c:v>2.86606173688869</c:v>
                </c:pt>
                <c:pt idx="161">
                  <c:v>2.80730704791787</c:v>
                </c:pt>
                <c:pt idx="162">
                  <c:v>2.85165404004217</c:v>
                </c:pt>
                <c:pt idx="163">
                  <c:v>2.85148217238375</c:v>
                </c:pt>
                <c:pt idx="164">
                  <c:v>2.7876916961358</c:v>
                </c:pt>
                <c:pt idx="165">
                  <c:v>2.80344397303266</c:v>
                </c:pt>
                <c:pt idx="166">
                  <c:v>2.80483921717794</c:v>
                </c:pt>
                <c:pt idx="167">
                  <c:v>2.88532655755824</c:v>
                </c:pt>
                <c:pt idx="168">
                  <c:v>2.82662767272691</c:v>
                </c:pt>
                <c:pt idx="169">
                  <c:v>2.80493759240902</c:v>
                </c:pt>
                <c:pt idx="170">
                  <c:v>2.76235147961992</c:v>
                </c:pt>
                <c:pt idx="171">
                  <c:v>2.79244868338592</c:v>
                </c:pt>
                <c:pt idx="172">
                  <c:v>2.78844602478961</c:v>
                </c:pt>
                <c:pt idx="173">
                  <c:v>2.71315630765685</c:v>
                </c:pt>
                <c:pt idx="174">
                  <c:v>2.83080564716436</c:v>
                </c:pt>
                <c:pt idx="175">
                  <c:v>2.78042454718829</c:v>
                </c:pt>
                <c:pt idx="176">
                  <c:v>2.82426147034091</c:v>
                </c:pt>
                <c:pt idx="177">
                  <c:v>2.66711716023745</c:v>
                </c:pt>
                <c:pt idx="178">
                  <c:v>2.69033976492554</c:v>
                </c:pt>
                <c:pt idx="179">
                  <c:v>2.72077577692383</c:v>
                </c:pt>
                <c:pt idx="180">
                  <c:v>2.73004577272162</c:v>
                </c:pt>
                <c:pt idx="181">
                  <c:v>2.75574883022178</c:v>
                </c:pt>
                <c:pt idx="182">
                  <c:v>2.71344088545824</c:v>
                </c:pt>
                <c:pt idx="183">
                  <c:v>2.75305914491127</c:v>
                </c:pt>
                <c:pt idx="184">
                  <c:v>2.6843903818135</c:v>
                </c:pt>
                <c:pt idx="185">
                  <c:v>2.67212586891125</c:v>
                </c:pt>
                <c:pt idx="186">
                  <c:v>2.68590485292613</c:v>
                </c:pt>
                <c:pt idx="187">
                  <c:v>2.67140170083961</c:v>
                </c:pt>
                <c:pt idx="188">
                  <c:v>2.64378966188</c:v>
                </c:pt>
                <c:pt idx="189">
                  <c:v>2.69452063291821</c:v>
                </c:pt>
                <c:pt idx="190">
                  <c:v>2.62094669385465</c:v>
                </c:pt>
                <c:pt idx="191">
                  <c:v>2.73719483548635</c:v>
                </c:pt>
                <c:pt idx="192">
                  <c:v>2.67240183352477</c:v>
                </c:pt>
                <c:pt idx="193">
                  <c:v>2.61822473248863</c:v>
                </c:pt>
                <c:pt idx="194">
                  <c:v>2.63696930960543</c:v>
                </c:pt>
                <c:pt idx="195">
                  <c:v>2.50253160370824</c:v>
                </c:pt>
                <c:pt idx="196">
                  <c:v>2.62719453513812</c:v>
                </c:pt>
                <c:pt idx="197">
                  <c:v>2.67756584594915</c:v>
                </c:pt>
                <c:pt idx="198">
                  <c:v>2.60938807505614</c:v>
                </c:pt>
                <c:pt idx="199">
                  <c:v>2.56401920881307</c:v>
                </c:pt>
                <c:pt idx="200">
                  <c:v>2.67397789410915</c:v>
                </c:pt>
                <c:pt idx="201">
                  <c:v>2.58255426507546</c:v>
                </c:pt>
                <c:pt idx="202">
                  <c:v>2.55382785283492</c:v>
                </c:pt>
                <c:pt idx="203">
                  <c:v>2.60854141954381</c:v>
                </c:pt>
                <c:pt idx="204">
                  <c:v>2.53082300751862</c:v>
                </c:pt>
                <c:pt idx="205">
                  <c:v>2.56749834999487</c:v>
                </c:pt>
                <c:pt idx="206">
                  <c:v>2.5204372142841</c:v>
                </c:pt>
                <c:pt idx="207">
                  <c:v>2.55927834929434</c:v>
                </c:pt>
                <c:pt idx="208">
                  <c:v>2.50274755805154</c:v>
                </c:pt>
                <c:pt idx="209">
                  <c:v>2.6057028111382</c:v>
                </c:pt>
                <c:pt idx="210">
                  <c:v>2.45199493469354</c:v>
                </c:pt>
                <c:pt idx="211">
                  <c:v>2.47894641455688</c:v>
                </c:pt>
                <c:pt idx="212">
                  <c:v>2.53627509828471</c:v>
                </c:pt>
                <c:pt idx="213">
                  <c:v>2.52266613944269</c:v>
                </c:pt>
                <c:pt idx="214">
                  <c:v>2.61194022460351</c:v>
                </c:pt>
                <c:pt idx="215">
                  <c:v>2.51115574564714</c:v>
                </c:pt>
                <c:pt idx="216">
                  <c:v>2.51720808916787</c:v>
                </c:pt>
                <c:pt idx="217">
                  <c:v>2.5216360055375</c:v>
                </c:pt>
                <c:pt idx="218">
                  <c:v>2.59808826749688</c:v>
                </c:pt>
                <c:pt idx="219">
                  <c:v>2.50476865278714</c:v>
                </c:pt>
                <c:pt idx="220">
                  <c:v>2.56243230792225</c:v>
                </c:pt>
                <c:pt idx="221">
                  <c:v>2.48211067700451</c:v>
                </c:pt>
                <c:pt idx="222">
                  <c:v>2.50190772139131</c:v>
                </c:pt>
                <c:pt idx="223">
                  <c:v>2.57252944473974</c:v>
                </c:pt>
                <c:pt idx="224">
                  <c:v>2.4853551040541</c:v>
                </c:pt>
                <c:pt idx="225">
                  <c:v>2.47119041047905</c:v>
                </c:pt>
                <c:pt idx="226">
                  <c:v>2.446159512288</c:v>
                </c:pt>
                <c:pt idx="227">
                  <c:v>2.51745020228289</c:v>
                </c:pt>
                <c:pt idx="228">
                  <c:v>2.48821090008263</c:v>
                </c:pt>
                <c:pt idx="229">
                  <c:v>2.47382695716434</c:v>
                </c:pt>
                <c:pt idx="230">
                  <c:v>2.48946788486457</c:v>
                </c:pt>
                <c:pt idx="231">
                  <c:v>2.44780543416522</c:v>
                </c:pt>
                <c:pt idx="232">
                  <c:v>2.41781049094185</c:v>
                </c:pt>
                <c:pt idx="233">
                  <c:v>2.49663489671471</c:v>
                </c:pt>
                <c:pt idx="234">
                  <c:v>2.42207767754623</c:v>
                </c:pt>
                <c:pt idx="235">
                  <c:v>2.51153717169928</c:v>
                </c:pt>
                <c:pt idx="236">
                  <c:v>2.36447707135541</c:v>
                </c:pt>
                <c:pt idx="237">
                  <c:v>2.39439992433865</c:v>
                </c:pt>
                <c:pt idx="238">
                  <c:v>2.4073324736298</c:v>
                </c:pt>
                <c:pt idx="239">
                  <c:v>2.48333613857878</c:v>
                </c:pt>
                <c:pt idx="240">
                  <c:v>2.37441470033243</c:v>
                </c:pt>
                <c:pt idx="241">
                  <c:v>2.49034140585415</c:v>
                </c:pt>
                <c:pt idx="242">
                  <c:v>2.37502793838835</c:v>
                </c:pt>
                <c:pt idx="243">
                  <c:v>2.42544789889541</c:v>
                </c:pt>
                <c:pt idx="244">
                  <c:v>2.29742017660716</c:v>
                </c:pt>
                <c:pt idx="245">
                  <c:v>2.42176878972843</c:v>
                </c:pt>
                <c:pt idx="246">
                  <c:v>2.3742742083231</c:v>
                </c:pt>
                <c:pt idx="247">
                  <c:v>2.38331627206194</c:v>
                </c:pt>
                <c:pt idx="248">
                  <c:v>2.3491587287305</c:v>
                </c:pt>
                <c:pt idx="249">
                  <c:v>2.36392392605626</c:v>
                </c:pt>
                <c:pt idx="250">
                  <c:v>2.38567225323432</c:v>
                </c:pt>
                <c:pt idx="251">
                  <c:v>2.31568197107048</c:v>
                </c:pt>
                <c:pt idx="252">
                  <c:v>2.36397267235055</c:v>
                </c:pt>
                <c:pt idx="253">
                  <c:v>2.28113171788185</c:v>
                </c:pt>
                <c:pt idx="254">
                  <c:v>2.31802652771634</c:v>
                </c:pt>
                <c:pt idx="255">
                  <c:v>2.31233276529242</c:v>
                </c:pt>
                <c:pt idx="256">
                  <c:v>2.28754805702153</c:v>
                </c:pt>
                <c:pt idx="257">
                  <c:v>2.33061185797005</c:v>
                </c:pt>
                <c:pt idx="258">
                  <c:v>2.31483649998561</c:v>
                </c:pt>
                <c:pt idx="259">
                  <c:v>2.29879271933472</c:v>
                </c:pt>
                <c:pt idx="260">
                  <c:v>2.28612266794781</c:v>
                </c:pt>
                <c:pt idx="261">
                  <c:v>2.26095031401244</c:v>
                </c:pt>
                <c:pt idx="262">
                  <c:v>2.32177149121203</c:v>
                </c:pt>
                <c:pt idx="263">
                  <c:v>2.30674426481791</c:v>
                </c:pt>
                <c:pt idx="264">
                  <c:v>2.23485957863921</c:v>
                </c:pt>
                <c:pt idx="265">
                  <c:v>2.27557700257947</c:v>
                </c:pt>
                <c:pt idx="266">
                  <c:v>2.3068731164608</c:v>
                </c:pt>
                <c:pt idx="267">
                  <c:v>2.23068469398258</c:v>
                </c:pt>
                <c:pt idx="268">
                  <c:v>2.23044899492396</c:v>
                </c:pt>
                <c:pt idx="269">
                  <c:v>2.24005844500664</c:v>
                </c:pt>
                <c:pt idx="270">
                  <c:v>2.24495172204134</c:v>
                </c:pt>
                <c:pt idx="271">
                  <c:v>2.26571883331785</c:v>
                </c:pt>
                <c:pt idx="272">
                  <c:v>2.24806592109852</c:v>
                </c:pt>
                <c:pt idx="273">
                  <c:v>2.27156690103989</c:v>
                </c:pt>
                <c:pt idx="274">
                  <c:v>2.17316154649052</c:v>
                </c:pt>
                <c:pt idx="275">
                  <c:v>2.27200904052989</c:v>
                </c:pt>
                <c:pt idx="276">
                  <c:v>2.20947215045017</c:v>
                </c:pt>
                <c:pt idx="277">
                  <c:v>2.20192732206756</c:v>
                </c:pt>
                <c:pt idx="278">
                  <c:v>2.22713101355585</c:v>
                </c:pt>
                <c:pt idx="279">
                  <c:v>2.21289724656179</c:v>
                </c:pt>
                <c:pt idx="280">
                  <c:v>2.18458698827498</c:v>
                </c:pt>
                <c:pt idx="281">
                  <c:v>2.19114486402775</c:v>
                </c:pt>
                <c:pt idx="282">
                  <c:v>2.22104231105677</c:v>
                </c:pt>
                <c:pt idx="283">
                  <c:v>2.14384409589984</c:v>
                </c:pt>
                <c:pt idx="284">
                  <c:v>2.13008574440028</c:v>
                </c:pt>
                <c:pt idx="285">
                  <c:v>2.14509272017731</c:v>
                </c:pt>
                <c:pt idx="286">
                  <c:v>2.16236474822333</c:v>
                </c:pt>
                <c:pt idx="287">
                  <c:v>2.1494600118321</c:v>
                </c:pt>
                <c:pt idx="288">
                  <c:v>2.10633064465164</c:v>
                </c:pt>
                <c:pt idx="289">
                  <c:v>2.17674551946261</c:v>
                </c:pt>
                <c:pt idx="290">
                  <c:v>2.10676404634172</c:v>
                </c:pt>
                <c:pt idx="291">
                  <c:v>2.18055461972565</c:v>
                </c:pt>
                <c:pt idx="292">
                  <c:v>2.10596314759152</c:v>
                </c:pt>
                <c:pt idx="293">
                  <c:v>2.13920212202745</c:v>
                </c:pt>
                <c:pt idx="294">
                  <c:v>2.10164559127482</c:v>
                </c:pt>
                <c:pt idx="295">
                  <c:v>2.08661676531888</c:v>
                </c:pt>
                <c:pt idx="296">
                  <c:v>2.07885222106278</c:v>
                </c:pt>
                <c:pt idx="297">
                  <c:v>2.07716620867542</c:v>
                </c:pt>
                <c:pt idx="298">
                  <c:v>2.12864861829957</c:v>
                </c:pt>
                <c:pt idx="299">
                  <c:v>1.99951487723709</c:v>
                </c:pt>
                <c:pt idx="300">
                  <c:v>2.10893787297061</c:v>
                </c:pt>
                <c:pt idx="301">
                  <c:v>2.0402087239849</c:v>
                </c:pt>
                <c:pt idx="302">
                  <c:v>2.02137733382819</c:v>
                </c:pt>
                <c:pt idx="303">
                  <c:v>2.05135879604653</c:v>
                </c:pt>
                <c:pt idx="304">
                  <c:v>2.09234170688376</c:v>
                </c:pt>
                <c:pt idx="305">
                  <c:v>2.04449660107452</c:v>
                </c:pt>
                <c:pt idx="306">
                  <c:v>2.05969393618311</c:v>
                </c:pt>
                <c:pt idx="307">
                  <c:v>2.10530430938383</c:v>
                </c:pt>
                <c:pt idx="308">
                  <c:v>1.9979506758997</c:v>
                </c:pt>
                <c:pt idx="309">
                  <c:v>2.05256386609711</c:v>
                </c:pt>
                <c:pt idx="310">
                  <c:v>1.99160612727399</c:v>
                </c:pt>
                <c:pt idx="311">
                  <c:v>2.08909925241805</c:v>
                </c:pt>
                <c:pt idx="312">
                  <c:v>1.93663683301666</c:v>
                </c:pt>
                <c:pt idx="313">
                  <c:v>2.04055321354719</c:v>
                </c:pt>
                <c:pt idx="314">
                  <c:v>1.90287017335233</c:v>
                </c:pt>
                <c:pt idx="315">
                  <c:v>2.02398162183033</c:v>
                </c:pt>
                <c:pt idx="316">
                  <c:v>1.94162995051227</c:v>
                </c:pt>
                <c:pt idx="317">
                  <c:v>2.01731764637817</c:v>
                </c:pt>
                <c:pt idx="318">
                  <c:v>2.07426268859199</c:v>
                </c:pt>
                <c:pt idx="319">
                  <c:v>1.92836224289383</c:v>
                </c:pt>
                <c:pt idx="320">
                  <c:v>2.06366295748018</c:v>
                </c:pt>
                <c:pt idx="321">
                  <c:v>1.91130081516904</c:v>
                </c:pt>
                <c:pt idx="322">
                  <c:v>1.9980167009878</c:v>
                </c:pt>
                <c:pt idx="323">
                  <c:v>1.89271959552493</c:v>
                </c:pt>
                <c:pt idx="324">
                  <c:v>1.95001591248925</c:v>
                </c:pt>
                <c:pt idx="325">
                  <c:v>1.82917244556659</c:v>
                </c:pt>
                <c:pt idx="326">
                  <c:v>1.88371727946978</c:v>
                </c:pt>
                <c:pt idx="327">
                  <c:v>1.82586203107813</c:v>
                </c:pt>
                <c:pt idx="328">
                  <c:v>1.83560319177323</c:v>
                </c:pt>
                <c:pt idx="329">
                  <c:v>1.83877709917069</c:v>
                </c:pt>
                <c:pt idx="330">
                  <c:v>1.82595448716989</c:v>
                </c:pt>
                <c:pt idx="331">
                  <c:v>1.78715867556552</c:v>
                </c:pt>
                <c:pt idx="332">
                  <c:v>1.79127538671758</c:v>
                </c:pt>
                <c:pt idx="333">
                  <c:v>1.7345826009268</c:v>
                </c:pt>
                <c:pt idx="334">
                  <c:v>1.69734587841866</c:v>
                </c:pt>
                <c:pt idx="335">
                  <c:v>1.78254465448901</c:v>
                </c:pt>
                <c:pt idx="336">
                  <c:v>1.74449356979074</c:v>
                </c:pt>
                <c:pt idx="337">
                  <c:v>1.71801840461387</c:v>
                </c:pt>
                <c:pt idx="338">
                  <c:v>1.76850830066129</c:v>
                </c:pt>
                <c:pt idx="339">
                  <c:v>1.7670450552142</c:v>
                </c:pt>
                <c:pt idx="340">
                  <c:v>1.71871911328441</c:v>
                </c:pt>
                <c:pt idx="341">
                  <c:v>1.74684785961332</c:v>
                </c:pt>
                <c:pt idx="342">
                  <c:v>1.688035014094</c:v>
                </c:pt>
                <c:pt idx="343">
                  <c:v>1.67135237667411</c:v>
                </c:pt>
                <c:pt idx="344">
                  <c:v>1.66953397406075</c:v>
                </c:pt>
                <c:pt idx="345">
                  <c:v>1.65068856732497</c:v>
                </c:pt>
                <c:pt idx="346">
                  <c:v>1.66787334554572</c:v>
                </c:pt>
                <c:pt idx="347">
                  <c:v>1.68797568450982</c:v>
                </c:pt>
                <c:pt idx="348">
                  <c:v>1.61742696933857</c:v>
                </c:pt>
                <c:pt idx="349">
                  <c:v>1.63560263667469</c:v>
                </c:pt>
                <c:pt idx="350">
                  <c:v>1.62561594456365</c:v>
                </c:pt>
                <c:pt idx="351">
                  <c:v>1.6401348105553</c:v>
                </c:pt>
                <c:pt idx="352">
                  <c:v>1.58159881443895</c:v>
                </c:pt>
                <c:pt idx="353">
                  <c:v>1.58857298659627</c:v>
                </c:pt>
                <c:pt idx="354">
                  <c:v>1.55306954081975</c:v>
                </c:pt>
                <c:pt idx="355">
                  <c:v>1.52255249190125</c:v>
                </c:pt>
                <c:pt idx="356">
                  <c:v>1.53011785150569</c:v>
                </c:pt>
                <c:pt idx="357">
                  <c:v>1.54450382521078</c:v>
                </c:pt>
                <c:pt idx="358">
                  <c:v>1.53369172618785</c:v>
                </c:pt>
                <c:pt idx="359">
                  <c:v>1.49925359284474</c:v>
                </c:pt>
                <c:pt idx="360">
                  <c:v>1.50194830456318</c:v>
                </c:pt>
                <c:pt idx="361">
                  <c:v>1.53199436114757</c:v>
                </c:pt>
                <c:pt idx="362">
                  <c:v>1.49352153492532</c:v>
                </c:pt>
                <c:pt idx="363">
                  <c:v>1.47612454168502</c:v>
                </c:pt>
                <c:pt idx="364">
                  <c:v>1.46662957655336</c:v>
                </c:pt>
                <c:pt idx="365">
                  <c:v>1.45960809328713</c:v>
                </c:pt>
                <c:pt idx="366">
                  <c:v>1.46252645618265</c:v>
                </c:pt>
                <c:pt idx="367">
                  <c:v>1.45716516083363</c:v>
                </c:pt>
                <c:pt idx="368">
                  <c:v>1.45004498692825</c:v>
                </c:pt>
                <c:pt idx="369">
                  <c:v>1.4520883042396</c:v>
                </c:pt>
                <c:pt idx="370">
                  <c:v>1.43089246047074</c:v>
                </c:pt>
                <c:pt idx="371">
                  <c:v>1.46272819890505</c:v>
                </c:pt>
                <c:pt idx="372">
                  <c:v>1.42103513253926</c:v>
                </c:pt>
                <c:pt idx="373">
                  <c:v>1.40661918507278</c:v>
                </c:pt>
                <c:pt idx="374">
                  <c:v>1.37657726627717</c:v>
                </c:pt>
                <c:pt idx="375">
                  <c:v>1.3821042865698</c:v>
                </c:pt>
                <c:pt idx="376">
                  <c:v>1.40599452636139</c:v>
                </c:pt>
                <c:pt idx="377">
                  <c:v>1.39103748459847</c:v>
                </c:pt>
                <c:pt idx="378">
                  <c:v>1.37633791799253</c:v>
                </c:pt>
                <c:pt idx="379">
                  <c:v>1.37479249503228</c:v>
                </c:pt>
                <c:pt idx="380">
                  <c:v>1.3754462773338</c:v>
                </c:pt>
                <c:pt idx="381">
                  <c:v>1.35243686274893</c:v>
                </c:pt>
                <c:pt idx="382">
                  <c:v>1.38125862502534</c:v>
                </c:pt>
                <c:pt idx="383">
                  <c:v>1.37056400566212</c:v>
                </c:pt>
                <c:pt idx="384">
                  <c:v>1.35832765672767</c:v>
                </c:pt>
                <c:pt idx="385">
                  <c:v>1.38710628163782</c:v>
                </c:pt>
                <c:pt idx="386">
                  <c:v>1.38421399873275</c:v>
                </c:pt>
                <c:pt idx="387">
                  <c:v>1.39894572328195</c:v>
                </c:pt>
                <c:pt idx="388">
                  <c:v>1.37621389927649</c:v>
                </c:pt>
                <c:pt idx="389">
                  <c:v>1.38381518331066</c:v>
                </c:pt>
                <c:pt idx="390">
                  <c:v>1.38925165140685</c:v>
                </c:pt>
                <c:pt idx="391">
                  <c:v>1.37271041665034</c:v>
                </c:pt>
                <c:pt idx="392">
                  <c:v>1.37623312953827</c:v>
                </c:pt>
                <c:pt idx="393">
                  <c:v>1.36345258733025</c:v>
                </c:pt>
                <c:pt idx="394">
                  <c:v>1.39878545166743</c:v>
                </c:pt>
                <c:pt idx="395">
                  <c:v>1.44447811487554</c:v>
                </c:pt>
                <c:pt idx="396">
                  <c:v>1.35185412398255</c:v>
                </c:pt>
                <c:pt idx="397">
                  <c:v>1.47532429833503</c:v>
                </c:pt>
                <c:pt idx="398">
                  <c:v>1.41494283371243</c:v>
                </c:pt>
                <c:pt idx="399">
                  <c:v>1.3913783205756</c:v>
                </c:pt>
                <c:pt idx="400">
                  <c:v>1.46767700710282</c:v>
                </c:pt>
                <c:pt idx="401">
                  <c:v>1.40329421916598</c:v>
                </c:pt>
                <c:pt idx="402">
                  <c:v>1.48181581544651</c:v>
                </c:pt>
                <c:pt idx="403">
                  <c:v>1.35225583561382</c:v>
                </c:pt>
                <c:pt idx="404">
                  <c:v>1.59189422796059</c:v>
                </c:pt>
                <c:pt idx="405">
                  <c:v>1.43006724482094</c:v>
                </c:pt>
                <c:pt idx="406">
                  <c:v>1.46965813467962</c:v>
                </c:pt>
                <c:pt idx="407">
                  <c:v>1.43942911417744</c:v>
                </c:pt>
                <c:pt idx="408">
                  <c:v>1.40036104423133</c:v>
                </c:pt>
                <c:pt idx="409">
                  <c:v>1.40232627284469</c:v>
                </c:pt>
                <c:pt idx="410">
                  <c:v>1.37301714811152</c:v>
                </c:pt>
                <c:pt idx="411">
                  <c:v>1.36232393725628</c:v>
                </c:pt>
                <c:pt idx="412">
                  <c:v>1.37132149410155</c:v>
                </c:pt>
                <c:pt idx="413">
                  <c:v>1.3566222454061</c:v>
                </c:pt>
                <c:pt idx="414">
                  <c:v>1.37811296184631</c:v>
                </c:pt>
                <c:pt idx="415">
                  <c:v>1.35970148727736</c:v>
                </c:pt>
                <c:pt idx="416">
                  <c:v>1.3459523973739</c:v>
                </c:pt>
                <c:pt idx="417">
                  <c:v>1.37215635959262</c:v>
                </c:pt>
                <c:pt idx="418">
                  <c:v>1.36490502545082</c:v>
                </c:pt>
                <c:pt idx="419">
                  <c:v>1.36221185701121</c:v>
                </c:pt>
                <c:pt idx="420">
                  <c:v>1.38706746312593</c:v>
                </c:pt>
                <c:pt idx="421">
                  <c:v>1.35525780769882</c:v>
                </c:pt>
                <c:pt idx="422">
                  <c:v>1.37719977935919</c:v>
                </c:pt>
                <c:pt idx="423">
                  <c:v>1.35329015269949</c:v>
                </c:pt>
                <c:pt idx="424">
                  <c:v>1.37696963201259</c:v>
                </c:pt>
                <c:pt idx="425">
                  <c:v>1.38485208407051</c:v>
                </c:pt>
                <c:pt idx="426">
                  <c:v>1.35541419945684</c:v>
                </c:pt>
                <c:pt idx="427">
                  <c:v>1.40402469460726</c:v>
                </c:pt>
                <c:pt idx="428">
                  <c:v>1.38495046143867</c:v>
                </c:pt>
                <c:pt idx="429">
                  <c:v>1.37558075091234</c:v>
                </c:pt>
                <c:pt idx="430">
                  <c:v>1.40954015192565</c:v>
                </c:pt>
                <c:pt idx="431">
                  <c:v>1.36244372731865</c:v>
                </c:pt>
                <c:pt idx="432">
                  <c:v>1.39289032277617</c:v>
                </c:pt>
                <c:pt idx="433">
                  <c:v>1.372551588752</c:v>
                </c:pt>
                <c:pt idx="434">
                  <c:v>1.37170659726338</c:v>
                </c:pt>
                <c:pt idx="435">
                  <c:v>1.42380384159281</c:v>
                </c:pt>
                <c:pt idx="436">
                  <c:v>1.34799663210477</c:v>
                </c:pt>
                <c:pt idx="437">
                  <c:v>1.39519147926626</c:v>
                </c:pt>
                <c:pt idx="438">
                  <c:v>1.34763260353405</c:v>
                </c:pt>
                <c:pt idx="439">
                  <c:v>1.35703169797607</c:v>
                </c:pt>
                <c:pt idx="440">
                  <c:v>1.38007148726773</c:v>
                </c:pt>
                <c:pt idx="441">
                  <c:v>1.33703806689877</c:v>
                </c:pt>
                <c:pt idx="442">
                  <c:v>1.32457444206833</c:v>
                </c:pt>
                <c:pt idx="443">
                  <c:v>1.34800032176497</c:v>
                </c:pt>
                <c:pt idx="444">
                  <c:v>1.32765829830183</c:v>
                </c:pt>
                <c:pt idx="445">
                  <c:v>1.35234495302787</c:v>
                </c:pt>
                <c:pt idx="446">
                  <c:v>1.35657455171319</c:v>
                </c:pt>
                <c:pt idx="447">
                  <c:v>1.33934376564803</c:v>
                </c:pt>
                <c:pt idx="448">
                  <c:v>1.3323080796693</c:v>
                </c:pt>
                <c:pt idx="449">
                  <c:v>1.37555001904984</c:v>
                </c:pt>
                <c:pt idx="450">
                  <c:v>1.3400619466261</c:v>
                </c:pt>
                <c:pt idx="451">
                  <c:v>1.38757123992116</c:v>
                </c:pt>
                <c:pt idx="452">
                  <c:v>1.37230617835718</c:v>
                </c:pt>
                <c:pt idx="453">
                  <c:v>1.34090264676739</c:v>
                </c:pt>
                <c:pt idx="454">
                  <c:v>1.35019580215138</c:v>
                </c:pt>
                <c:pt idx="455">
                  <c:v>1.35069185003556</c:v>
                </c:pt>
                <c:pt idx="456">
                  <c:v>1.3574213003603</c:v>
                </c:pt>
                <c:pt idx="457">
                  <c:v>1.34259030159075</c:v>
                </c:pt>
                <c:pt idx="458">
                  <c:v>1.32561541906356</c:v>
                </c:pt>
                <c:pt idx="459">
                  <c:v>1.332951137386</c:v>
                </c:pt>
                <c:pt idx="460">
                  <c:v>1.33391024388818</c:v>
                </c:pt>
                <c:pt idx="461">
                  <c:v>1.32708015992053</c:v>
                </c:pt>
                <c:pt idx="462">
                  <c:v>1.35105609318376</c:v>
                </c:pt>
                <c:pt idx="463">
                  <c:v>1.32431464532282</c:v>
                </c:pt>
                <c:pt idx="464">
                  <c:v>1.33279021450245</c:v>
                </c:pt>
                <c:pt idx="465">
                  <c:v>1.33986455989793</c:v>
                </c:pt>
                <c:pt idx="466">
                  <c:v>1.32954678043112</c:v>
                </c:pt>
                <c:pt idx="467">
                  <c:v>1.33891236849827</c:v>
                </c:pt>
                <c:pt idx="468">
                  <c:v>1.31953382251987</c:v>
                </c:pt>
                <c:pt idx="469">
                  <c:v>1.34311706332575</c:v>
                </c:pt>
                <c:pt idx="470">
                  <c:v>1.33933468364664</c:v>
                </c:pt>
                <c:pt idx="471">
                  <c:v>1.32822825446009</c:v>
                </c:pt>
                <c:pt idx="472">
                  <c:v>1.34052438514851</c:v>
                </c:pt>
                <c:pt idx="473">
                  <c:v>1.33330150930298</c:v>
                </c:pt>
                <c:pt idx="474">
                  <c:v>1.32008469104215</c:v>
                </c:pt>
                <c:pt idx="475">
                  <c:v>1.35031954113532</c:v>
                </c:pt>
                <c:pt idx="476">
                  <c:v>1.33552446347372</c:v>
                </c:pt>
                <c:pt idx="477">
                  <c:v>1.33106611224017</c:v>
                </c:pt>
                <c:pt idx="478">
                  <c:v>1.36433548757245</c:v>
                </c:pt>
                <c:pt idx="479">
                  <c:v>1.34319035057655</c:v>
                </c:pt>
                <c:pt idx="480">
                  <c:v>1.34661514450983</c:v>
                </c:pt>
                <c:pt idx="481">
                  <c:v>1.32796255561884</c:v>
                </c:pt>
                <c:pt idx="482">
                  <c:v>1.34458695981487</c:v>
                </c:pt>
                <c:pt idx="483">
                  <c:v>1.34068227312224</c:v>
                </c:pt>
                <c:pt idx="484">
                  <c:v>1.36736122432495</c:v>
                </c:pt>
                <c:pt idx="485">
                  <c:v>1.32079275551958</c:v>
                </c:pt>
                <c:pt idx="486">
                  <c:v>1.34407049088742</c:v>
                </c:pt>
                <c:pt idx="487">
                  <c:v>1.33053452702302</c:v>
                </c:pt>
                <c:pt idx="488">
                  <c:v>1.34063046031907</c:v>
                </c:pt>
                <c:pt idx="489">
                  <c:v>1.36083170295296</c:v>
                </c:pt>
                <c:pt idx="490">
                  <c:v>1.32736809425665</c:v>
                </c:pt>
                <c:pt idx="491">
                  <c:v>1.37927559223776</c:v>
                </c:pt>
                <c:pt idx="492">
                  <c:v>1.36176683682826</c:v>
                </c:pt>
                <c:pt idx="493">
                  <c:v>1.33542816605157</c:v>
                </c:pt>
                <c:pt idx="494">
                  <c:v>1.39744915745168</c:v>
                </c:pt>
                <c:pt idx="495">
                  <c:v>1.34643625457997</c:v>
                </c:pt>
                <c:pt idx="496">
                  <c:v>1.34068243083676</c:v>
                </c:pt>
                <c:pt idx="497">
                  <c:v>1.36776659963936</c:v>
                </c:pt>
                <c:pt idx="498">
                  <c:v>1.33708347178731</c:v>
                </c:pt>
                <c:pt idx="499">
                  <c:v>1.33301766112441</c:v>
                </c:pt>
                <c:pt idx="500">
                  <c:v>1.37698963867421</c:v>
                </c:pt>
                <c:pt idx="501">
                  <c:v>1.35827890645969</c:v>
                </c:pt>
                <c:pt idx="502">
                  <c:v>1.31466755358441</c:v>
                </c:pt>
                <c:pt idx="503">
                  <c:v>1.38626999366969</c:v>
                </c:pt>
                <c:pt idx="504">
                  <c:v>1.38766453408101</c:v>
                </c:pt>
                <c:pt idx="505">
                  <c:v>1.33775149896744</c:v>
                </c:pt>
                <c:pt idx="506">
                  <c:v>1.36005443666458</c:v>
                </c:pt>
                <c:pt idx="507">
                  <c:v>1.3637633569193</c:v>
                </c:pt>
                <c:pt idx="508">
                  <c:v>1.35098855038273</c:v>
                </c:pt>
                <c:pt idx="509">
                  <c:v>1.36191808684026</c:v>
                </c:pt>
                <c:pt idx="510">
                  <c:v>1.34702222618749</c:v>
                </c:pt>
                <c:pt idx="511">
                  <c:v>1.34461517815145</c:v>
                </c:pt>
                <c:pt idx="512">
                  <c:v>1.3434781890095</c:v>
                </c:pt>
                <c:pt idx="513">
                  <c:v>1.32723951914238</c:v>
                </c:pt>
                <c:pt idx="514">
                  <c:v>1.33309440084977</c:v>
                </c:pt>
                <c:pt idx="515">
                  <c:v>1.34536486491376</c:v>
                </c:pt>
                <c:pt idx="516">
                  <c:v>1.30530929834476</c:v>
                </c:pt>
                <c:pt idx="517">
                  <c:v>1.34421951748462</c:v>
                </c:pt>
                <c:pt idx="518">
                  <c:v>1.33509502713469</c:v>
                </c:pt>
                <c:pt idx="519">
                  <c:v>1.32328087841711</c:v>
                </c:pt>
                <c:pt idx="520">
                  <c:v>1.34786458381656</c:v>
                </c:pt>
                <c:pt idx="521">
                  <c:v>1.31990580126372</c:v>
                </c:pt>
                <c:pt idx="522">
                  <c:v>1.33873299700702</c:v>
                </c:pt>
                <c:pt idx="523">
                  <c:v>1.33806115498461</c:v>
                </c:pt>
                <c:pt idx="524">
                  <c:v>1.32937343337325</c:v>
                </c:pt>
                <c:pt idx="525">
                  <c:v>1.35434614940949</c:v>
                </c:pt>
                <c:pt idx="526">
                  <c:v>1.34141571606689</c:v>
                </c:pt>
                <c:pt idx="527">
                  <c:v>1.32942375817704</c:v>
                </c:pt>
                <c:pt idx="528">
                  <c:v>1.33587857060407</c:v>
                </c:pt>
                <c:pt idx="529">
                  <c:v>1.32769784276473</c:v>
                </c:pt>
                <c:pt idx="530">
                  <c:v>1.33079710517131</c:v>
                </c:pt>
                <c:pt idx="531">
                  <c:v>1.35316783206057</c:v>
                </c:pt>
                <c:pt idx="532">
                  <c:v>1.32519843319864</c:v>
                </c:pt>
                <c:pt idx="533">
                  <c:v>1.30545269534353</c:v>
                </c:pt>
                <c:pt idx="534">
                  <c:v>1.37613319114038</c:v>
                </c:pt>
                <c:pt idx="535">
                  <c:v>1.34639815582128</c:v>
                </c:pt>
                <c:pt idx="536">
                  <c:v>1.31129972917362</c:v>
                </c:pt>
                <c:pt idx="537">
                  <c:v>1.30857675400983</c:v>
                </c:pt>
                <c:pt idx="538">
                  <c:v>1.32498659194787</c:v>
                </c:pt>
                <c:pt idx="539">
                  <c:v>1.30706935867047</c:v>
                </c:pt>
                <c:pt idx="540">
                  <c:v>1.31712618662537</c:v>
                </c:pt>
                <c:pt idx="541">
                  <c:v>1.30796711550674</c:v>
                </c:pt>
                <c:pt idx="542">
                  <c:v>1.34202567502281</c:v>
                </c:pt>
                <c:pt idx="543">
                  <c:v>1.34629625185756</c:v>
                </c:pt>
                <c:pt idx="544">
                  <c:v>1.32893291770843</c:v>
                </c:pt>
                <c:pt idx="545">
                  <c:v>1.33285843568032</c:v>
                </c:pt>
                <c:pt idx="546">
                  <c:v>1.33342461647343</c:v>
                </c:pt>
                <c:pt idx="547">
                  <c:v>1.31999138052217</c:v>
                </c:pt>
                <c:pt idx="548">
                  <c:v>1.33348439949046</c:v>
                </c:pt>
                <c:pt idx="549">
                  <c:v>1.35378147034288</c:v>
                </c:pt>
                <c:pt idx="550">
                  <c:v>1.32989143165663</c:v>
                </c:pt>
                <c:pt idx="551">
                  <c:v>1.32352095581732</c:v>
                </c:pt>
                <c:pt idx="552">
                  <c:v>1.3480175332756</c:v>
                </c:pt>
                <c:pt idx="553">
                  <c:v>1.33453173471555</c:v>
                </c:pt>
                <c:pt idx="554">
                  <c:v>1.356994037104</c:v>
                </c:pt>
                <c:pt idx="555">
                  <c:v>1.34202192458619</c:v>
                </c:pt>
                <c:pt idx="556">
                  <c:v>1.32972204042389</c:v>
                </c:pt>
                <c:pt idx="557">
                  <c:v>1.33764254468449</c:v>
                </c:pt>
                <c:pt idx="558">
                  <c:v>1.31723368247488</c:v>
                </c:pt>
                <c:pt idx="559">
                  <c:v>1.32470372048098</c:v>
                </c:pt>
                <c:pt idx="560">
                  <c:v>1.3427401050796</c:v>
                </c:pt>
                <c:pt idx="561">
                  <c:v>1.3412482901219</c:v>
                </c:pt>
                <c:pt idx="562">
                  <c:v>1.31243952084253</c:v>
                </c:pt>
                <c:pt idx="563">
                  <c:v>1.32348871874152</c:v>
                </c:pt>
                <c:pt idx="564">
                  <c:v>1.31149032060532</c:v>
                </c:pt>
                <c:pt idx="565">
                  <c:v>1.31415056805724</c:v>
                </c:pt>
                <c:pt idx="566">
                  <c:v>1.34791459282382</c:v>
                </c:pt>
                <c:pt idx="567">
                  <c:v>1.32320387374282</c:v>
                </c:pt>
                <c:pt idx="568">
                  <c:v>1.31722217801307</c:v>
                </c:pt>
                <c:pt idx="569">
                  <c:v>1.29938508395678</c:v>
                </c:pt>
                <c:pt idx="570">
                  <c:v>1.34256151637161</c:v>
                </c:pt>
                <c:pt idx="571">
                  <c:v>1.32252016187293</c:v>
                </c:pt>
                <c:pt idx="572">
                  <c:v>1.31642537144414</c:v>
                </c:pt>
                <c:pt idx="573">
                  <c:v>1.31871619712379</c:v>
                </c:pt>
                <c:pt idx="574">
                  <c:v>1.33411354817108</c:v>
                </c:pt>
                <c:pt idx="575">
                  <c:v>1.35106575761557</c:v>
                </c:pt>
                <c:pt idx="576">
                  <c:v>1.30861931514138</c:v>
                </c:pt>
                <c:pt idx="577">
                  <c:v>1.32731646656864</c:v>
                </c:pt>
                <c:pt idx="578">
                  <c:v>1.34223781813285</c:v>
                </c:pt>
                <c:pt idx="579">
                  <c:v>1.33747008045589</c:v>
                </c:pt>
                <c:pt idx="580">
                  <c:v>1.32257303557936</c:v>
                </c:pt>
                <c:pt idx="581">
                  <c:v>1.34319035438694</c:v>
                </c:pt>
                <c:pt idx="582">
                  <c:v>1.30871831660559</c:v>
                </c:pt>
                <c:pt idx="583">
                  <c:v>1.32648881723086</c:v>
                </c:pt>
                <c:pt idx="584">
                  <c:v>1.32129335541932</c:v>
                </c:pt>
                <c:pt idx="585">
                  <c:v>1.31092589832633</c:v>
                </c:pt>
                <c:pt idx="586">
                  <c:v>1.29374366280481</c:v>
                </c:pt>
                <c:pt idx="587">
                  <c:v>1.34323316931729</c:v>
                </c:pt>
                <c:pt idx="588">
                  <c:v>1.33620632074396</c:v>
                </c:pt>
                <c:pt idx="589">
                  <c:v>1.33571022974276</c:v>
                </c:pt>
                <c:pt idx="590">
                  <c:v>1.35501671499406</c:v>
                </c:pt>
                <c:pt idx="591">
                  <c:v>1.31843657552764</c:v>
                </c:pt>
                <c:pt idx="592">
                  <c:v>1.31417657344543</c:v>
                </c:pt>
                <c:pt idx="593">
                  <c:v>1.35929790293547</c:v>
                </c:pt>
                <c:pt idx="594">
                  <c:v>1.33516146838181</c:v>
                </c:pt>
                <c:pt idx="595">
                  <c:v>1.31673829735328</c:v>
                </c:pt>
                <c:pt idx="596">
                  <c:v>1.35623376648575</c:v>
                </c:pt>
                <c:pt idx="597">
                  <c:v>1.32414212276596</c:v>
                </c:pt>
                <c:pt idx="598">
                  <c:v>1.32590145013501</c:v>
                </c:pt>
                <c:pt idx="599">
                  <c:v>1.331081016584</c:v>
                </c:pt>
                <c:pt idx="600">
                  <c:v>1.33375126784098</c:v>
                </c:pt>
                <c:pt idx="601">
                  <c:v>1.38559244108154</c:v>
                </c:pt>
                <c:pt idx="602">
                  <c:v>1.31046334085166</c:v>
                </c:pt>
                <c:pt idx="603">
                  <c:v>1.38379917114989</c:v>
                </c:pt>
                <c:pt idx="604">
                  <c:v>1.32989189556623</c:v>
                </c:pt>
                <c:pt idx="605">
                  <c:v>1.3243164828845</c:v>
                </c:pt>
                <c:pt idx="606">
                  <c:v>1.34355234531013</c:v>
                </c:pt>
                <c:pt idx="607">
                  <c:v>1.32496976207206</c:v>
                </c:pt>
                <c:pt idx="608">
                  <c:v>1.31528408078081</c:v>
                </c:pt>
                <c:pt idx="609">
                  <c:v>1.35425999895627</c:v>
                </c:pt>
                <c:pt idx="610">
                  <c:v>1.30160598374216</c:v>
                </c:pt>
                <c:pt idx="611">
                  <c:v>1.3158833431016</c:v>
                </c:pt>
                <c:pt idx="612">
                  <c:v>1.32792971269187</c:v>
                </c:pt>
                <c:pt idx="613">
                  <c:v>1.31896512561103</c:v>
                </c:pt>
                <c:pt idx="614">
                  <c:v>1.32656263756004</c:v>
                </c:pt>
                <c:pt idx="615">
                  <c:v>1.32192575135236</c:v>
                </c:pt>
                <c:pt idx="616">
                  <c:v>1.31606499036731</c:v>
                </c:pt>
                <c:pt idx="617">
                  <c:v>1.29480076772254</c:v>
                </c:pt>
                <c:pt idx="618">
                  <c:v>1.31151038321178</c:v>
                </c:pt>
                <c:pt idx="619">
                  <c:v>1.33409364484998</c:v>
                </c:pt>
                <c:pt idx="620">
                  <c:v>1.31416611892235</c:v>
                </c:pt>
                <c:pt idx="621">
                  <c:v>1.31339013288026</c:v>
                </c:pt>
                <c:pt idx="622">
                  <c:v>1.30294566828247</c:v>
                </c:pt>
                <c:pt idx="623">
                  <c:v>1.30043900300099</c:v>
                </c:pt>
                <c:pt idx="624">
                  <c:v>1.34922683628199</c:v>
                </c:pt>
                <c:pt idx="625">
                  <c:v>1.30198116453966</c:v>
                </c:pt>
                <c:pt idx="626">
                  <c:v>1.31544845603543</c:v>
                </c:pt>
                <c:pt idx="627">
                  <c:v>1.32037360606978</c:v>
                </c:pt>
                <c:pt idx="628">
                  <c:v>1.32332296421842</c:v>
                </c:pt>
                <c:pt idx="629">
                  <c:v>1.30160595661326</c:v>
                </c:pt>
                <c:pt idx="630">
                  <c:v>1.3430208800385</c:v>
                </c:pt>
                <c:pt idx="631">
                  <c:v>1.2989924016597</c:v>
                </c:pt>
                <c:pt idx="632">
                  <c:v>1.32167875174356</c:v>
                </c:pt>
                <c:pt idx="633">
                  <c:v>1.33422002992732</c:v>
                </c:pt>
                <c:pt idx="634">
                  <c:v>1.30396798782504</c:v>
                </c:pt>
                <c:pt idx="635">
                  <c:v>1.33557071300445</c:v>
                </c:pt>
                <c:pt idx="636">
                  <c:v>1.3234865306626</c:v>
                </c:pt>
                <c:pt idx="637">
                  <c:v>1.31475623855074</c:v>
                </c:pt>
                <c:pt idx="638">
                  <c:v>1.33132677561697</c:v>
                </c:pt>
                <c:pt idx="639">
                  <c:v>1.32555836482454</c:v>
                </c:pt>
                <c:pt idx="640">
                  <c:v>1.33706883038822</c:v>
                </c:pt>
                <c:pt idx="641">
                  <c:v>1.30303160613702</c:v>
                </c:pt>
                <c:pt idx="642">
                  <c:v>1.30982900764749</c:v>
                </c:pt>
                <c:pt idx="643">
                  <c:v>1.33663034161971</c:v>
                </c:pt>
                <c:pt idx="644">
                  <c:v>1.3095872380634</c:v>
                </c:pt>
                <c:pt idx="645">
                  <c:v>1.31534886699676</c:v>
                </c:pt>
                <c:pt idx="646">
                  <c:v>1.29195208404614</c:v>
                </c:pt>
                <c:pt idx="647">
                  <c:v>1.30668874937858</c:v>
                </c:pt>
                <c:pt idx="648">
                  <c:v>1.30193230733976</c:v>
                </c:pt>
                <c:pt idx="649">
                  <c:v>1.31361456587914</c:v>
                </c:pt>
                <c:pt idx="650">
                  <c:v>1.3029120569472</c:v>
                </c:pt>
                <c:pt idx="651">
                  <c:v>1.29709525726993</c:v>
                </c:pt>
                <c:pt idx="652">
                  <c:v>1.31050816858939</c:v>
                </c:pt>
                <c:pt idx="653">
                  <c:v>1.30055433255924</c:v>
                </c:pt>
                <c:pt idx="654">
                  <c:v>1.32558765163396</c:v>
                </c:pt>
                <c:pt idx="655">
                  <c:v>1.3068320606793</c:v>
                </c:pt>
                <c:pt idx="656">
                  <c:v>1.32427447609588</c:v>
                </c:pt>
                <c:pt idx="657">
                  <c:v>1.33462085224523</c:v>
                </c:pt>
                <c:pt idx="658">
                  <c:v>1.30790233759876</c:v>
                </c:pt>
                <c:pt idx="659">
                  <c:v>1.32373539925627</c:v>
                </c:pt>
                <c:pt idx="660">
                  <c:v>1.29545328551172</c:v>
                </c:pt>
                <c:pt idx="661">
                  <c:v>1.30980301215589</c:v>
                </c:pt>
                <c:pt idx="662">
                  <c:v>1.31269472559281</c:v>
                </c:pt>
                <c:pt idx="663">
                  <c:v>1.28901302578324</c:v>
                </c:pt>
                <c:pt idx="664">
                  <c:v>1.3084926365112</c:v>
                </c:pt>
                <c:pt idx="665">
                  <c:v>1.29970149483087</c:v>
                </c:pt>
                <c:pt idx="666">
                  <c:v>1.3080751367166</c:v>
                </c:pt>
                <c:pt idx="667">
                  <c:v>1.29469536918492</c:v>
                </c:pt>
                <c:pt idx="668">
                  <c:v>1.30917122407384</c:v>
                </c:pt>
                <c:pt idx="669">
                  <c:v>1.29906543021212</c:v>
                </c:pt>
                <c:pt idx="670">
                  <c:v>1.29823697853837</c:v>
                </c:pt>
                <c:pt idx="671">
                  <c:v>1.31132682247973</c:v>
                </c:pt>
                <c:pt idx="672">
                  <c:v>1.28903997989067</c:v>
                </c:pt>
                <c:pt idx="673">
                  <c:v>1.310715957389</c:v>
                </c:pt>
                <c:pt idx="674">
                  <c:v>1.30743846198704</c:v>
                </c:pt>
                <c:pt idx="675">
                  <c:v>1.30048358233094</c:v>
                </c:pt>
                <c:pt idx="676">
                  <c:v>1.30331557191333</c:v>
                </c:pt>
                <c:pt idx="677">
                  <c:v>1.28190630130977</c:v>
                </c:pt>
                <c:pt idx="678">
                  <c:v>1.30617858444053</c:v>
                </c:pt>
                <c:pt idx="679">
                  <c:v>1.31603426278218</c:v>
                </c:pt>
                <c:pt idx="680">
                  <c:v>1.32565381615669</c:v>
                </c:pt>
                <c:pt idx="681">
                  <c:v>1.30224189137673</c:v>
                </c:pt>
                <c:pt idx="682">
                  <c:v>1.32813778414561</c:v>
                </c:pt>
                <c:pt idx="683">
                  <c:v>1.31137720330713</c:v>
                </c:pt>
                <c:pt idx="684">
                  <c:v>1.31312791989824</c:v>
                </c:pt>
                <c:pt idx="685">
                  <c:v>1.30864606743086</c:v>
                </c:pt>
                <c:pt idx="686">
                  <c:v>1.30891860049954</c:v>
                </c:pt>
                <c:pt idx="687">
                  <c:v>1.29393659877148</c:v>
                </c:pt>
                <c:pt idx="688">
                  <c:v>1.30179652051946</c:v>
                </c:pt>
                <c:pt idx="689">
                  <c:v>1.30296670294438</c:v>
                </c:pt>
                <c:pt idx="690">
                  <c:v>1.30875580113501</c:v>
                </c:pt>
                <c:pt idx="691">
                  <c:v>1.31229481790049</c:v>
                </c:pt>
                <c:pt idx="692">
                  <c:v>1.30417186673269</c:v>
                </c:pt>
                <c:pt idx="693">
                  <c:v>1.27958412759529</c:v>
                </c:pt>
                <c:pt idx="694">
                  <c:v>1.29198866246007</c:v>
                </c:pt>
                <c:pt idx="695">
                  <c:v>1.31432813700794</c:v>
                </c:pt>
                <c:pt idx="696">
                  <c:v>1.3164437951228</c:v>
                </c:pt>
                <c:pt idx="697">
                  <c:v>1.3079767360905</c:v>
                </c:pt>
                <c:pt idx="698">
                  <c:v>1.29788183625599</c:v>
                </c:pt>
                <c:pt idx="699">
                  <c:v>1.31522577260794</c:v>
                </c:pt>
                <c:pt idx="700">
                  <c:v>1.30435956054151</c:v>
                </c:pt>
                <c:pt idx="701">
                  <c:v>1.31462229972456</c:v>
                </c:pt>
                <c:pt idx="702">
                  <c:v>1.32362193688016</c:v>
                </c:pt>
                <c:pt idx="703">
                  <c:v>1.2864004593192</c:v>
                </c:pt>
                <c:pt idx="704">
                  <c:v>1.30626743913669</c:v>
                </c:pt>
                <c:pt idx="705">
                  <c:v>1.28399419395343</c:v>
                </c:pt>
                <c:pt idx="706">
                  <c:v>1.32057560608406</c:v>
                </c:pt>
                <c:pt idx="707">
                  <c:v>1.29779137792528</c:v>
                </c:pt>
                <c:pt idx="708">
                  <c:v>1.30228914561044</c:v>
                </c:pt>
                <c:pt idx="709">
                  <c:v>1.30324746913688</c:v>
                </c:pt>
                <c:pt idx="710">
                  <c:v>1.31736658743482</c:v>
                </c:pt>
                <c:pt idx="711">
                  <c:v>1.30258025031321</c:v>
                </c:pt>
                <c:pt idx="712">
                  <c:v>1.28604577511556</c:v>
                </c:pt>
                <c:pt idx="713">
                  <c:v>1.30997317292517</c:v>
                </c:pt>
                <c:pt idx="714">
                  <c:v>1.31236360156891</c:v>
                </c:pt>
                <c:pt idx="715">
                  <c:v>1.31135551913163</c:v>
                </c:pt>
                <c:pt idx="716">
                  <c:v>1.29038364341961</c:v>
                </c:pt>
                <c:pt idx="717">
                  <c:v>1.30216294768315</c:v>
                </c:pt>
                <c:pt idx="718">
                  <c:v>1.29815998107804</c:v>
                </c:pt>
                <c:pt idx="719">
                  <c:v>1.30406019675202</c:v>
                </c:pt>
                <c:pt idx="720">
                  <c:v>1.3007516758733</c:v>
                </c:pt>
                <c:pt idx="721">
                  <c:v>1.3167526842201</c:v>
                </c:pt>
                <c:pt idx="722">
                  <c:v>1.29600820173123</c:v>
                </c:pt>
                <c:pt idx="723">
                  <c:v>1.29447554303678</c:v>
                </c:pt>
                <c:pt idx="724">
                  <c:v>1.32148086807075</c:v>
                </c:pt>
                <c:pt idx="725">
                  <c:v>1.31025062499595</c:v>
                </c:pt>
                <c:pt idx="726">
                  <c:v>1.30254598480936</c:v>
                </c:pt>
                <c:pt idx="727">
                  <c:v>1.30813801243142</c:v>
                </c:pt>
                <c:pt idx="728">
                  <c:v>1.30761545788809</c:v>
                </c:pt>
                <c:pt idx="729">
                  <c:v>1.31992538026451</c:v>
                </c:pt>
                <c:pt idx="730">
                  <c:v>1.27627884706526</c:v>
                </c:pt>
                <c:pt idx="731">
                  <c:v>1.2931562799554</c:v>
                </c:pt>
                <c:pt idx="732">
                  <c:v>1.31785272470724</c:v>
                </c:pt>
                <c:pt idx="733">
                  <c:v>1.3056274540309</c:v>
                </c:pt>
                <c:pt idx="734">
                  <c:v>1.30186307487986</c:v>
                </c:pt>
                <c:pt idx="735">
                  <c:v>1.27514016818823</c:v>
                </c:pt>
                <c:pt idx="736">
                  <c:v>1.28773977779272</c:v>
                </c:pt>
                <c:pt idx="737">
                  <c:v>1.30240821214702</c:v>
                </c:pt>
                <c:pt idx="738">
                  <c:v>1.28411972046712</c:v>
                </c:pt>
                <c:pt idx="739">
                  <c:v>1.29903659116073</c:v>
                </c:pt>
                <c:pt idx="740">
                  <c:v>1.30520434102551</c:v>
                </c:pt>
                <c:pt idx="741">
                  <c:v>1.31771966036624</c:v>
                </c:pt>
                <c:pt idx="742">
                  <c:v>1.30973236011052</c:v>
                </c:pt>
                <c:pt idx="743">
                  <c:v>1.29507388648877</c:v>
                </c:pt>
                <c:pt idx="744">
                  <c:v>1.31053304023688</c:v>
                </c:pt>
                <c:pt idx="745">
                  <c:v>1.31550379490828</c:v>
                </c:pt>
                <c:pt idx="746">
                  <c:v>1.29783369397702</c:v>
                </c:pt>
                <c:pt idx="747">
                  <c:v>1.29569743859765</c:v>
                </c:pt>
                <c:pt idx="748">
                  <c:v>1.32026592577912</c:v>
                </c:pt>
                <c:pt idx="749">
                  <c:v>1.3003066247814</c:v>
                </c:pt>
                <c:pt idx="750">
                  <c:v>1.31574957845651</c:v>
                </c:pt>
                <c:pt idx="751">
                  <c:v>1.30627653621834</c:v>
                </c:pt>
                <c:pt idx="752">
                  <c:v>1.28841487719609</c:v>
                </c:pt>
                <c:pt idx="753">
                  <c:v>1.29934139739268</c:v>
                </c:pt>
                <c:pt idx="754">
                  <c:v>1.31102226924409</c:v>
                </c:pt>
                <c:pt idx="755">
                  <c:v>1.29466146458588</c:v>
                </c:pt>
                <c:pt idx="756">
                  <c:v>1.31502658860205</c:v>
                </c:pt>
                <c:pt idx="757">
                  <c:v>1.30420492300225</c:v>
                </c:pt>
                <c:pt idx="758">
                  <c:v>1.28532892861035</c:v>
                </c:pt>
                <c:pt idx="759">
                  <c:v>1.32250918352765</c:v>
                </c:pt>
                <c:pt idx="760">
                  <c:v>1.30880096152339</c:v>
                </c:pt>
                <c:pt idx="761">
                  <c:v>1.30185869709388</c:v>
                </c:pt>
                <c:pt idx="762">
                  <c:v>1.29916548092116</c:v>
                </c:pt>
                <c:pt idx="763">
                  <c:v>1.3021247157863</c:v>
                </c:pt>
                <c:pt idx="764">
                  <c:v>1.30560978793085</c:v>
                </c:pt>
                <c:pt idx="765">
                  <c:v>1.3192913652119</c:v>
                </c:pt>
                <c:pt idx="766">
                  <c:v>1.28095075054849</c:v>
                </c:pt>
                <c:pt idx="767">
                  <c:v>1.29380549618658</c:v>
                </c:pt>
                <c:pt idx="768">
                  <c:v>1.30806860743759</c:v>
                </c:pt>
                <c:pt idx="769">
                  <c:v>1.29064239016947</c:v>
                </c:pt>
                <c:pt idx="770">
                  <c:v>1.2889864090625</c:v>
                </c:pt>
                <c:pt idx="771">
                  <c:v>1.29249195707704</c:v>
                </c:pt>
                <c:pt idx="772">
                  <c:v>1.27624546372525</c:v>
                </c:pt>
                <c:pt idx="773">
                  <c:v>1.2878304139458</c:v>
                </c:pt>
                <c:pt idx="774">
                  <c:v>1.28544082980414</c:v>
                </c:pt>
                <c:pt idx="775">
                  <c:v>1.29879296692971</c:v>
                </c:pt>
                <c:pt idx="776">
                  <c:v>1.28973029394987</c:v>
                </c:pt>
                <c:pt idx="777">
                  <c:v>1.28280185335528</c:v>
                </c:pt>
                <c:pt idx="778">
                  <c:v>1.28399257555846</c:v>
                </c:pt>
                <c:pt idx="779">
                  <c:v>1.30594409822077</c:v>
                </c:pt>
                <c:pt idx="780">
                  <c:v>1.2874543860604</c:v>
                </c:pt>
                <c:pt idx="781">
                  <c:v>1.31050888088551</c:v>
                </c:pt>
                <c:pt idx="782">
                  <c:v>1.29418956168344</c:v>
                </c:pt>
                <c:pt idx="783">
                  <c:v>1.27934069706482</c:v>
                </c:pt>
                <c:pt idx="784">
                  <c:v>1.29572786438783</c:v>
                </c:pt>
                <c:pt idx="785">
                  <c:v>1.27574634099689</c:v>
                </c:pt>
                <c:pt idx="786">
                  <c:v>1.27641344893397</c:v>
                </c:pt>
                <c:pt idx="787">
                  <c:v>1.31318823419986</c:v>
                </c:pt>
                <c:pt idx="788">
                  <c:v>1.30598977218561</c:v>
                </c:pt>
                <c:pt idx="789">
                  <c:v>1.27098820737251</c:v>
                </c:pt>
                <c:pt idx="790">
                  <c:v>1.30271226993356</c:v>
                </c:pt>
                <c:pt idx="791">
                  <c:v>1.28954468145039</c:v>
                </c:pt>
                <c:pt idx="792">
                  <c:v>1.2959582391663</c:v>
                </c:pt>
                <c:pt idx="793">
                  <c:v>1.29331475689487</c:v>
                </c:pt>
                <c:pt idx="794">
                  <c:v>1.28787176118068</c:v>
                </c:pt>
                <c:pt idx="795">
                  <c:v>1.31505301632997</c:v>
                </c:pt>
                <c:pt idx="796">
                  <c:v>1.3030194031699</c:v>
                </c:pt>
                <c:pt idx="797">
                  <c:v>1.31367123493173</c:v>
                </c:pt>
                <c:pt idx="798">
                  <c:v>1.31464827237492</c:v>
                </c:pt>
                <c:pt idx="799">
                  <c:v>1.28198150311045</c:v>
                </c:pt>
                <c:pt idx="800">
                  <c:v>1.29534006195238</c:v>
                </c:pt>
                <c:pt idx="801">
                  <c:v>1.28941362072483</c:v>
                </c:pt>
                <c:pt idx="802">
                  <c:v>1.28682688046905</c:v>
                </c:pt>
                <c:pt idx="803">
                  <c:v>1.28126756001694</c:v>
                </c:pt>
                <c:pt idx="804">
                  <c:v>1.29155740677619</c:v>
                </c:pt>
                <c:pt idx="805">
                  <c:v>1.29847891113953</c:v>
                </c:pt>
                <c:pt idx="806">
                  <c:v>1.27445864813415</c:v>
                </c:pt>
                <c:pt idx="807">
                  <c:v>1.31445468496433</c:v>
                </c:pt>
                <c:pt idx="808">
                  <c:v>1.29807292434145</c:v>
                </c:pt>
                <c:pt idx="809">
                  <c:v>1.31851022488543</c:v>
                </c:pt>
                <c:pt idx="810">
                  <c:v>1.27954395026783</c:v>
                </c:pt>
                <c:pt idx="811">
                  <c:v>1.28665894611291</c:v>
                </c:pt>
                <c:pt idx="812">
                  <c:v>1.34546826233627</c:v>
                </c:pt>
                <c:pt idx="813">
                  <c:v>1.31082898734261</c:v>
                </c:pt>
                <c:pt idx="814">
                  <c:v>1.28892082835419</c:v>
                </c:pt>
                <c:pt idx="815">
                  <c:v>1.30141569530097</c:v>
                </c:pt>
                <c:pt idx="816">
                  <c:v>1.30731076111924</c:v>
                </c:pt>
                <c:pt idx="817">
                  <c:v>1.2786304097562</c:v>
                </c:pt>
                <c:pt idx="818">
                  <c:v>1.30027887952679</c:v>
                </c:pt>
                <c:pt idx="819">
                  <c:v>1.28280828061331</c:v>
                </c:pt>
                <c:pt idx="820">
                  <c:v>1.28191665443664</c:v>
                </c:pt>
                <c:pt idx="821">
                  <c:v>1.28804403510643</c:v>
                </c:pt>
                <c:pt idx="822">
                  <c:v>1.29690944303314</c:v>
                </c:pt>
                <c:pt idx="823">
                  <c:v>1.27748426008334</c:v>
                </c:pt>
                <c:pt idx="824">
                  <c:v>1.31138561925675</c:v>
                </c:pt>
                <c:pt idx="825">
                  <c:v>1.27858001579977</c:v>
                </c:pt>
                <c:pt idx="826">
                  <c:v>1.29988245017025</c:v>
                </c:pt>
                <c:pt idx="827">
                  <c:v>1.26368148838412</c:v>
                </c:pt>
                <c:pt idx="828">
                  <c:v>1.29459925663967</c:v>
                </c:pt>
                <c:pt idx="829">
                  <c:v>1.2876354768785</c:v>
                </c:pt>
                <c:pt idx="830">
                  <c:v>1.30238296876655</c:v>
                </c:pt>
                <c:pt idx="831">
                  <c:v>1.29684234162596</c:v>
                </c:pt>
                <c:pt idx="832">
                  <c:v>1.2702501803296</c:v>
                </c:pt>
                <c:pt idx="833">
                  <c:v>1.27104852737629</c:v>
                </c:pt>
                <c:pt idx="834">
                  <c:v>1.3164859855667</c:v>
                </c:pt>
                <c:pt idx="835">
                  <c:v>1.3213222469202</c:v>
                </c:pt>
                <c:pt idx="836">
                  <c:v>1.27293756139808</c:v>
                </c:pt>
                <c:pt idx="837">
                  <c:v>1.32137996942516</c:v>
                </c:pt>
                <c:pt idx="838">
                  <c:v>1.29773666205016</c:v>
                </c:pt>
                <c:pt idx="839">
                  <c:v>1.33077363543971</c:v>
                </c:pt>
                <c:pt idx="840">
                  <c:v>1.39796886425614</c:v>
                </c:pt>
                <c:pt idx="841">
                  <c:v>1.29449135788016</c:v>
                </c:pt>
                <c:pt idx="842">
                  <c:v>1.32957288585693</c:v>
                </c:pt>
                <c:pt idx="843">
                  <c:v>1.36391048084005</c:v>
                </c:pt>
                <c:pt idx="844">
                  <c:v>1.28430652678883</c:v>
                </c:pt>
                <c:pt idx="845">
                  <c:v>1.35369099044602</c:v>
                </c:pt>
                <c:pt idx="846">
                  <c:v>1.27555696197392</c:v>
                </c:pt>
                <c:pt idx="847">
                  <c:v>1.34478332203495</c:v>
                </c:pt>
                <c:pt idx="848">
                  <c:v>1.35931053544909</c:v>
                </c:pt>
                <c:pt idx="849">
                  <c:v>1.29986387864035</c:v>
                </c:pt>
                <c:pt idx="850">
                  <c:v>1.41482841704759</c:v>
                </c:pt>
                <c:pt idx="851">
                  <c:v>1.29865983438676</c:v>
                </c:pt>
                <c:pt idx="852">
                  <c:v>1.34472796034235</c:v>
                </c:pt>
                <c:pt idx="853">
                  <c:v>1.3273958223916</c:v>
                </c:pt>
                <c:pt idx="854">
                  <c:v>1.30080110705584</c:v>
                </c:pt>
                <c:pt idx="855">
                  <c:v>1.36283317152888</c:v>
                </c:pt>
                <c:pt idx="856">
                  <c:v>1.30065407569595</c:v>
                </c:pt>
                <c:pt idx="857">
                  <c:v>1.38632758827148</c:v>
                </c:pt>
                <c:pt idx="858">
                  <c:v>1.3085708087893</c:v>
                </c:pt>
                <c:pt idx="859">
                  <c:v>1.32528705510235</c:v>
                </c:pt>
                <c:pt idx="860">
                  <c:v>1.31199365639135</c:v>
                </c:pt>
                <c:pt idx="861">
                  <c:v>1.29223297103222</c:v>
                </c:pt>
                <c:pt idx="862">
                  <c:v>1.32597024278222</c:v>
                </c:pt>
                <c:pt idx="863">
                  <c:v>1.2867682542814</c:v>
                </c:pt>
                <c:pt idx="864">
                  <c:v>1.31811590484623</c:v>
                </c:pt>
                <c:pt idx="865">
                  <c:v>1.29531078591277</c:v>
                </c:pt>
                <c:pt idx="866">
                  <c:v>1.27303140767984</c:v>
                </c:pt>
                <c:pt idx="867">
                  <c:v>1.31618152398533</c:v>
                </c:pt>
                <c:pt idx="868">
                  <c:v>1.29837770220321</c:v>
                </c:pt>
                <c:pt idx="869">
                  <c:v>1.31130618582863</c:v>
                </c:pt>
                <c:pt idx="870">
                  <c:v>1.34052916120181</c:v>
                </c:pt>
                <c:pt idx="871">
                  <c:v>1.28576452725792</c:v>
                </c:pt>
                <c:pt idx="872">
                  <c:v>1.31060232606556</c:v>
                </c:pt>
                <c:pt idx="873">
                  <c:v>1.30392618433528</c:v>
                </c:pt>
                <c:pt idx="874">
                  <c:v>1.27033114942104</c:v>
                </c:pt>
                <c:pt idx="875">
                  <c:v>1.29662381115477</c:v>
                </c:pt>
                <c:pt idx="876">
                  <c:v>1.29317387878128</c:v>
                </c:pt>
                <c:pt idx="877">
                  <c:v>1.27285229617706</c:v>
                </c:pt>
                <c:pt idx="878">
                  <c:v>1.30820680941861</c:v>
                </c:pt>
                <c:pt idx="879">
                  <c:v>1.2723211661715</c:v>
                </c:pt>
                <c:pt idx="880">
                  <c:v>1.3069254515768</c:v>
                </c:pt>
                <c:pt idx="881">
                  <c:v>1.28032182852752</c:v>
                </c:pt>
                <c:pt idx="882">
                  <c:v>1.28204625228541</c:v>
                </c:pt>
                <c:pt idx="883">
                  <c:v>1.36537577428326</c:v>
                </c:pt>
                <c:pt idx="884">
                  <c:v>1.30606488249347</c:v>
                </c:pt>
                <c:pt idx="885">
                  <c:v>1.32051841182622</c:v>
                </c:pt>
                <c:pt idx="886">
                  <c:v>1.3876760958206</c:v>
                </c:pt>
                <c:pt idx="887">
                  <c:v>1.27707256258607</c:v>
                </c:pt>
                <c:pt idx="888">
                  <c:v>1.37626413751816</c:v>
                </c:pt>
                <c:pt idx="889">
                  <c:v>1.29410030078758</c:v>
                </c:pt>
                <c:pt idx="890">
                  <c:v>1.31991322154099</c:v>
                </c:pt>
                <c:pt idx="891">
                  <c:v>1.28595980867298</c:v>
                </c:pt>
                <c:pt idx="892">
                  <c:v>1.27040395087432</c:v>
                </c:pt>
                <c:pt idx="893">
                  <c:v>1.33049915399507</c:v>
                </c:pt>
                <c:pt idx="894">
                  <c:v>1.27699988641167</c:v>
                </c:pt>
                <c:pt idx="895">
                  <c:v>1.2989534644432</c:v>
                </c:pt>
                <c:pt idx="896">
                  <c:v>1.27139389279086</c:v>
                </c:pt>
                <c:pt idx="897">
                  <c:v>1.27834573682531</c:v>
                </c:pt>
                <c:pt idx="898">
                  <c:v>1.34548920884213</c:v>
                </c:pt>
                <c:pt idx="899">
                  <c:v>1.27511498675347</c:v>
                </c:pt>
                <c:pt idx="900">
                  <c:v>1.3002778302502</c:v>
                </c:pt>
                <c:pt idx="901">
                  <c:v>1.3024767087909</c:v>
                </c:pt>
                <c:pt idx="902">
                  <c:v>1.27939132215933</c:v>
                </c:pt>
                <c:pt idx="903">
                  <c:v>1.28665201135182</c:v>
                </c:pt>
                <c:pt idx="904">
                  <c:v>1.28005928757421</c:v>
                </c:pt>
                <c:pt idx="905">
                  <c:v>1.27222252815993</c:v>
                </c:pt>
                <c:pt idx="906">
                  <c:v>1.28117599556835</c:v>
                </c:pt>
                <c:pt idx="907">
                  <c:v>1.27985522448609</c:v>
                </c:pt>
                <c:pt idx="908">
                  <c:v>1.28158020542285</c:v>
                </c:pt>
                <c:pt idx="909">
                  <c:v>1.29014751881292</c:v>
                </c:pt>
                <c:pt idx="910">
                  <c:v>1.26900474990011</c:v>
                </c:pt>
                <c:pt idx="911">
                  <c:v>1.26684466148598</c:v>
                </c:pt>
                <c:pt idx="912">
                  <c:v>1.29451031399288</c:v>
                </c:pt>
                <c:pt idx="913">
                  <c:v>1.25676099586927</c:v>
                </c:pt>
                <c:pt idx="914">
                  <c:v>1.27776172337994</c:v>
                </c:pt>
                <c:pt idx="915">
                  <c:v>1.2769156935815</c:v>
                </c:pt>
                <c:pt idx="916">
                  <c:v>1.26621191162757</c:v>
                </c:pt>
                <c:pt idx="917">
                  <c:v>1.27131368980776</c:v>
                </c:pt>
                <c:pt idx="918">
                  <c:v>1.27426615652057</c:v>
                </c:pt>
                <c:pt idx="919">
                  <c:v>1.27897162010188</c:v>
                </c:pt>
                <c:pt idx="920">
                  <c:v>1.28566927728191</c:v>
                </c:pt>
                <c:pt idx="921">
                  <c:v>1.28765560308232</c:v>
                </c:pt>
                <c:pt idx="922">
                  <c:v>1.26501161864001</c:v>
                </c:pt>
                <c:pt idx="923">
                  <c:v>1.26558451473514</c:v>
                </c:pt>
                <c:pt idx="924">
                  <c:v>1.28172668361101</c:v>
                </c:pt>
                <c:pt idx="925">
                  <c:v>1.28730693653135</c:v>
                </c:pt>
                <c:pt idx="926">
                  <c:v>1.26800517612122</c:v>
                </c:pt>
                <c:pt idx="927">
                  <c:v>1.2807489217488</c:v>
                </c:pt>
                <c:pt idx="928">
                  <c:v>1.30348858521341</c:v>
                </c:pt>
                <c:pt idx="929">
                  <c:v>1.29238425759296</c:v>
                </c:pt>
                <c:pt idx="930">
                  <c:v>1.27138705875815</c:v>
                </c:pt>
                <c:pt idx="931">
                  <c:v>1.28349095964749</c:v>
                </c:pt>
                <c:pt idx="932">
                  <c:v>1.26217620230031</c:v>
                </c:pt>
                <c:pt idx="933">
                  <c:v>1.2648568609095</c:v>
                </c:pt>
                <c:pt idx="934">
                  <c:v>1.28830835739789</c:v>
                </c:pt>
                <c:pt idx="935">
                  <c:v>1.29740657157201</c:v>
                </c:pt>
                <c:pt idx="936">
                  <c:v>1.27720573048971</c:v>
                </c:pt>
                <c:pt idx="937">
                  <c:v>1.26738640585294</c:v>
                </c:pt>
                <c:pt idx="938">
                  <c:v>1.28864588753664</c:v>
                </c:pt>
                <c:pt idx="939">
                  <c:v>1.27629563444433</c:v>
                </c:pt>
                <c:pt idx="940">
                  <c:v>1.26538803994625</c:v>
                </c:pt>
                <c:pt idx="941">
                  <c:v>1.27717827540882</c:v>
                </c:pt>
                <c:pt idx="942">
                  <c:v>1.26744643438333</c:v>
                </c:pt>
                <c:pt idx="943">
                  <c:v>1.30286530495543</c:v>
                </c:pt>
                <c:pt idx="944">
                  <c:v>1.27141452728122</c:v>
                </c:pt>
                <c:pt idx="945">
                  <c:v>1.28340881851852</c:v>
                </c:pt>
                <c:pt idx="946">
                  <c:v>1.294988995592</c:v>
                </c:pt>
                <c:pt idx="947">
                  <c:v>1.27389462107985</c:v>
                </c:pt>
                <c:pt idx="948">
                  <c:v>1.29085014985933</c:v>
                </c:pt>
                <c:pt idx="949">
                  <c:v>1.28173283508881</c:v>
                </c:pt>
                <c:pt idx="950">
                  <c:v>1.2770085688367</c:v>
                </c:pt>
                <c:pt idx="951">
                  <c:v>1.28292609515506</c:v>
                </c:pt>
                <c:pt idx="952">
                  <c:v>1.27153565227898</c:v>
                </c:pt>
                <c:pt idx="953">
                  <c:v>1.27736018708465</c:v>
                </c:pt>
                <c:pt idx="954">
                  <c:v>1.29866876360177</c:v>
                </c:pt>
                <c:pt idx="955">
                  <c:v>1.26493494330802</c:v>
                </c:pt>
                <c:pt idx="956">
                  <c:v>1.28455480068424</c:v>
                </c:pt>
                <c:pt idx="957">
                  <c:v>1.28347780742675</c:v>
                </c:pt>
                <c:pt idx="958">
                  <c:v>1.26137653301643</c:v>
                </c:pt>
                <c:pt idx="959">
                  <c:v>1.3142120707068</c:v>
                </c:pt>
                <c:pt idx="960">
                  <c:v>1.2531023117393</c:v>
                </c:pt>
                <c:pt idx="961">
                  <c:v>1.27568326398863</c:v>
                </c:pt>
                <c:pt idx="962">
                  <c:v>1.30150063279269</c:v>
                </c:pt>
                <c:pt idx="963">
                  <c:v>1.26625720494767</c:v>
                </c:pt>
                <c:pt idx="964">
                  <c:v>1.28314456829039</c:v>
                </c:pt>
                <c:pt idx="965">
                  <c:v>1.26976215916958</c:v>
                </c:pt>
                <c:pt idx="966">
                  <c:v>1.2730243337679</c:v>
                </c:pt>
                <c:pt idx="967">
                  <c:v>1.28620047682066</c:v>
                </c:pt>
                <c:pt idx="968">
                  <c:v>1.29372559159235</c:v>
                </c:pt>
                <c:pt idx="969">
                  <c:v>1.27008534504084</c:v>
                </c:pt>
                <c:pt idx="970">
                  <c:v>1.31889449449717</c:v>
                </c:pt>
                <c:pt idx="971">
                  <c:v>1.27699929391303</c:v>
                </c:pt>
                <c:pt idx="972">
                  <c:v>1.29014636399344</c:v>
                </c:pt>
                <c:pt idx="973">
                  <c:v>1.33392909317769</c:v>
                </c:pt>
                <c:pt idx="974">
                  <c:v>1.30031093440381</c:v>
                </c:pt>
                <c:pt idx="975">
                  <c:v>1.29872919837924</c:v>
                </c:pt>
                <c:pt idx="976">
                  <c:v>1.32978788355065</c:v>
                </c:pt>
                <c:pt idx="977">
                  <c:v>1.26241543641985</c:v>
                </c:pt>
                <c:pt idx="978">
                  <c:v>1.29389732708733</c:v>
                </c:pt>
                <c:pt idx="979">
                  <c:v>1.27161831808178</c:v>
                </c:pt>
                <c:pt idx="980">
                  <c:v>1.28643188878508</c:v>
                </c:pt>
                <c:pt idx="981">
                  <c:v>1.27575156232625</c:v>
                </c:pt>
                <c:pt idx="982">
                  <c:v>1.27430366049885</c:v>
                </c:pt>
                <c:pt idx="983">
                  <c:v>1.27678819042163</c:v>
                </c:pt>
                <c:pt idx="984">
                  <c:v>1.27804575669867</c:v>
                </c:pt>
                <c:pt idx="985">
                  <c:v>1.28700189001065</c:v>
                </c:pt>
                <c:pt idx="986">
                  <c:v>1.29271638938634</c:v>
                </c:pt>
                <c:pt idx="987">
                  <c:v>1.26262485578542</c:v>
                </c:pt>
                <c:pt idx="988">
                  <c:v>1.28176796364713</c:v>
                </c:pt>
                <c:pt idx="989">
                  <c:v>1.28152343191514</c:v>
                </c:pt>
                <c:pt idx="990">
                  <c:v>1.26519526260792</c:v>
                </c:pt>
                <c:pt idx="991">
                  <c:v>1.28074802372044</c:v>
                </c:pt>
                <c:pt idx="992">
                  <c:v>1.2766216519711</c:v>
                </c:pt>
                <c:pt idx="993">
                  <c:v>1.27230921442353</c:v>
                </c:pt>
                <c:pt idx="994">
                  <c:v>1.31717953805667</c:v>
                </c:pt>
                <c:pt idx="995">
                  <c:v>1.2888790267221</c:v>
                </c:pt>
                <c:pt idx="996">
                  <c:v>1.26492836341601</c:v>
                </c:pt>
                <c:pt idx="997">
                  <c:v>1.31938321122664</c:v>
                </c:pt>
                <c:pt idx="998">
                  <c:v>1.27092230169338</c:v>
                </c:pt>
                <c:pt idx="999">
                  <c:v>1.27170232745315</c:v>
                </c:pt>
                <c:pt idx="1000">
                  <c:v>1.29181583860529</c:v>
                </c:pt>
                <c:pt idx="1001">
                  <c:v>1.29064542917756</c:v>
                </c:pt>
                <c:pt idx="1002">
                  <c:v>1.24842157283143</c:v>
                </c:pt>
                <c:pt idx="1003">
                  <c:v>1.28393815331818</c:v>
                </c:pt>
                <c:pt idx="1004">
                  <c:v>1.25737344855031</c:v>
                </c:pt>
                <c:pt idx="1005">
                  <c:v>1.29082336772038</c:v>
                </c:pt>
                <c:pt idx="1006">
                  <c:v>1.31640224784391</c:v>
                </c:pt>
                <c:pt idx="1007">
                  <c:v>1.28039486953467</c:v>
                </c:pt>
                <c:pt idx="1008">
                  <c:v>1.28141258069813</c:v>
                </c:pt>
                <c:pt idx="1009">
                  <c:v>1.32086636753682</c:v>
                </c:pt>
                <c:pt idx="1010">
                  <c:v>1.28121026380767</c:v>
                </c:pt>
                <c:pt idx="1011">
                  <c:v>1.28020703957751</c:v>
                </c:pt>
                <c:pt idx="1012">
                  <c:v>1.29727500820824</c:v>
                </c:pt>
                <c:pt idx="1013">
                  <c:v>1.28389231933626</c:v>
                </c:pt>
                <c:pt idx="1014">
                  <c:v>1.2920560314943</c:v>
                </c:pt>
                <c:pt idx="1015">
                  <c:v>1.28110217587217</c:v>
                </c:pt>
                <c:pt idx="1016">
                  <c:v>1.26694573202252</c:v>
                </c:pt>
                <c:pt idx="1017">
                  <c:v>1.30005930454438</c:v>
                </c:pt>
                <c:pt idx="1018">
                  <c:v>1.27171588014776</c:v>
                </c:pt>
                <c:pt idx="1019">
                  <c:v>1.3242801434466</c:v>
                </c:pt>
                <c:pt idx="1020">
                  <c:v>1.26801026378879</c:v>
                </c:pt>
                <c:pt idx="1021">
                  <c:v>1.27595795077665</c:v>
                </c:pt>
                <c:pt idx="1022">
                  <c:v>1.30668049416604</c:v>
                </c:pt>
                <c:pt idx="1023">
                  <c:v>1.27278049663379</c:v>
                </c:pt>
                <c:pt idx="1024">
                  <c:v>1.28602909445774</c:v>
                </c:pt>
                <c:pt idx="1025">
                  <c:v>1.29860501237906</c:v>
                </c:pt>
                <c:pt idx="1026">
                  <c:v>1.25898057200937</c:v>
                </c:pt>
                <c:pt idx="1027">
                  <c:v>1.28562827871347</c:v>
                </c:pt>
                <c:pt idx="1028">
                  <c:v>1.27887218399502</c:v>
                </c:pt>
                <c:pt idx="1029">
                  <c:v>1.2650373783094</c:v>
                </c:pt>
                <c:pt idx="1030">
                  <c:v>1.30709128446011</c:v>
                </c:pt>
                <c:pt idx="1031">
                  <c:v>1.26289979803833</c:v>
                </c:pt>
                <c:pt idx="1032">
                  <c:v>1.28982373551307</c:v>
                </c:pt>
                <c:pt idx="1033">
                  <c:v>1.28765037856175</c:v>
                </c:pt>
                <c:pt idx="1034">
                  <c:v>1.24403020122136</c:v>
                </c:pt>
                <c:pt idx="1035">
                  <c:v>1.2802936717258</c:v>
                </c:pt>
                <c:pt idx="1036">
                  <c:v>1.26720397223339</c:v>
                </c:pt>
                <c:pt idx="1037">
                  <c:v>1.26112721645628</c:v>
                </c:pt>
                <c:pt idx="1038">
                  <c:v>1.28711668296765</c:v>
                </c:pt>
                <c:pt idx="1039">
                  <c:v>1.2510349820919</c:v>
                </c:pt>
                <c:pt idx="1040">
                  <c:v>1.26482531431478</c:v>
                </c:pt>
                <c:pt idx="1041">
                  <c:v>1.26121623260244</c:v>
                </c:pt>
                <c:pt idx="1042">
                  <c:v>1.26649326323656</c:v>
                </c:pt>
                <c:pt idx="1043">
                  <c:v>1.25622966857505</c:v>
                </c:pt>
                <c:pt idx="1044">
                  <c:v>1.25273846087094</c:v>
                </c:pt>
                <c:pt idx="1045">
                  <c:v>1.27452457979879</c:v>
                </c:pt>
                <c:pt idx="1046">
                  <c:v>1.26748102413346</c:v>
                </c:pt>
                <c:pt idx="1047">
                  <c:v>1.260401021643</c:v>
                </c:pt>
                <c:pt idx="1048">
                  <c:v>1.2775425991029</c:v>
                </c:pt>
                <c:pt idx="1049">
                  <c:v>1.27355411812632</c:v>
                </c:pt>
                <c:pt idx="1050">
                  <c:v>1.26584707372435</c:v>
                </c:pt>
                <c:pt idx="1051">
                  <c:v>1.28586821215167</c:v>
                </c:pt>
                <c:pt idx="1052">
                  <c:v>1.30737479275733</c:v>
                </c:pt>
                <c:pt idx="1053">
                  <c:v>1.31422540407621</c:v>
                </c:pt>
                <c:pt idx="1054">
                  <c:v>1.2572013251797</c:v>
                </c:pt>
                <c:pt idx="1055">
                  <c:v>1.28960616828784</c:v>
                </c:pt>
                <c:pt idx="1056">
                  <c:v>1.28071293892845</c:v>
                </c:pt>
                <c:pt idx="1057">
                  <c:v>1.26987164048147</c:v>
                </c:pt>
                <c:pt idx="1058">
                  <c:v>1.27656190949129</c:v>
                </c:pt>
                <c:pt idx="1059">
                  <c:v>1.25453448445454</c:v>
                </c:pt>
                <c:pt idx="1060">
                  <c:v>1.25050342612581</c:v>
                </c:pt>
                <c:pt idx="1061">
                  <c:v>1.28885416571512</c:v>
                </c:pt>
                <c:pt idx="1062">
                  <c:v>1.26601023969255</c:v>
                </c:pt>
                <c:pt idx="1063">
                  <c:v>1.2740793885042</c:v>
                </c:pt>
                <c:pt idx="1064">
                  <c:v>1.26627470882548</c:v>
                </c:pt>
                <c:pt idx="1065">
                  <c:v>1.2628303034796</c:v>
                </c:pt>
                <c:pt idx="1066">
                  <c:v>1.2653518248448</c:v>
                </c:pt>
                <c:pt idx="1067">
                  <c:v>1.27117134666664</c:v>
                </c:pt>
                <c:pt idx="1068">
                  <c:v>1.27367581680649</c:v>
                </c:pt>
                <c:pt idx="1069">
                  <c:v>1.24191333830793</c:v>
                </c:pt>
                <c:pt idx="1070">
                  <c:v>1.25767165588994</c:v>
                </c:pt>
                <c:pt idx="1071">
                  <c:v>1.25177126046099</c:v>
                </c:pt>
                <c:pt idx="1072">
                  <c:v>1.25166593070858</c:v>
                </c:pt>
                <c:pt idx="1073">
                  <c:v>1.27445808975659</c:v>
                </c:pt>
                <c:pt idx="1074">
                  <c:v>1.25020878088557</c:v>
                </c:pt>
                <c:pt idx="1075">
                  <c:v>1.24664004925759</c:v>
                </c:pt>
                <c:pt idx="1076">
                  <c:v>1.28313437794608</c:v>
                </c:pt>
                <c:pt idx="1077">
                  <c:v>1.27635506155625</c:v>
                </c:pt>
                <c:pt idx="1078">
                  <c:v>1.26893611146258</c:v>
                </c:pt>
                <c:pt idx="1079">
                  <c:v>1.27061446759</c:v>
                </c:pt>
                <c:pt idx="1080">
                  <c:v>1.27943981235927</c:v>
                </c:pt>
                <c:pt idx="1081">
                  <c:v>1.24870028118944</c:v>
                </c:pt>
                <c:pt idx="1082">
                  <c:v>1.27611546240816</c:v>
                </c:pt>
                <c:pt idx="1083">
                  <c:v>1.27707804645321</c:v>
                </c:pt>
                <c:pt idx="1084">
                  <c:v>1.25877860455028</c:v>
                </c:pt>
                <c:pt idx="1085">
                  <c:v>1.27475412705477</c:v>
                </c:pt>
                <c:pt idx="1086">
                  <c:v>1.27076100394089</c:v>
                </c:pt>
                <c:pt idx="1087">
                  <c:v>1.25264722026919</c:v>
                </c:pt>
                <c:pt idx="1088">
                  <c:v>1.26687356377983</c:v>
                </c:pt>
                <c:pt idx="1089">
                  <c:v>1.27701840045395</c:v>
                </c:pt>
                <c:pt idx="1090">
                  <c:v>1.25347645574339</c:v>
                </c:pt>
                <c:pt idx="1091">
                  <c:v>1.34860598215008</c:v>
                </c:pt>
                <c:pt idx="1092">
                  <c:v>1.29098608798107</c:v>
                </c:pt>
                <c:pt idx="1093">
                  <c:v>1.33602880435804</c:v>
                </c:pt>
                <c:pt idx="1094">
                  <c:v>1.27191135930537</c:v>
                </c:pt>
                <c:pt idx="1095">
                  <c:v>1.29673730048639</c:v>
                </c:pt>
                <c:pt idx="1096">
                  <c:v>1.31746287564849</c:v>
                </c:pt>
                <c:pt idx="1097">
                  <c:v>1.27356722081487</c:v>
                </c:pt>
                <c:pt idx="1098">
                  <c:v>1.32840699382164</c:v>
                </c:pt>
                <c:pt idx="1099">
                  <c:v>1.28139049922718</c:v>
                </c:pt>
                <c:pt idx="1100">
                  <c:v>1.26906469587716</c:v>
                </c:pt>
                <c:pt idx="1101">
                  <c:v>1.28104010519443</c:v>
                </c:pt>
                <c:pt idx="1102">
                  <c:v>1.24894154570796</c:v>
                </c:pt>
                <c:pt idx="1103">
                  <c:v>1.26038474560743</c:v>
                </c:pt>
                <c:pt idx="1104">
                  <c:v>1.26627701284469</c:v>
                </c:pt>
                <c:pt idx="1105">
                  <c:v>1.244072675492</c:v>
                </c:pt>
                <c:pt idx="1106">
                  <c:v>1.24181485756683</c:v>
                </c:pt>
                <c:pt idx="1107">
                  <c:v>1.25651416389667</c:v>
                </c:pt>
                <c:pt idx="1108">
                  <c:v>1.256706220819</c:v>
                </c:pt>
                <c:pt idx="1109">
                  <c:v>1.26202025828853</c:v>
                </c:pt>
                <c:pt idx="1110">
                  <c:v>1.24424832129242</c:v>
                </c:pt>
                <c:pt idx="1111">
                  <c:v>1.25144102660792</c:v>
                </c:pt>
                <c:pt idx="1112">
                  <c:v>1.26590373364423</c:v>
                </c:pt>
                <c:pt idx="1113">
                  <c:v>1.26244676506087</c:v>
                </c:pt>
                <c:pt idx="1114">
                  <c:v>1.246177574569</c:v>
                </c:pt>
                <c:pt idx="1115">
                  <c:v>1.27092805687183</c:v>
                </c:pt>
                <c:pt idx="1116">
                  <c:v>1.25601574511434</c:v>
                </c:pt>
                <c:pt idx="1117">
                  <c:v>1.26025740543414</c:v>
                </c:pt>
                <c:pt idx="1118">
                  <c:v>1.25244501163082</c:v>
                </c:pt>
                <c:pt idx="1119">
                  <c:v>1.26784239483613</c:v>
                </c:pt>
                <c:pt idx="1120">
                  <c:v>1.26706413073319</c:v>
                </c:pt>
                <c:pt idx="1121">
                  <c:v>1.26324007481478</c:v>
                </c:pt>
                <c:pt idx="1122">
                  <c:v>1.26669117631992</c:v>
                </c:pt>
                <c:pt idx="1123">
                  <c:v>1.2629388025514</c:v>
                </c:pt>
                <c:pt idx="1124">
                  <c:v>1.26089563155051</c:v>
                </c:pt>
                <c:pt idx="1125">
                  <c:v>1.26464481354059</c:v>
                </c:pt>
                <c:pt idx="1126">
                  <c:v>1.26435874416984</c:v>
                </c:pt>
                <c:pt idx="1127">
                  <c:v>1.24278152499714</c:v>
                </c:pt>
                <c:pt idx="1128">
                  <c:v>1.27277095423388</c:v>
                </c:pt>
                <c:pt idx="1129">
                  <c:v>1.26751391074392</c:v>
                </c:pt>
                <c:pt idx="1130">
                  <c:v>1.24474279260782</c:v>
                </c:pt>
                <c:pt idx="1131">
                  <c:v>1.27363519983273</c:v>
                </c:pt>
                <c:pt idx="1132">
                  <c:v>1.26551602076757</c:v>
                </c:pt>
                <c:pt idx="1133">
                  <c:v>1.25382143140463</c:v>
                </c:pt>
                <c:pt idx="1134">
                  <c:v>1.26641001156091</c:v>
                </c:pt>
                <c:pt idx="1135">
                  <c:v>1.28848641738734</c:v>
                </c:pt>
                <c:pt idx="1136">
                  <c:v>1.26966707877599</c:v>
                </c:pt>
                <c:pt idx="1137">
                  <c:v>1.25584694107363</c:v>
                </c:pt>
                <c:pt idx="1138">
                  <c:v>1.24993688849004</c:v>
                </c:pt>
                <c:pt idx="1139">
                  <c:v>1.27615308393009</c:v>
                </c:pt>
                <c:pt idx="1140">
                  <c:v>1.26906407923084</c:v>
                </c:pt>
                <c:pt idx="1141">
                  <c:v>1.24531455423402</c:v>
                </c:pt>
                <c:pt idx="1142">
                  <c:v>1.25960766112786</c:v>
                </c:pt>
                <c:pt idx="1143">
                  <c:v>1.25597096287214</c:v>
                </c:pt>
                <c:pt idx="1144">
                  <c:v>1.2553312660577</c:v>
                </c:pt>
                <c:pt idx="1145">
                  <c:v>1.25498047217873</c:v>
                </c:pt>
                <c:pt idx="1146">
                  <c:v>1.26520188312082</c:v>
                </c:pt>
                <c:pt idx="1147">
                  <c:v>1.27189067199816</c:v>
                </c:pt>
                <c:pt idx="1148">
                  <c:v>1.27374444134751</c:v>
                </c:pt>
                <c:pt idx="1149">
                  <c:v>1.27082519670007</c:v>
                </c:pt>
                <c:pt idx="1150">
                  <c:v>1.26627796304287</c:v>
                </c:pt>
                <c:pt idx="1151">
                  <c:v>1.25354301438314</c:v>
                </c:pt>
                <c:pt idx="1152">
                  <c:v>1.26664685208218</c:v>
                </c:pt>
                <c:pt idx="1153">
                  <c:v>1.25404444050497</c:v>
                </c:pt>
                <c:pt idx="1154">
                  <c:v>1.24234653867105</c:v>
                </c:pt>
                <c:pt idx="1155">
                  <c:v>1.26431835665572</c:v>
                </c:pt>
                <c:pt idx="1156">
                  <c:v>1.27840921978688</c:v>
                </c:pt>
                <c:pt idx="1157">
                  <c:v>1.23121419894049</c:v>
                </c:pt>
                <c:pt idx="1158">
                  <c:v>1.27104471923492</c:v>
                </c:pt>
                <c:pt idx="1159">
                  <c:v>1.26096778777064</c:v>
                </c:pt>
                <c:pt idx="1160">
                  <c:v>1.27238076978328</c:v>
                </c:pt>
                <c:pt idx="1161">
                  <c:v>1.27382314635945</c:v>
                </c:pt>
                <c:pt idx="1162">
                  <c:v>1.25900559357299</c:v>
                </c:pt>
                <c:pt idx="1163">
                  <c:v>1.27008468642185</c:v>
                </c:pt>
                <c:pt idx="1164">
                  <c:v>1.25687878838406</c:v>
                </c:pt>
                <c:pt idx="1165">
                  <c:v>1.26882724280317</c:v>
                </c:pt>
                <c:pt idx="1166">
                  <c:v>1.23820955803693</c:v>
                </c:pt>
                <c:pt idx="1167">
                  <c:v>1.25155104189541</c:v>
                </c:pt>
                <c:pt idx="1168">
                  <c:v>1.25068044484089</c:v>
                </c:pt>
                <c:pt idx="1169">
                  <c:v>1.28758668647861</c:v>
                </c:pt>
                <c:pt idx="1170">
                  <c:v>1.25760503992507</c:v>
                </c:pt>
                <c:pt idx="1171">
                  <c:v>1.26837518904207</c:v>
                </c:pt>
                <c:pt idx="1172">
                  <c:v>1.25468489307771</c:v>
                </c:pt>
                <c:pt idx="1173">
                  <c:v>1.26700371516445</c:v>
                </c:pt>
                <c:pt idx="1174">
                  <c:v>1.27520510823691</c:v>
                </c:pt>
                <c:pt idx="1175">
                  <c:v>1.26299147855194</c:v>
                </c:pt>
                <c:pt idx="1176">
                  <c:v>1.24401719288136</c:v>
                </c:pt>
                <c:pt idx="1177">
                  <c:v>1.26726948123872</c:v>
                </c:pt>
                <c:pt idx="1178">
                  <c:v>1.25337403023354</c:v>
                </c:pt>
                <c:pt idx="1179">
                  <c:v>1.26368778255344</c:v>
                </c:pt>
                <c:pt idx="1180">
                  <c:v>1.27580308231561</c:v>
                </c:pt>
                <c:pt idx="1181">
                  <c:v>1.2465629709639</c:v>
                </c:pt>
                <c:pt idx="1182">
                  <c:v>1.24656598960414</c:v>
                </c:pt>
                <c:pt idx="1183">
                  <c:v>1.25903501149019</c:v>
                </c:pt>
                <c:pt idx="1184">
                  <c:v>1.24639205410919</c:v>
                </c:pt>
                <c:pt idx="1185">
                  <c:v>1.28930060834305</c:v>
                </c:pt>
                <c:pt idx="1186">
                  <c:v>1.25735610312399</c:v>
                </c:pt>
                <c:pt idx="1187">
                  <c:v>1.23064735239077</c:v>
                </c:pt>
                <c:pt idx="1188">
                  <c:v>1.239941747101</c:v>
                </c:pt>
                <c:pt idx="1189">
                  <c:v>1.25960652072637</c:v>
                </c:pt>
                <c:pt idx="1190">
                  <c:v>1.24964351298172</c:v>
                </c:pt>
                <c:pt idx="1191">
                  <c:v>1.23595583066543</c:v>
                </c:pt>
                <c:pt idx="1192">
                  <c:v>1.26743168095123</c:v>
                </c:pt>
                <c:pt idx="1193">
                  <c:v>1.22054994920203</c:v>
                </c:pt>
                <c:pt idx="1194">
                  <c:v>1.24863306434645</c:v>
                </c:pt>
                <c:pt idx="1195">
                  <c:v>1.256664126231</c:v>
                </c:pt>
                <c:pt idx="1196">
                  <c:v>1.25480576814912</c:v>
                </c:pt>
                <c:pt idx="1197">
                  <c:v>1.25534477292018</c:v>
                </c:pt>
                <c:pt idx="1198">
                  <c:v>1.26045322476859</c:v>
                </c:pt>
                <c:pt idx="1199">
                  <c:v>1.26190839253599</c:v>
                </c:pt>
                <c:pt idx="1200">
                  <c:v>1.24256134797158</c:v>
                </c:pt>
                <c:pt idx="1201">
                  <c:v>1.23195260911683</c:v>
                </c:pt>
                <c:pt idx="1202">
                  <c:v>1.24359588804336</c:v>
                </c:pt>
                <c:pt idx="1203">
                  <c:v>1.24685293329618</c:v>
                </c:pt>
                <c:pt idx="1204">
                  <c:v>1.24819126903008</c:v>
                </c:pt>
                <c:pt idx="1205">
                  <c:v>1.25198212473821</c:v>
                </c:pt>
                <c:pt idx="1206">
                  <c:v>1.25158841299404</c:v>
                </c:pt>
                <c:pt idx="1207">
                  <c:v>1.25216145682434</c:v>
                </c:pt>
                <c:pt idx="1208">
                  <c:v>1.25131760626836</c:v>
                </c:pt>
                <c:pt idx="1209">
                  <c:v>1.2674479574034</c:v>
                </c:pt>
                <c:pt idx="1210">
                  <c:v>1.24858670087363</c:v>
                </c:pt>
                <c:pt idx="1211">
                  <c:v>1.24608853692482</c:v>
                </c:pt>
                <c:pt idx="1212">
                  <c:v>1.2341076502511</c:v>
                </c:pt>
                <c:pt idx="1213">
                  <c:v>1.25832610334027</c:v>
                </c:pt>
                <c:pt idx="1214">
                  <c:v>1.26220703825581</c:v>
                </c:pt>
                <c:pt idx="1215">
                  <c:v>1.2477885230542</c:v>
                </c:pt>
                <c:pt idx="1216">
                  <c:v>1.25212502557838</c:v>
                </c:pt>
                <c:pt idx="1217">
                  <c:v>1.24271508685671</c:v>
                </c:pt>
                <c:pt idx="1218">
                  <c:v>1.26917737269829</c:v>
                </c:pt>
                <c:pt idx="1219">
                  <c:v>1.26239154937734</c:v>
                </c:pt>
                <c:pt idx="1220">
                  <c:v>1.23854485429459</c:v>
                </c:pt>
                <c:pt idx="1221">
                  <c:v>1.25988033292097</c:v>
                </c:pt>
                <c:pt idx="1222">
                  <c:v>1.25222148299109</c:v>
                </c:pt>
                <c:pt idx="1223">
                  <c:v>1.24607359765554</c:v>
                </c:pt>
                <c:pt idx="1224">
                  <c:v>1.25216521135847</c:v>
                </c:pt>
                <c:pt idx="1225">
                  <c:v>1.26194819820673</c:v>
                </c:pt>
                <c:pt idx="1226">
                  <c:v>1.24034579861197</c:v>
                </c:pt>
                <c:pt idx="1227">
                  <c:v>1.25760717950902</c:v>
                </c:pt>
                <c:pt idx="1228">
                  <c:v>1.24726475903503</c:v>
                </c:pt>
                <c:pt idx="1229">
                  <c:v>1.26603551627238</c:v>
                </c:pt>
                <c:pt idx="1230">
                  <c:v>1.26166839090935</c:v>
                </c:pt>
                <c:pt idx="1231">
                  <c:v>1.26157113910652</c:v>
                </c:pt>
                <c:pt idx="1232">
                  <c:v>1.24766799722196</c:v>
                </c:pt>
                <c:pt idx="1233">
                  <c:v>1.24905789346202</c:v>
                </c:pt>
                <c:pt idx="1234">
                  <c:v>1.23574642827376</c:v>
                </c:pt>
                <c:pt idx="1235">
                  <c:v>1.27424824016225</c:v>
                </c:pt>
                <c:pt idx="1236">
                  <c:v>1.24694128145645</c:v>
                </c:pt>
                <c:pt idx="1237">
                  <c:v>1.22589198097944</c:v>
                </c:pt>
                <c:pt idx="1238">
                  <c:v>1.26683985561411</c:v>
                </c:pt>
                <c:pt idx="1239">
                  <c:v>1.25762019695783</c:v>
                </c:pt>
                <c:pt idx="1240">
                  <c:v>1.26240161582647</c:v>
                </c:pt>
                <c:pt idx="1241">
                  <c:v>1.26400726472743</c:v>
                </c:pt>
                <c:pt idx="1242">
                  <c:v>1.26114696325231</c:v>
                </c:pt>
                <c:pt idx="1243">
                  <c:v>1.24507746396122</c:v>
                </c:pt>
                <c:pt idx="1244">
                  <c:v>1.26023772349896</c:v>
                </c:pt>
                <c:pt idx="1245">
                  <c:v>1.24838681284381</c:v>
                </c:pt>
                <c:pt idx="1246">
                  <c:v>1.26366070033027</c:v>
                </c:pt>
                <c:pt idx="1247">
                  <c:v>1.27396022760497</c:v>
                </c:pt>
                <c:pt idx="1248">
                  <c:v>1.24781738905288</c:v>
                </c:pt>
                <c:pt idx="1249">
                  <c:v>1.28945006037309</c:v>
                </c:pt>
                <c:pt idx="1250">
                  <c:v>1.25349344143888</c:v>
                </c:pt>
                <c:pt idx="1251">
                  <c:v>1.23586504480416</c:v>
                </c:pt>
                <c:pt idx="1252">
                  <c:v>1.28601230473087</c:v>
                </c:pt>
                <c:pt idx="1253">
                  <c:v>1.23391995139894</c:v>
                </c:pt>
                <c:pt idx="1254">
                  <c:v>1.23255771278203</c:v>
                </c:pt>
                <c:pt idx="1255">
                  <c:v>1.29672837501565</c:v>
                </c:pt>
                <c:pt idx="1256">
                  <c:v>1.26710572583407</c:v>
                </c:pt>
                <c:pt idx="1257">
                  <c:v>1.25752761031655</c:v>
                </c:pt>
                <c:pt idx="1258">
                  <c:v>1.31099292754536</c:v>
                </c:pt>
                <c:pt idx="1259">
                  <c:v>1.25065788326244</c:v>
                </c:pt>
                <c:pt idx="1260">
                  <c:v>1.26736098227625</c:v>
                </c:pt>
                <c:pt idx="1261">
                  <c:v>1.2655065136037</c:v>
                </c:pt>
                <c:pt idx="1262">
                  <c:v>1.25719946009496</c:v>
                </c:pt>
                <c:pt idx="1263">
                  <c:v>1.28591355761617</c:v>
                </c:pt>
                <c:pt idx="1264">
                  <c:v>1.26944554878641</c:v>
                </c:pt>
                <c:pt idx="1265">
                  <c:v>1.25951629462222</c:v>
                </c:pt>
                <c:pt idx="1266">
                  <c:v>1.25239758460269</c:v>
                </c:pt>
                <c:pt idx="1267">
                  <c:v>1.26370506991375</c:v>
                </c:pt>
                <c:pt idx="1268">
                  <c:v>1.25759884068355</c:v>
                </c:pt>
                <c:pt idx="1269">
                  <c:v>1.25195429819756</c:v>
                </c:pt>
                <c:pt idx="1270">
                  <c:v>1.26856407764941</c:v>
                </c:pt>
                <c:pt idx="1271">
                  <c:v>1.23129249997701</c:v>
                </c:pt>
                <c:pt idx="1272">
                  <c:v>1.25422314045765</c:v>
                </c:pt>
                <c:pt idx="1273">
                  <c:v>1.27908520346015</c:v>
                </c:pt>
                <c:pt idx="1274">
                  <c:v>1.23696341217367</c:v>
                </c:pt>
                <c:pt idx="1275">
                  <c:v>1.24919595754773</c:v>
                </c:pt>
                <c:pt idx="1276">
                  <c:v>1.25477605761468</c:v>
                </c:pt>
                <c:pt idx="1277">
                  <c:v>1.23054260479389</c:v>
                </c:pt>
                <c:pt idx="1278">
                  <c:v>1.24082154270944</c:v>
                </c:pt>
                <c:pt idx="1279">
                  <c:v>1.24610613323384</c:v>
                </c:pt>
                <c:pt idx="1280">
                  <c:v>1.24364757667663</c:v>
                </c:pt>
                <c:pt idx="1281">
                  <c:v>1.23865923104525</c:v>
                </c:pt>
                <c:pt idx="1282">
                  <c:v>1.24039365469538</c:v>
                </c:pt>
                <c:pt idx="1283">
                  <c:v>1.25009912307594</c:v>
                </c:pt>
                <c:pt idx="1284">
                  <c:v>1.23731187231877</c:v>
                </c:pt>
                <c:pt idx="1285">
                  <c:v>1.25074359488049</c:v>
                </c:pt>
                <c:pt idx="1286">
                  <c:v>1.24624227399209</c:v>
                </c:pt>
                <c:pt idx="1287">
                  <c:v>1.2360400085878</c:v>
                </c:pt>
                <c:pt idx="1288">
                  <c:v>1.23827756681397</c:v>
                </c:pt>
                <c:pt idx="1289">
                  <c:v>1.24252165485667</c:v>
                </c:pt>
                <c:pt idx="1290">
                  <c:v>1.25942073981731</c:v>
                </c:pt>
                <c:pt idx="1291">
                  <c:v>1.23576419777591</c:v>
                </c:pt>
                <c:pt idx="1292">
                  <c:v>1.25955507280912</c:v>
                </c:pt>
                <c:pt idx="1293">
                  <c:v>1.25541884915329</c:v>
                </c:pt>
                <c:pt idx="1294">
                  <c:v>1.27810679865911</c:v>
                </c:pt>
                <c:pt idx="1295">
                  <c:v>1.26653144284219</c:v>
                </c:pt>
                <c:pt idx="1296">
                  <c:v>1.23270903425978</c:v>
                </c:pt>
                <c:pt idx="1297">
                  <c:v>1.26195966950171</c:v>
                </c:pt>
                <c:pt idx="1298">
                  <c:v>1.27012171733692</c:v>
                </c:pt>
                <c:pt idx="1299">
                  <c:v>1.25961272581655</c:v>
                </c:pt>
                <c:pt idx="1300">
                  <c:v>1.2463431124738</c:v>
                </c:pt>
                <c:pt idx="1301">
                  <c:v>1.25657995802264</c:v>
                </c:pt>
                <c:pt idx="1302">
                  <c:v>1.24872453280406</c:v>
                </c:pt>
                <c:pt idx="1303">
                  <c:v>1.25454117770791</c:v>
                </c:pt>
                <c:pt idx="1304">
                  <c:v>1.24115768991921</c:v>
                </c:pt>
                <c:pt idx="1305">
                  <c:v>1.25118264395217</c:v>
                </c:pt>
                <c:pt idx="1306">
                  <c:v>1.24359242150043</c:v>
                </c:pt>
                <c:pt idx="1307">
                  <c:v>1.27040965041248</c:v>
                </c:pt>
                <c:pt idx="1308">
                  <c:v>1.24126390918001</c:v>
                </c:pt>
                <c:pt idx="1309">
                  <c:v>1.24478111481624</c:v>
                </c:pt>
                <c:pt idx="1310">
                  <c:v>1.24036829388667</c:v>
                </c:pt>
                <c:pt idx="1311">
                  <c:v>1.26373909673542</c:v>
                </c:pt>
                <c:pt idx="1312">
                  <c:v>1.25055457331785</c:v>
                </c:pt>
                <c:pt idx="1313">
                  <c:v>1.2367307148472</c:v>
                </c:pt>
                <c:pt idx="1314">
                  <c:v>1.24101712905341</c:v>
                </c:pt>
                <c:pt idx="1315">
                  <c:v>1.2512755372425</c:v>
                </c:pt>
                <c:pt idx="1316">
                  <c:v>1.24235095315437</c:v>
                </c:pt>
                <c:pt idx="1317">
                  <c:v>1.23938703645505</c:v>
                </c:pt>
                <c:pt idx="1318">
                  <c:v>1.24540293243447</c:v>
                </c:pt>
                <c:pt idx="1319">
                  <c:v>1.25011746143561</c:v>
                </c:pt>
                <c:pt idx="1320">
                  <c:v>1.24080915108838</c:v>
                </c:pt>
                <c:pt idx="1321">
                  <c:v>1.24200373366579</c:v>
                </c:pt>
                <c:pt idx="1322">
                  <c:v>1.23876935458211</c:v>
                </c:pt>
                <c:pt idx="1323">
                  <c:v>1.23195141467851</c:v>
                </c:pt>
                <c:pt idx="1324">
                  <c:v>1.2287224385603</c:v>
                </c:pt>
                <c:pt idx="1325">
                  <c:v>1.25087288832047</c:v>
                </c:pt>
                <c:pt idx="1326">
                  <c:v>1.23035310372715</c:v>
                </c:pt>
                <c:pt idx="1327">
                  <c:v>1.24578970643997</c:v>
                </c:pt>
                <c:pt idx="1328">
                  <c:v>1.24561539508782</c:v>
                </c:pt>
                <c:pt idx="1329">
                  <c:v>1.24815304141399</c:v>
                </c:pt>
                <c:pt idx="1330">
                  <c:v>1.26492586041435</c:v>
                </c:pt>
                <c:pt idx="1331">
                  <c:v>1.23893314134892</c:v>
                </c:pt>
                <c:pt idx="1332">
                  <c:v>1.2407590035605</c:v>
                </c:pt>
                <c:pt idx="1333">
                  <c:v>1.25274643885266</c:v>
                </c:pt>
                <c:pt idx="1334">
                  <c:v>1.24688268670914</c:v>
                </c:pt>
                <c:pt idx="1335">
                  <c:v>1.23778036694519</c:v>
                </c:pt>
                <c:pt idx="1336">
                  <c:v>1.25739429869074</c:v>
                </c:pt>
                <c:pt idx="1337">
                  <c:v>1.24848762491492</c:v>
                </c:pt>
                <c:pt idx="1338">
                  <c:v>1.25179263126997</c:v>
                </c:pt>
                <c:pt idx="1339">
                  <c:v>1.24620009773997</c:v>
                </c:pt>
                <c:pt idx="1340">
                  <c:v>1.27349922726274</c:v>
                </c:pt>
                <c:pt idx="1341">
                  <c:v>1.25496932295765</c:v>
                </c:pt>
                <c:pt idx="1342">
                  <c:v>1.24970955476171</c:v>
                </c:pt>
                <c:pt idx="1343">
                  <c:v>1.24695036673657</c:v>
                </c:pt>
                <c:pt idx="1344">
                  <c:v>1.25715902930022</c:v>
                </c:pt>
                <c:pt idx="1345">
                  <c:v>1.24507058267309</c:v>
                </c:pt>
                <c:pt idx="1346">
                  <c:v>1.25000481692159</c:v>
                </c:pt>
                <c:pt idx="1347">
                  <c:v>1.26547954893567</c:v>
                </c:pt>
                <c:pt idx="1348">
                  <c:v>1.2500997701531</c:v>
                </c:pt>
                <c:pt idx="1349">
                  <c:v>1.24844003398549</c:v>
                </c:pt>
                <c:pt idx="1350">
                  <c:v>1.24963377940168</c:v>
                </c:pt>
                <c:pt idx="1351">
                  <c:v>1.24892699455657</c:v>
                </c:pt>
                <c:pt idx="1352">
                  <c:v>1.24860728639391</c:v>
                </c:pt>
                <c:pt idx="1353">
                  <c:v>1.26375970744827</c:v>
                </c:pt>
                <c:pt idx="1354">
                  <c:v>1.25105618108928</c:v>
                </c:pt>
                <c:pt idx="1355">
                  <c:v>1.26557381482479</c:v>
                </c:pt>
                <c:pt idx="1356">
                  <c:v>1.23562617303979</c:v>
                </c:pt>
                <c:pt idx="1357">
                  <c:v>1.22814311151303</c:v>
                </c:pt>
                <c:pt idx="1358">
                  <c:v>1.2480882247198</c:v>
                </c:pt>
                <c:pt idx="1359">
                  <c:v>1.23587878322927</c:v>
                </c:pt>
                <c:pt idx="1360">
                  <c:v>1.23636827248639</c:v>
                </c:pt>
                <c:pt idx="1361">
                  <c:v>1.2329556627036</c:v>
                </c:pt>
                <c:pt idx="1362">
                  <c:v>1.23973216498518</c:v>
                </c:pt>
                <c:pt idx="1363">
                  <c:v>1.22709998158295</c:v>
                </c:pt>
                <c:pt idx="1364">
                  <c:v>1.25434933569067</c:v>
                </c:pt>
                <c:pt idx="1365">
                  <c:v>1.24177074237575</c:v>
                </c:pt>
                <c:pt idx="1366">
                  <c:v>1.23928803540448</c:v>
                </c:pt>
                <c:pt idx="1367">
                  <c:v>1.23057733169778</c:v>
                </c:pt>
                <c:pt idx="1368">
                  <c:v>1.24804548059539</c:v>
                </c:pt>
                <c:pt idx="1369">
                  <c:v>1.26124532496883</c:v>
                </c:pt>
                <c:pt idx="1370">
                  <c:v>1.24383414514552</c:v>
                </c:pt>
                <c:pt idx="1371">
                  <c:v>1.24048094865128</c:v>
                </c:pt>
                <c:pt idx="1372">
                  <c:v>1.22016228374395</c:v>
                </c:pt>
                <c:pt idx="1373">
                  <c:v>1.23906954297991</c:v>
                </c:pt>
                <c:pt idx="1374">
                  <c:v>1.24598466649272</c:v>
                </c:pt>
                <c:pt idx="1375">
                  <c:v>1.2269779277017</c:v>
                </c:pt>
                <c:pt idx="1376">
                  <c:v>1.24138607168848</c:v>
                </c:pt>
                <c:pt idx="1377">
                  <c:v>1.25584021132281</c:v>
                </c:pt>
                <c:pt idx="1378">
                  <c:v>1.25448656234089</c:v>
                </c:pt>
                <c:pt idx="1379">
                  <c:v>1.24154098245202</c:v>
                </c:pt>
                <c:pt idx="1380">
                  <c:v>1.24756977959694</c:v>
                </c:pt>
                <c:pt idx="1381">
                  <c:v>1.29210578445704</c:v>
                </c:pt>
                <c:pt idx="1382">
                  <c:v>1.22768939642929</c:v>
                </c:pt>
                <c:pt idx="1383">
                  <c:v>1.26540737094231</c:v>
                </c:pt>
                <c:pt idx="1384">
                  <c:v>1.26214416582257</c:v>
                </c:pt>
                <c:pt idx="1385">
                  <c:v>1.24836036422911</c:v>
                </c:pt>
                <c:pt idx="1386">
                  <c:v>1.25224036864503</c:v>
                </c:pt>
                <c:pt idx="1387">
                  <c:v>1.23779746530381</c:v>
                </c:pt>
                <c:pt idx="1388">
                  <c:v>1.25895794001199</c:v>
                </c:pt>
                <c:pt idx="1389">
                  <c:v>1.24207136644457</c:v>
                </c:pt>
                <c:pt idx="1390">
                  <c:v>1.23421063974161</c:v>
                </c:pt>
                <c:pt idx="1391">
                  <c:v>1.24912448540948</c:v>
                </c:pt>
                <c:pt idx="1392">
                  <c:v>1.24282505356294</c:v>
                </c:pt>
                <c:pt idx="1393">
                  <c:v>1.23819295000926</c:v>
                </c:pt>
                <c:pt idx="1394">
                  <c:v>1.23587142551511</c:v>
                </c:pt>
                <c:pt idx="1395">
                  <c:v>1.26337649847903</c:v>
                </c:pt>
                <c:pt idx="1396">
                  <c:v>1.2504228210323</c:v>
                </c:pt>
                <c:pt idx="1397">
                  <c:v>1.24309363423845</c:v>
                </c:pt>
                <c:pt idx="1398">
                  <c:v>1.23222352766017</c:v>
                </c:pt>
                <c:pt idx="1399">
                  <c:v>1.25256891972783</c:v>
                </c:pt>
                <c:pt idx="1400">
                  <c:v>1.24680375207421</c:v>
                </c:pt>
                <c:pt idx="1401">
                  <c:v>1.27064711653913</c:v>
                </c:pt>
                <c:pt idx="1402">
                  <c:v>1.25861822118571</c:v>
                </c:pt>
                <c:pt idx="1403">
                  <c:v>1.25009243346506</c:v>
                </c:pt>
                <c:pt idx="1404">
                  <c:v>1.22134591167667</c:v>
                </c:pt>
                <c:pt idx="1405">
                  <c:v>1.32569079054325</c:v>
                </c:pt>
                <c:pt idx="1406">
                  <c:v>1.2504828372325</c:v>
                </c:pt>
                <c:pt idx="1407">
                  <c:v>1.27089927649108</c:v>
                </c:pt>
                <c:pt idx="1408">
                  <c:v>1.25822093416288</c:v>
                </c:pt>
                <c:pt idx="1409">
                  <c:v>1.22945453516903</c:v>
                </c:pt>
                <c:pt idx="1410">
                  <c:v>1.29923794164632</c:v>
                </c:pt>
                <c:pt idx="1411">
                  <c:v>1.26687038259981</c:v>
                </c:pt>
                <c:pt idx="1412">
                  <c:v>1.27024716863655</c:v>
                </c:pt>
                <c:pt idx="1413">
                  <c:v>1.30387356338493</c:v>
                </c:pt>
                <c:pt idx="1414">
                  <c:v>1.27234721588392</c:v>
                </c:pt>
                <c:pt idx="1415">
                  <c:v>1.23878089974066</c:v>
                </c:pt>
                <c:pt idx="1416">
                  <c:v>1.33825578085841</c:v>
                </c:pt>
                <c:pt idx="1417">
                  <c:v>1.24735173031727</c:v>
                </c:pt>
                <c:pt idx="1418">
                  <c:v>1.25778392881159</c:v>
                </c:pt>
                <c:pt idx="1419">
                  <c:v>1.32717898736518</c:v>
                </c:pt>
                <c:pt idx="1420">
                  <c:v>1.24685739602728</c:v>
                </c:pt>
                <c:pt idx="1421">
                  <c:v>1.28000074579099</c:v>
                </c:pt>
                <c:pt idx="1422">
                  <c:v>1.29274951193526</c:v>
                </c:pt>
                <c:pt idx="1423">
                  <c:v>1.23565633933069</c:v>
                </c:pt>
                <c:pt idx="1424">
                  <c:v>1.26219025258232</c:v>
                </c:pt>
                <c:pt idx="1425">
                  <c:v>1.24699268867401</c:v>
                </c:pt>
                <c:pt idx="1426">
                  <c:v>1.25118466606711</c:v>
                </c:pt>
                <c:pt idx="1427">
                  <c:v>1.24948035334444</c:v>
                </c:pt>
                <c:pt idx="1428">
                  <c:v>1.25117257712781</c:v>
                </c:pt>
                <c:pt idx="1429">
                  <c:v>1.26728091545219</c:v>
                </c:pt>
                <c:pt idx="1430">
                  <c:v>1.22554678371705</c:v>
                </c:pt>
                <c:pt idx="1431">
                  <c:v>1.23876802692151</c:v>
                </c:pt>
                <c:pt idx="1432">
                  <c:v>1.28256302219145</c:v>
                </c:pt>
                <c:pt idx="1433">
                  <c:v>1.26264155362258</c:v>
                </c:pt>
                <c:pt idx="1434">
                  <c:v>1.2293037451897</c:v>
                </c:pt>
                <c:pt idx="1435">
                  <c:v>1.24231465292645</c:v>
                </c:pt>
                <c:pt idx="1436">
                  <c:v>1.23924543960281</c:v>
                </c:pt>
                <c:pt idx="1437">
                  <c:v>1.23839219234645</c:v>
                </c:pt>
                <c:pt idx="1438">
                  <c:v>1.22104244056379</c:v>
                </c:pt>
                <c:pt idx="1439">
                  <c:v>1.25767523714443</c:v>
                </c:pt>
                <c:pt idx="1440">
                  <c:v>1.23766085634761</c:v>
                </c:pt>
                <c:pt idx="1441">
                  <c:v>1.27154922772672</c:v>
                </c:pt>
                <c:pt idx="1442">
                  <c:v>1.2707192092028</c:v>
                </c:pt>
                <c:pt idx="1443">
                  <c:v>1.23203976588516</c:v>
                </c:pt>
                <c:pt idx="1444">
                  <c:v>1.25048009387249</c:v>
                </c:pt>
                <c:pt idx="1445">
                  <c:v>1.22176050358127</c:v>
                </c:pt>
                <c:pt idx="1446">
                  <c:v>1.23698404812605</c:v>
                </c:pt>
                <c:pt idx="1447">
                  <c:v>1.2568127126023</c:v>
                </c:pt>
                <c:pt idx="1448">
                  <c:v>1.24864020688733</c:v>
                </c:pt>
                <c:pt idx="1449">
                  <c:v>1.24095336580533</c:v>
                </c:pt>
                <c:pt idx="1450">
                  <c:v>1.24585236460618</c:v>
                </c:pt>
                <c:pt idx="1451">
                  <c:v>1.26682041736927</c:v>
                </c:pt>
                <c:pt idx="1452">
                  <c:v>1.24953190021621</c:v>
                </c:pt>
                <c:pt idx="1453">
                  <c:v>1.23203653670078</c:v>
                </c:pt>
                <c:pt idx="1454">
                  <c:v>1.24718508190978</c:v>
                </c:pt>
                <c:pt idx="1455">
                  <c:v>1.26148719376923</c:v>
                </c:pt>
                <c:pt idx="1456">
                  <c:v>1.23850056439796</c:v>
                </c:pt>
                <c:pt idx="1457">
                  <c:v>1.24344158995873</c:v>
                </c:pt>
                <c:pt idx="1458">
                  <c:v>1.25300200129062</c:v>
                </c:pt>
                <c:pt idx="1459">
                  <c:v>1.26483100044983</c:v>
                </c:pt>
                <c:pt idx="1460">
                  <c:v>1.28438126972478</c:v>
                </c:pt>
                <c:pt idx="1461">
                  <c:v>1.2288806631009</c:v>
                </c:pt>
                <c:pt idx="1462">
                  <c:v>1.29254126562444</c:v>
                </c:pt>
                <c:pt idx="1463">
                  <c:v>1.26677879737409</c:v>
                </c:pt>
                <c:pt idx="1464">
                  <c:v>1.27164446511992</c:v>
                </c:pt>
                <c:pt idx="1465">
                  <c:v>1.25437406101435</c:v>
                </c:pt>
                <c:pt idx="1466">
                  <c:v>1.24024746844495</c:v>
                </c:pt>
                <c:pt idx="1467">
                  <c:v>1.27345989205594</c:v>
                </c:pt>
                <c:pt idx="1468">
                  <c:v>1.25571754424889</c:v>
                </c:pt>
                <c:pt idx="1469">
                  <c:v>1.23847295647564</c:v>
                </c:pt>
                <c:pt idx="1470">
                  <c:v>1.28716042603201</c:v>
                </c:pt>
                <c:pt idx="1471">
                  <c:v>1.24908063534666</c:v>
                </c:pt>
                <c:pt idx="1472">
                  <c:v>1.27251921428989</c:v>
                </c:pt>
                <c:pt idx="1473">
                  <c:v>1.24148871827729</c:v>
                </c:pt>
                <c:pt idx="1474">
                  <c:v>1.24235238413348</c:v>
                </c:pt>
                <c:pt idx="1475">
                  <c:v>1.28721730895128</c:v>
                </c:pt>
                <c:pt idx="1476">
                  <c:v>1.28762135770618</c:v>
                </c:pt>
                <c:pt idx="1477">
                  <c:v>1.23231198031076</c:v>
                </c:pt>
                <c:pt idx="1478">
                  <c:v>1.26376397492166</c:v>
                </c:pt>
                <c:pt idx="1479">
                  <c:v>1.25324077441177</c:v>
                </c:pt>
                <c:pt idx="1480">
                  <c:v>1.24826248277152</c:v>
                </c:pt>
                <c:pt idx="1481">
                  <c:v>1.23597577201708</c:v>
                </c:pt>
                <c:pt idx="1482">
                  <c:v>1.24502165145683</c:v>
                </c:pt>
                <c:pt idx="1483">
                  <c:v>1.2421142669435</c:v>
                </c:pt>
                <c:pt idx="1484">
                  <c:v>1.24057819423914</c:v>
                </c:pt>
                <c:pt idx="1485">
                  <c:v>1.22056404147264</c:v>
                </c:pt>
                <c:pt idx="1486">
                  <c:v>1.22401675538627</c:v>
                </c:pt>
                <c:pt idx="1487">
                  <c:v>1.24815667735157</c:v>
                </c:pt>
                <c:pt idx="1488">
                  <c:v>1.23557925497826</c:v>
                </c:pt>
                <c:pt idx="1489">
                  <c:v>1.24107195853918</c:v>
                </c:pt>
                <c:pt idx="1490">
                  <c:v>1.22956556425929</c:v>
                </c:pt>
                <c:pt idx="1491">
                  <c:v>1.25042641201453</c:v>
                </c:pt>
                <c:pt idx="1492">
                  <c:v>1.24336159849062</c:v>
                </c:pt>
                <c:pt idx="1493">
                  <c:v>1.22698413582116</c:v>
                </c:pt>
                <c:pt idx="1494">
                  <c:v>1.23983280599203</c:v>
                </c:pt>
                <c:pt idx="1495">
                  <c:v>1.254653561861</c:v>
                </c:pt>
                <c:pt idx="1496">
                  <c:v>1.22532802782136</c:v>
                </c:pt>
                <c:pt idx="1497">
                  <c:v>1.23895279794483</c:v>
                </c:pt>
                <c:pt idx="1498">
                  <c:v>1.24058388343181</c:v>
                </c:pt>
                <c:pt idx="1499">
                  <c:v>1.248654219243</c:v>
                </c:pt>
                <c:pt idx="1500">
                  <c:v>1.2557526719029</c:v>
                </c:pt>
                <c:pt idx="1501">
                  <c:v>1.2261819586864</c:v>
                </c:pt>
                <c:pt idx="1502">
                  <c:v>1.23831672329841</c:v>
                </c:pt>
                <c:pt idx="1503">
                  <c:v>1.24354250483373</c:v>
                </c:pt>
                <c:pt idx="1504">
                  <c:v>1.21642843899056</c:v>
                </c:pt>
                <c:pt idx="1505">
                  <c:v>1.25102680800794</c:v>
                </c:pt>
                <c:pt idx="1506">
                  <c:v>1.229661682523</c:v>
                </c:pt>
                <c:pt idx="1507">
                  <c:v>1.22504999892989</c:v>
                </c:pt>
                <c:pt idx="1508">
                  <c:v>1.24545563413619</c:v>
                </c:pt>
                <c:pt idx="1509">
                  <c:v>1.23522966910759</c:v>
                </c:pt>
                <c:pt idx="1510">
                  <c:v>1.23448083751354</c:v>
                </c:pt>
                <c:pt idx="1511">
                  <c:v>1.24666688033337</c:v>
                </c:pt>
                <c:pt idx="1512">
                  <c:v>1.24120884626799</c:v>
                </c:pt>
                <c:pt idx="1513">
                  <c:v>1.2299859696838</c:v>
                </c:pt>
                <c:pt idx="1514">
                  <c:v>1.23593240226173</c:v>
                </c:pt>
                <c:pt idx="1515">
                  <c:v>1.24119844089115</c:v>
                </c:pt>
                <c:pt idx="1516">
                  <c:v>1.23957305308351</c:v>
                </c:pt>
                <c:pt idx="1517">
                  <c:v>1.23509244573186</c:v>
                </c:pt>
                <c:pt idx="1518">
                  <c:v>1.23861587427918</c:v>
                </c:pt>
                <c:pt idx="1519">
                  <c:v>1.23924922793003</c:v>
                </c:pt>
                <c:pt idx="1520">
                  <c:v>1.24185561315</c:v>
                </c:pt>
                <c:pt idx="1521">
                  <c:v>1.23480450923551</c:v>
                </c:pt>
                <c:pt idx="1522">
                  <c:v>1.23905213482568</c:v>
                </c:pt>
                <c:pt idx="1523">
                  <c:v>1.24455294072768</c:v>
                </c:pt>
                <c:pt idx="1524">
                  <c:v>1.22457672279057</c:v>
                </c:pt>
                <c:pt idx="1525">
                  <c:v>1.23528966611474</c:v>
                </c:pt>
                <c:pt idx="1526">
                  <c:v>1.23999998245983</c:v>
                </c:pt>
                <c:pt idx="1527">
                  <c:v>1.24644803183184</c:v>
                </c:pt>
                <c:pt idx="1528">
                  <c:v>1.23503586336409</c:v>
                </c:pt>
                <c:pt idx="1529">
                  <c:v>1.25812097405411</c:v>
                </c:pt>
                <c:pt idx="1530">
                  <c:v>1.24090893387625</c:v>
                </c:pt>
                <c:pt idx="1531">
                  <c:v>1.24423840836138</c:v>
                </c:pt>
                <c:pt idx="1532">
                  <c:v>1.23765161155842</c:v>
                </c:pt>
                <c:pt idx="1533">
                  <c:v>1.24926716168422</c:v>
                </c:pt>
                <c:pt idx="1534">
                  <c:v>1.23181243876302</c:v>
                </c:pt>
                <c:pt idx="1535">
                  <c:v>1.24998701426255</c:v>
                </c:pt>
                <c:pt idx="1536">
                  <c:v>1.24294418373112</c:v>
                </c:pt>
                <c:pt idx="1537">
                  <c:v>1.25328172607904</c:v>
                </c:pt>
                <c:pt idx="1538">
                  <c:v>1.23966618710606</c:v>
                </c:pt>
                <c:pt idx="1539">
                  <c:v>1.23061515421674</c:v>
                </c:pt>
                <c:pt idx="1540">
                  <c:v>1.21397724263367</c:v>
                </c:pt>
                <c:pt idx="1541">
                  <c:v>1.2268599128699</c:v>
                </c:pt>
                <c:pt idx="1542">
                  <c:v>1.24101272050279</c:v>
                </c:pt>
                <c:pt idx="1543">
                  <c:v>1.2329380643375</c:v>
                </c:pt>
                <c:pt idx="1544">
                  <c:v>1.20419367682066</c:v>
                </c:pt>
                <c:pt idx="1545">
                  <c:v>1.23911372029016</c:v>
                </c:pt>
                <c:pt idx="1546">
                  <c:v>1.23849542423233</c:v>
                </c:pt>
                <c:pt idx="1547">
                  <c:v>1.22923482428538</c:v>
                </c:pt>
                <c:pt idx="1548">
                  <c:v>1.24885242502444</c:v>
                </c:pt>
                <c:pt idx="1549">
                  <c:v>1.23345712717103</c:v>
                </c:pt>
                <c:pt idx="1550">
                  <c:v>1.21406591130959</c:v>
                </c:pt>
                <c:pt idx="1551">
                  <c:v>1.24061752655705</c:v>
                </c:pt>
                <c:pt idx="1552">
                  <c:v>1.23669252827341</c:v>
                </c:pt>
                <c:pt idx="1553">
                  <c:v>1.22227515072881</c:v>
                </c:pt>
                <c:pt idx="1554">
                  <c:v>1.22806433857543</c:v>
                </c:pt>
                <c:pt idx="1555">
                  <c:v>1.26090918331375</c:v>
                </c:pt>
                <c:pt idx="1556">
                  <c:v>1.24710767697766</c:v>
                </c:pt>
                <c:pt idx="1557">
                  <c:v>1.22808708796627</c:v>
                </c:pt>
                <c:pt idx="1558">
                  <c:v>1.23429015072994</c:v>
                </c:pt>
                <c:pt idx="1559">
                  <c:v>1.24181030549866</c:v>
                </c:pt>
                <c:pt idx="1560">
                  <c:v>1.24662555463169</c:v>
                </c:pt>
                <c:pt idx="1561">
                  <c:v>1.25597756091993</c:v>
                </c:pt>
                <c:pt idx="1562">
                  <c:v>1.24279358380525</c:v>
                </c:pt>
                <c:pt idx="1563">
                  <c:v>1.22438087795041</c:v>
                </c:pt>
                <c:pt idx="1564">
                  <c:v>1.29766656475862</c:v>
                </c:pt>
                <c:pt idx="1565">
                  <c:v>1.28203244106939</c:v>
                </c:pt>
                <c:pt idx="1566">
                  <c:v>1.23731425239589</c:v>
                </c:pt>
                <c:pt idx="1567">
                  <c:v>1.28733865318511</c:v>
                </c:pt>
                <c:pt idx="1568">
                  <c:v>1.25024185125192</c:v>
                </c:pt>
                <c:pt idx="1569">
                  <c:v>1.24650445906177</c:v>
                </c:pt>
                <c:pt idx="1570">
                  <c:v>1.30389509955561</c:v>
                </c:pt>
                <c:pt idx="1571">
                  <c:v>1.24537805406662</c:v>
                </c:pt>
                <c:pt idx="1572">
                  <c:v>1.29507356751143</c:v>
                </c:pt>
                <c:pt idx="1573">
                  <c:v>1.26786606428081</c:v>
                </c:pt>
                <c:pt idx="1574">
                  <c:v>1.2593150566344</c:v>
                </c:pt>
                <c:pt idx="1575">
                  <c:v>1.3148033223128</c:v>
                </c:pt>
                <c:pt idx="1576">
                  <c:v>1.23445415687616</c:v>
                </c:pt>
                <c:pt idx="1577">
                  <c:v>1.30508036069731</c:v>
                </c:pt>
                <c:pt idx="1578">
                  <c:v>1.27586662015384</c:v>
                </c:pt>
                <c:pt idx="1579">
                  <c:v>1.25918907225468</c:v>
                </c:pt>
                <c:pt idx="1580">
                  <c:v>1.28112860689343</c:v>
                </c:pt>
                <c:pt idx="1581">
                  <c:v>1.25372732388324</c:v>
                </c:pt>
                <c:pt idx="1582">
                  <c:v>1.24384414616293</c:v>
                </c:pt>
                <c:pt idx="1583">
                  <c:v>1.25408924502399</c:v>
                </c:pt>
                <c:pt idx="1584">
                  <c:v>1.22453623325115</c:v>
                </c:pt>
                <c:pt idx="1585">
                  <c:v>1.25126926126892</c:v>
                </c:pt>
                <c:pt idx="1586">
                  <c:v>1.26174816362538</c:v>
                </c:pt>
                <c:pt idx="1587">
                  <c:v>1.22975441578165</c:v>
                </c:pt>
                <c:pt idx="1588">
                  <c:v>1.26940954477757</c:v>
                </c:pt>
                <c:pt idx="1589">
                  <c:v>1.27458462624177</c:v>
                </c:pt>
                <c:pt idx="1590">
                  <c:v>1.2336499793987</c:v>
                </c:pt>
                <c:pt idx="1591">
                  <c:v>1.26689279258811</c:v>
                </c:pt>
                <c:pt idx="1592">
                  <c:v>1.24592881424205</c:v>
                </c:pt>
                <c:pt idx="1593">
                  <c:v>1.23165260118987</c:v>
                </c:pt>
                <c:pt idx="1594">
                  <c:v>1.2292065952405</c:v>
                </c:pt>
                <c:pt idx="1595">
                  <c:v>1.23266044816742</c:v>
                </c:pt>
                <c:pt idx="1596">
                  <c:v>1.24049720809242</c:v>
                </c:pt>
                <c:pt idx="1597">
                  <c:v>1.24025426487495</c:v>
                </c:pt>
                <c:pt idx="1598">
                  <c:v>1.27685943272031</c:v>
                </c:pt>
                <c:pt idx="1599">
                  <c:v>1.26306048296088</c:v>
                </c:pt>
                <c:pt idx="1600">
                  <c:v>1.22692326348075</c:v>
                </c:pt>
                <c:pt idx="1601">
                  <c:v>1.26348159081391</c:v>
                </c:pt>
                <c:pt idx="1602">
                  <c:v>1.23750754588513</c:v>
                </c:pt>
                <c:pt idx="1603">
                  <c:v>1.249321205489</c:v>
                </c:pt>
                <c:pt idx="1604">
                  <c:v>1.23535834552769</c:v>
                </c:pt>
                <c:pt idx="1605">
                  <c:v>1.22820139048643</c:v>
                </c:pt>
                <c:pt idx="1606">
                  <c:v>1.24467379052925</c:v>
                </c:pt>
                <c:pt idx="1607">
                  <c:v>1.26119094300001</c:v>
                </c:pt>
                <c:pt idx="1608">
                  <c:v>1.22696393207923</c:v>
                </c:pt>
                <c:pt idx="1609">
                  <c:v>1.23606919386112</c:v>
                </c:pt>
                <c:pt idx="1610">
                  <c:v>1.22279870707112</c:v>
                </c:pt>
                <c:pt idx="1611">
                  <c:v>1.2399202384844</c:v>
                </c:pt>
                <c:pt idx="1612">
                  <c:v>1.25803896232367</c:v>
                </c:pt>
                <c:pt idx="1613">
                  <c:v>1.26999417719244</c:v>
                </c:pt>
                <c:pt idx="1614">
                  <c:v>1.23811175004104</c:v>
                </c:pt>
                <c:pt idx="1615">
                  <c:v>1.23415575903481</c:v>
                </c:pt>
                <c:pt idx="1616">
                  <c:v>1.24686145691967</c:v>
                </c:pt>
                <c:pt idx="1617">
                  <c:v>1.22960986342957</c:v>
                </c:pt>
                <c:pt idx="1618">
                  <c:v>1.25295428976217</c:v>
                </c:pt>
                <c:pt idx="1619">
                  <c:v>1.25602515221889</c:v>
                </c:pt>
                <c:pt idx="1620">
                  <c:v>1.23439961106855</c:v>
                </c:pt>
                <c:pt idx="1621">
                  <c:v>1.247425785237</c:v>
                </c:pt>
                <c:pt idx="1622">
                  <c:v>1.25109590255648</c:v>
                </c:pt>
                <c:pt idx="1623">
                  <c:v>1.24233182493996</c:v>
                </c:pt>
                <c:pt idx="1624">
                  <c:v>1.26233348315219</c:v>
                </c:pt>
                <c:pt idx="1625">
                  <c:v>1.23187503025078</c:v>
                </c:pt>
                <c:pt idx="1626">
                  <c:v>1.22899705841447</c:v>
                </c:pt>
                <c:pt idx="1627">
                  <c:v>1.25787235110954</c:v>
                </c:pt>
                <c:pt idx="1628">
                  <c:v>1.24393313831189</c:v>
                </c:pt>
                <c:pt idx="1629">
                  <c:v>1.23285069745618</c:v>
                </c:pt>
                <c:pt idx="1630">
                  <c:v>1.26249695667771</c:v>
                </c:pt>
                <c:pt idx="1631">
                  <c:v>1.24487559001514</c:v>
                </c:pt>
                <c:pt idx="1632">
                  <c:v>1.26434090977211</c:v>
                </c:pt>
                <c:pt idx="1633">
                  <c:v>1.26189570581138</c:v>
                </c:pt>
                <c:pt idx="1634">
                  <c:v>1.22850905570851</c:v>
                </c:pt>
                <c:pt idx="1635">
                  <c:v>1.24254255694554</c:v>
                </c:pt>
                <c:pt idx="1636">
                  <c:v>1.23285679256575</c:v>
                </c:pt>
                <c:pt idx="1637">
                  <c:v>1.20983561634497</c:v>
                </c:pt>
                <c:pt idx="1638">
                  <c:v>1.2414714512951</c:v>
                </c:pt>
                <c:pt idx="1639">
                  <c:v>1.24577769579026</c:v>
                </c:pt>
                <c:pt idx="1640">
                  <c:v>1.24459201121038</c:v>
                </c:pt>
                <c:pt idx="1641">
                  <c:v>1.25546968807655</c:v>
                </c:pt>
                <c:pt idx="1642">
                  <c:v>1.24559881403274</c:v>
                </c:pt>
                <c:pt idx="1643">
                  <c:v>1.24174072192849</c:v>
                </c:pt>
                <c:pt idx="1644">
                  <c:v>1.24904942205459</c:v>
                </c:pt>
                <c:pt idx="1645">
                  <c:v>1.23295808994284</c:v>
                </c:pt>
                <c:pt idx="1646">
                  <c:v>1.2431251379609</c:v>
                </c:pt>
                <c:pt idx="1647">
                  <c:v>1.22899490349384</c:v>
                </c:pt>
                <c:pt idx="1648">
                  <c:v>1.22412528559608</c:v>
                </c:pt>
                <c:pt idx="1649">
                  <c:v>1.24262240186299</c:v>
                </c:pt>
                <c:pt idx="1650">
                  <c:v>1.22729748808484</c:v>
                </c:pt>
                <c:pt idx="1651">
                  <c:v>1.23325435968494</c:v>
                </c:pt>
                <c:pt idx="1652">
                  <c:v>1.23898744328324</c:v>
                </c:pt>
                <c:pt idx="1653">
                  <c:v>1.23334573872554</c:v>
                </c:pt>
                <c:pt idx="1654">
                  <c:v>1.23883935502803</c:v>
                </c:pt>
                <c:pt idx="1655">
                  <c:v>1.22469722967276</c:v>
                </c:pt>
                <c:pt idx="1656">
                  <c:v>1.24070477686754</c:v>
                </c:pt>
                <c:pt idx="1657">
                  <c:v>1.23557109885904</c:v>
                </c:pt>
                <c:pt idx="1658">
                  <c:v>1.22026193115111</c:v>
                </c:pt>
                <c:pt idx="1659">
                  <c:v>1.23146253536517</c:v>
                </c:pt>
                <c:pt idx="1660">
                  <c:v>1.24271806734072</c:v>
                </c:pt>
                <c:pt idx="1661">
                  <c:v>1.25597239214681</c:v>
                </c:pt>
                <c:pt idx="1662">
                  <c:v>1.23640014041825</c:v>
                </c:pt>
                <c:pt idx="1663">
                  <c:v>1.25964597573373</c:v>
                </c:pt>
                <c:pt idx="1664">
                  <c:v>1.23348728906873</c:v>
                </c:pt>
                <c:pt idx="1665">
                  <c:v>1.24083260687552</c:v>
                </c:pt>
                <c:pt idx="1666">
                  <c:v>1.23685637574455</c:v>
                </c:pt>
                <c:pt idx="1667">
                  <c:v>1.24071743317876</c:v>
                </c:pt>
                <c:pt idx="1668">
                  <c:v>1.23649355395209</c:v>
                </c:pt>
                <c:pt idx="1669">
                  <c:v>1.23507069666134</c:v>
                </c:pt>
                <c:pt idx="1670">
                  <c:v>1.24747812143975</c:v>
                </c:pt>
                <c:pt idx="1671">
                  <c:v>1.24612164791914</c:v>
                </c:pt>
                <c:pt idx="1672">
                  <c:v>1.24953658384446</c:v>
                </c:pt>
                <c:pt idx="1673">
                  <c:v>1.24421019392728</c:v>
                </c:pt>
                <c:pt idx="1674">
                  <c:v>1.23409813152063</c:v>
                </c:pt>
                <c:pt idx="1675">
                  <c:v>1.24106685234042</c:v>
                </c:pt>
                <c:pt idx="1676">
                  <c:v>1.25069943221721</c:v>
                </c:pt>
                <c:pt idx="1677">
                  <c:v>1.24632095509707</c:v>
                </c:pt>
                <c:pt idx="1678">
                  <c:v>1.26589138288979</c:v>
                </c:pt>
                <c:pt idx="1679">
                  <c:v>1.23555607165132</c:v>
                </c:pt>
                <c:pt idx="1680">
                  <c:v>1.23438179469118</c:v>
                </c:pt>
                <c:pt idx="1681">
                  <c:v>1.24764141627504</c:v>
                </c:pt>
                <c:pt idx="1682">
                  <c:v>1.23871763808194</c:v>
                </c:pt>
                <c:pt idx="1683">
                  <c:v>1.23798717686141</c:v>
                </c:pt>
                <c:pt idx="1684">
                  <c:v>1.22763129999763</c:v>
                </c:pt>
                <c:pt idx="1685">
                  <c:v>1.23358082626379</c:v>
                </c:pt>
                <c:pt idx="1686">
                  <c:v>1.23367197757229</c:v>
                </c:pt>
                <c:pt idx="1687">
                  <c:v>1.262593342368</c:v>
                </c:pt>
                <c:pt idx="1688">
                  <c:v>1.25687835230078</c:v>
                </c:pt>
                <c:pt idx="1689">
                  <c:v>1.22674832730008</c:v>
                </c:pt>
                <c:pt idx="1690">
                  <c:v>1.24636067916284</c:v>
                </c:pt>
                <c:pt idx="1691">
                  <c:v>1.2304126697475</c:v>
                </c:pt>
                <c:pt idx="1692">
                  <c:v>1.22238159955425</c:v>
                </c:pt>
                <c:pt idx="1693">
                  <c:v>1.23286072844745</c:v>
                </c:pt>
                <c:pt idx="1694">
                  <c:v>1.23721832173882</c:v>
                </c:pt>
                <c:pt idx="1695">
                  <c:v>1.23093313220269</c:v>
                </c:pt>
                <c:pt idx="1696">
                  <c:v>1.24153559262698</c:v>
                </c:pt>
                <c:pt idx="1697">
                  <c:v>1.24448506221362</c:v>
                </c:pt>
                <c:pt idx="1698">
                  <c:v>1.22488303061216</c:v>
                </c:pt>
                <c:pt idx="1699">
                  <c:v>1.23425069504446</c:v>
                </c:pt>
                <c:pt idx="1700">
                  <c:v>1.23520766592751</c:v>
                </c:pt>
                <c:pt idx="1701">
                  <c:v>1.24426005507574</c:v>
                </c:pt>
                <c:pt idx="1702">
                  <c:v>1.24409878073218</c:v>
                </c:pt>
                <c:pt idx="1703">
                  <c:v>1.25355772404962</c:v>
                </c:pt>
                <c:pt idx="1704">
                  <c:v>1.23855762499417</c:v>
                </c:pt>
                <c:pt idx="1705">
                  <c:v>1.23926281881184</c:v>
                </c:pt>
                <c:pt idx="1706">
                  <c:v>1.21949880233533</c:v>
                </c:pt>
                <c:pt idx="1707">
                  <c:v>1.22753503415731</c:v>
                </c:pt>
                <c:pt idx="1708">
                  <c:v>1.26012352402947</c:v>
                </c:pt>
                <c:pt idx="1709">
                  <c:v>1.2299102002322</c:v>
                </c:pt>
                <c:pt idx="1710">
                  <c:v>1.23068308210086</c:v>
                </c:pt>
                <c:pt idx="1711">
                  <c:v>1.24797310808976</c:v>
                </c:pt>
                <c:pt idx="1712">
                  <c:v>1.25651879709475</c:v>
                </c:pt>
                <c:pt idx="1713">
                  <c:v>1.24485996890543</c:v>
                </c:pt>
                <c:pt idx="1714">
                  <c:v>1.27629814369763</c:v>
                </c:pt>
                <c:pt idx="1715">
                  <c:v>1.24456701106488</c:v>
                </c:pt>
                <c:pt idx="1716">
                  <c:v>1.25288362758578</c:v>
                </c:pt>
                <c:pt idx="1717">
                  <c:v>1.23465696582332</c:v>
                </c:pt>
                <c:pt idx="1718">
                  <c:v>1.23470489209574</c:v>
                </c:pt>
                <c:pt idx="1719">
                  <c:v>1.25683126319937</c:v>
                </c:pt>
                <c:pt idx="1720">
                  <c:v>1.24285756243954</c:v>
                </c:pt>
                <c:pt idx="1721">
                  <c:v>1.2311735029561</c:v>
                </c:pt>
                <c:pt idx="1722">
                  <c:v>1.24664278775527</c:v>
                </c:pt>
                <c:pt idx="1723">
                  <c:v>1.23670987349019</c:v>
                </c:pt>
                <c:pt idx="1724">
                  <c:v>1.24015215777859</c:v>
                </c:pt>
                <c:pt idx="1725">
                  <c:v>1.23859994328769</c:v>
                </c:pt>
                <c:pt idx="1726">
                  <c:v>1.2313282489864</c:v>
                </c:pt>
                <c:pt idx="1727">
                  <c:v>1.22847896631913</c:v>
                </c:pt>
                <c:pt idx="1728">
                  <c:v>1.25169362775075</c:v>
                </c:pt>
                <c:pt idx="1729">
                  <c:v>1.24673536966428</c:v>
                </c:pt>
                <c:pt idx="1730">
                  <c:v>1.23086128778389</c:v>
                </c:pt>
                <c:pt idx="1731">
                  <c:v>1.23617863144475</c:v>
                </c:pt>
                <c:pt idx="1732">
                  <c:v>1.23450438649258</c:v>
                </c:pt>
                <c:pt idx="1733">
                  <c:v>1.25313559796026</c:v>
                </c:pt>
                <c:pt idx="1734">
                  <c:v>1.25801359323882</c:v>
                </c:pt>
                <c:pt idx="1735">
                  <c:v>1.22686722594414</c:v>
                </c:pt>
                <c:pt idx="1736">
                  <c:v>1.23520567227791</c:v>
                </c:pt>
                <c:pt idx="1737">
                  <c:v>1.24509454963526</c:v>
                </c:pt>
                <c:pt idx="1738">
                  <c:v>1.24472197492345</c:v>
                </c:pt>
                <c:pt idx="1739">
                  <c:v>1.26784243045788</c:v>
                </c:pt>
                <c:pt idx="1740">
                  <c:v>1.24960603320418</c:v>
                </c:pt>
                <c:pt idx="1741">
                  <c:v>1.24629179191698</c:v>
                </c:pt>
                <c:pt idx="1742">
                  <c:v>1.24102682091435</c:v>
                </c:pt>
                <c:pt idx="1743">
                  <c:v>1.26296854631144</c:v>
                </c:pt>
                <c:pt idx="1744">
                  <c:v>1.24433909402617</c:v>
                </c:pt>
                <c:pt idx="1745">
                  <c:v>1.22784324673536</c:v>
                </c:pt>
                <c:pt idx="1746">
                  <c:v>1.25072222013288</c:v>
                </c:pt>
                <c:pt idx="1747">
                  <c:v>1.22112427261814</c:v>
                </c:pt>
                <c:pt idx="1748">
                  <c:v>1.2686152260848</c:v>
                </c:pt>
                <c:pt idx="1749">
                  <c:v>1.23955993952359</c:v>
                </c:pt>
                <c:pt idx="1750">
                  <c:v>1.2399091290467</c:v>
                </c:pt>
                <c:pt idx="1751">
                  <c:v>1.24474277688348</c:v>
                </c:pt>
                <c:pt idx="1752">
                  <c:v>1.24065657512563</c:v>
                </c:pt>
                <c:pt idx="1753">
                  <c:v>1.23464071114799</c:v>
                </c:pt>
                <c:pt idx="1754">
                  <c:v>1.23388446668207</c:v>
                </c:pt>
                <c:pt idx="1755">
                  <c:v>1.23625256945065</c:v>
                </c:pt>
                <c:pt idx="1756">
                  <c:v>1.23683429700256</c:v>
                </c:pt>
                <c:pt idx="1757">
                  <c:v>1.22604043389909</c:v>
                </c:pt>
                <c:pt idx="1758">
                  <c:v>1.23851311777918</c:v>
                </c:pt>
                <c:pt idx="1759">
                  <c:v>1.24240520870643</c:v>
                </c:pt>
                <c:pt idx="1760">
                  <c:v>1.22841256951614</c:v>
                </c:pt>
                <c:pt idx="1761">
                  <c:v>1.24450916663538</c:v>
                </c:pt>
                <c:pt idx="1762">
                  <c:v>1.22943978749894</c:v>
                </c:pt>
                <c:pt idx="1763">
                  <c:v>1.23220129625298</c:v>
                </c:pt>
                <c:pt idx="1764">
                  <c:v>1.2426818184589</c:v>
                </c:pt>
                <c:pt idx="1765">
                  <c:v>1.23074318250354</c:v>
                </c:pt>
                <c:pt idx="1766">
                  <c:v>1.27354009528048</c:v>
                </c:pt>
                <c:pt idx="1767">
                  <c:v>1.24670858773093</c:v>
                </c:pt>
                <c:pt idx="1768">
                  <c:v>1.24444229353725</c:v>
                </c:pt>
                <c:pt idx="1769">
                  <c:v>1.26109809332089</c:v>
                </c:pt>
                <c:pt idx="1770">
                  <c:v>1.23359878116655</c:v>
                </c:pt>
                <c:pt idx="1771">
                  <c:v>1.24770238593827</c:v>
                </c:pt>
                <c:pt idx="1772">
                  <c:v>1.26136584338367</c:v>
                </c:pt>
                <c:pt idx="1773">
                  <c:v>1.26144122684149</c:v>
                </c:pt>
                <c:pt idx="1774">
                  <c:v>1.23229031248535</c:v>
                </c:pt>
                <c:pt idx="1775">
                  <c:v>1.27438175778675</c:v>
                </c:pt>
                <c:pt idx="1776">
                  <c:v>1.23455539624134</c:v>
                </c:pt>
                <c:pt idx="1777">
                  <c:v>1.24360388027052</c:v>
                </c:pt>
                <c:pt idx="1778">
                  <c:v>1.26076687605765</c:v>
                </c:pt>
                <c:pt idx="1779">
                  <c:v>1.23501532852938</c:v>
                </c:pt>
                <c:pt idx="1780">
                  <c:v>1.26586770106664</c:v>
                </c:pt>
                <c:pt idx="1781">
                  <c:v>1.2635198267971</c:v>
                </c:pt>
                <c:pt idx="1782">
                  <c:v>1.23401005996247</c:v>
                </c:pt>
                <c:pt idx="1783">
                  <c:v>1.25209839240047</c:v>
                </c:pt>
                <c:pt idx="1784">
                  <c:v>1.23081910038895</c:v>
                </c:pt>
                <c:pt idx="1785">
                  <c:v>1.2445978236498</c:v>
                </c:pt>
                <c:pt idx="1786">
                  <c:v>1.26653691936875</c:v>
                </c:pt>
                <c:pt idx="1787">
                  <c:v>1.24342347186019</c:v>
                </c:pt>
                <c:pt idx="1788">
                  <c:v>1.24260479790694</c:v>
                </c:pt>
                <c:pt idx="1789">
                  <c:v>1.2374451886129</c:v>
                </c:pt>
                <c:pt idx="1790">
                  <c:v>1.2333828549945</c:v>
                </c:pt>
                <c:pt idx="1791">
                  <c:v>1.28010359792259</c:v>
                </c:pt>
                <c:pt idx="1792">
                  <c:v>1.25136803192303</c:v>
                </c:pt>
                <c:pt idx="1793">
                  <c:v>1.23762084933545</c:v>
                </c:pt>
                <c:pt idx="1794">
                  <c:v>1.28499548329578</c:v>
                </c:pt>
                <c:pt idx="1795">
                  <c:v>1.23544979194026</c:v>
                </c:pt>
                <c:pt idx="1796">
                  <c:v>1.24563990177891</c:v>
                </c:pt>
                <c:pt idx="1797">
                  <c:v>1.24046457509703</c:v>
                </c:pt>
                <c:pt idx="1798">
                  <c:v>1.22237317644742</c:v>
                </c:pt>
                <c:pt idx="1799">
                  <c:v>1.2269659092447</c:v>
                </c:pt>
                <c:pt idx="1800">
                  <c:v>1.2267963128419</c:v>
                </c:pt>
                <c:pt idx="1801">
                  <c:v>1.25560133448616</c:v>
                </c:pt>
                <c:pt idx="1802">
                  <c:v>1.24756812580239</c:v>
                </c:pt>
                <c:pt idx="1803">
                  <c:v>1.23751738483185</c:v>
                </c:pt>
                <c:pt idx="1804">
                  <c:v>1.25486076366599</c:v>
                </c:pt>
                <c:pt idx="1805">
                  <c:v>1.24719528245616</c:v>
                </c:pt>
                <c:pt idx="1806">
                  <c:v>1.23535517973825</c:v>
                </c:pt>
                <c:pt idx="1807">
                  <c:v>1.2392014892044</c:v>
                </c:pt>
                <c:pt idx="1808">
                  <c:v>1.24125884826463</c:v>
                </c:pt>
                <c:pt idx="1809">
                  <c:v>1.22590260169845</c:v>
                </c:pt>
                <c:pt idx="1810">
                  <c:v>1.24746889677097</c:v>
                </c:pt>
                <c:pt idx="1811">
                  <c:v>1.24640496471241</c:v>
                </c:pt>
                <c:pt idx="1812">
                  <c:v>1.2225042700624</c:v>
                </c:pt>
                <c:pt idx="1813">
                  <c:v>1.24981377800757</c:v>
                </c:pt>
                <c:pt idx="1814">
                  <c:v>1.26537179265488</c:v>
                </c:pt>
                <c:pt idx="1815">
                  <c:v>1.22465290176879</c:v>
                </c:pt>
                <c:pt idx="1816">
                  <c:v>1.22935081707558</c:v>
                </c:pt>
                <c:pt idx="1817">
                  <c:v>1.23972516608362</c:v>
                </c:pt>
                <c:pt idx="1818">
                  <c:v>1.22114433297509</c:v>
                </c:pt>
                <c:pt idx="1819">
                  <c:v>1.24730597395749</c:v>
                </c:pt>
                <c:pt idx="1820">
                  <c:v>1.25167663881263</c:v>
                </c:pt>
                <c:pt idx="1821">
                  <c:v>1.24933267804266</c:v>
                </c:pt>
                <c:pt idx="1822">
                  <c:v>1.2204792294823</c:v>
                </c:pt>
                <c:pt idx="1823">
                  <c:v>1.21578485647059</c:v>
                </c:pt>
                <c:pt idx="1824">
                  <c:v>1.23539136179289</c:v>
                </c:pt>
                <c:pt idx="1825">
                  <c:v>1.2681048103694</c:v>
                </c:pt>
                <c:pt idx="1826">
                  <c:v>1.2358916837079</c:v>
                </c:pt>
                <c:pt idx="1827">
                  <c:v>1.23339745365648</c:v>
                </c:pt>
                <c:pt idx="1828">
                  <c:v>1.22148993265826</c:v>
                </c:pt>
                <c:pt idx="1829">
                  <c:v>1.24150540227947</c:v>
                </c:pt>
                <c:pt idx="1830">
                  <c:v>1.24510100287503</c:v>
                </c:pt>
                <c:pt idx="1831">
                  <c:v>1.25379420483993</c:v>
                </c:pt>
                <c:pt idx="1832">
                  <c:v>1.21332610782882</c:v>
                </c:pt>
                <c:pt idx="1833">
                  <c:v>1.24491272694552</c:v>
                </c:pt>
                <c:pt idx="1834">
                  <c:v>1.24217051219417</c:v>
                </c:pt>
                <c:pt idx="1835">
                  <c:v>1.23345034708841</c:v>
                </c:pt>
                <c:pt idx="1836">
                  <c:v>1.24053287250207</c:v>
                </c:pt>
                <c:pt idx="1837">
                  <c:v>1.24528592235108</c:v>
                </c:pt>
                <c:pt idx="1838">
                  <c:v>1.24718617220219</c:v>
                </c:pt>
                <c:pt idx="1839">
                  <c:v>1.22935305016063</c:v>
                </c:pt>
                <c:pt idx="1840">
                  <c:v>1.24931192707698</c:v>
                </c:pt>
                <c:pt idx="1841">
                  <c:v>1.2371114141495</c:v>
                </c:pt>
                <c:pt idx="1842">
                  <c:v>1.25679464374004</c:v>
                </c:pt>
                <c:pt idx="1843">
                  <c:v>1.25466106815726</c:v>
                </c:pt>
                <c:pt idx="1844">
                  <c:v>1.22780575848691</c:v>
                </c:pt>
                <c:pt idx="1845">
                  <c:v>1.2475535778148</c:v>
                </c:pt>
                <c:pt idx="1846">
                  <c:v>1.24912053722751</c:v>
                </c:pt>
                <c:pt idx="1847">
                  <c:v>1.23471226028149</c:v>
                </c:pt>
                <c:pt idx="1848">
                  <c:v>1.27644827963256</c:v>
                </c:pt>
                <c:pt idx="1849">
                  <c:v>1.24458573327071</c:v>
                </c:pt>
                <c:pt idx="1850">
                  <c:v>1.23782113824782</c:v>
                </c:pt>
                <c:pt idx="1851">
                  <c:v>1.27337691015337</c:v>
                </c:pt>
                <c:pt idx="1852">
                  <c:v>1.240257882401</c:v>
                </c:pt>
                <c:pt idx="1853">
                  <c:v>1.23882373036112</c:v>
                </c:pt>
                <c:pt idx="1854">
                  <c:v>1.27173117961811</c:v>
                </c:pt>
                <c:pt idx="1855">
                  <c:v>1.225345174963</c:v>
                </c:pt>
                <c:pt idx="1856">
                  <c:v>1.28050802579923</c:v>
                </c:pt>
                <c:pt idx="1857">
                  <c:v>1.24974494101147</c:v>
                </c:pt>
                <c:pt idx="1858">
                  <c:v>1.23284788828913</c:v>
                </c:pt>
                <c:pt idx="1859">
                  <c:v>1.27089384903184</c:v>
                </c:pt>
                <c:pt idx="1860">
                  <c:v>1.24403051921028</c:v>
                </c:pt>
                <c:pt idx="1861">
                  <c:v>1.23546307075675</c:v>
                </c:pt>
                <c:pt idx="1862">
                  <c:v>1.25609999163319</c:v>
                </c:pt>
                <c:pt idx="1863">
                  <c:v>1.21138163971882</c:v>
                </c:pt>
                <c:pt idx="1864">
                  <c:v>1.25210188950096</c:v>
                </c:pt>
                <c:pt idx="1865">
                  <c:v>1.24794147615466</c:v>
                </c:pt>
                <c:pt idx="1866">
                  <c:v>1.21482212251357</c:v>
                </c:pt>
                <c:pt idx="1867">
                  <c:v>1.2357363118887</c:v>
                </c:pt>
                <c:pt idx="1868">
                  <c:v>1.23314169161247</c:v>
                </c:pt>
                <c:pt idx="1869">
                  <c:v>1.23857092561143</c:v>
                </c:pt>
                <c:pt idx="1870">
                  <c:v>1.23768043412985</c:v>
                </c:pt>
                <c:pt idx="1871">
                  <c:v>1.22857893963586</c:v>
                </c:pt>
                <c:pt idx="1872">
                  <c:v>1.24632839421562</c:v>
                </c:pt>
                <c:pt idx="1873">
                  <c:v>1.22642796775465</c:v>
                </c:pt>
                <c:pt idx="1874">
                  <c:v>1.23039164175223</c:v>
                </c:pt>
                <c:pt idx="1875">
                  <c:v>1.243417702674</c:v>
                </c:pt>
                <c:pt idx="1876">
                  <c:v>1.23560520015744</c:v>
                </c:pt>
                <c:pt idx="1877">
                  <c:v>1.24508954898907</c:v>
                </c:pt>
                <c:pt idx="1878">
                  <c:v>1.23526348150003</c:v>
                </c:pt>
                <c:pt idx="1879">
                  <c:v>1.22814358110212</c:v>
                </c:pt>
                <c:pt idx="1880">
                  <c:v>1.25995037289411</c:v>
                </c:pt>
                <c:pt idx="1881">
                  <c:v>1.25700455027245</c:v>
                </c:pt>
                <c:pt idx="1882">
                  <c:v>1.24679194514869</c:v>
                </c:pt>
                <c:pt idx="1883">
                  <c:v>1.22876358480297</c:v>
                </c:pt>
                <c:pt idx="1884">
                  <c:v>1.23602027790207</c:v>
                </c:pt>
                <c:pt idx="1885">
                  <c:v>1.24439630131815</c:v>
                </c:pt>
                <c:pt idx="1886">
                  <c:v>1.25114842095354</c:v>
                </c:pt>
                <c:pt idx="1887">
                  <c:v>1.23939720893648</c:v>
                </c:pt>
                <c:pt idx="1888">
                  <c:v>1.23684913064383</c:v>
                </c:pt>
                <c:pt idx="1889">
                  <c:v>1.24378794556388</c:v>
                </c:pt>
                <c:pt idx="1890">
                  <c:v>1.22908202641542</c:v>
                </c:pt>
                <c:pt idx="1891">
                  <c:v>1.24202906787604</c:v>
                </c:pt>
                <c:pt idx="1892">
                  <c:v>1.22935166419555</c:v>
                </c:pt>
                <c:pt idx="1893">
                  <c:v>1.25139554126609</c:v>
                </c:pt>
                <c:pt idx="1894">
                  <c:v>1.2406687945216</c:v>
                </c:pt>
                <c:pt idx="1895">
                  <c:v>1.25007243989066</c:v>
                </c:pt>
                <c:pt idx="1896">
                  <c:v>1.23433549237306</c:v>
                </c:pt>
                <c:pt idx="1897">
                  <c:v>1.24072598228148</c:v>
                </c:pt>
                <c:pt idx="1898">
                  <c:v>1.21925664988358</c:v>
                </c:pt>
                <c:pt idx="1899">
                  <c:v>1.22995130397405</c:v>
                </c:pt>
                <c:pt idx="1900">
                  <c:v>1.23856513693971</c:v>
                </c:pt>
                <c:pt idx="1901">
                  <c:v>1.22632860876294</c:v>
                </c:pt>
                <c:pt idx="1902">
                  <c:v>1.24636013975684</c:v>
                </c:pt>
                <c:pt idx="1903">
                  <c:v>1.24507387707694</c:v>
                </c:pt>
                <c:pt idx="1904">
                  <c:v>1.23940564799228</c:v>
                </c:pt>
                <c:pt idx="1905">
                  <c:v>1.23023861813833</c:v>
                </c:pt>
                <c:pt idx="1906">
                  <c:v>1.24913780220458</c:v>
                </c:pt>
                <c:pt idx="1907">
                  <c:v>1.27135527006746</c:v>
                </c:pt>
                <c:pt idx="1908">
                  <c:v>1.239428425427</c:v>
                </c:pt>
                <c:pt idx="1909">
                  <c:v>1.24505131247034</c:v>
                </c:pt>
                <c:pt idx="1910">
                  <c:v>1.25513106377309</c:v>
                </c:pt>
                <c:pt idx="1911">
                  <c:v>1.2312241164276</c:v>
                </c:pt>
                <c:pt idx="1912">
                  <c:v>1.24575153795157</c:v>
                </c:pt>
                <c:pt idx="1913">
                  <c:v>1.244708475593</c:v>
                </c:pt>
                <c:pt idx="1914">
                  <c:v>1.23235983863309</c:v>
                </c:pt>
                <c:pt idx="1915">
                  <c:v>1.22153490803677</c:v>
                </c:pt>
                <c:pt idx="1916">
                  <c:v>1.27561780224896</c:v>
                </c:pt>
                <c:pt idx="1917">
                  <c:v>1.25046181294476</c:v>
                </c:pt>
                <c:pt idx="1918">
                  <c:v>1.24041330189774</c:v>
                </c:pt>
                <c:pt idx="1919">
                  <c:v>1.24553688525687</c:v>
                </c:pt>
                <c:pt idx="1920">
                  <c:v>1.23946892282913</c:v>
                </c:pt>
                <c:pt idx="1921">
                  <c:v>1.23939718751963</c:v>
                </c:pt>
                <c:pt idx="1922">
                  <c:v>1.25052014346655</c:v>
                </c:pt>
                <c:pt idx="1923">
                  <c:v>1.22263894567273</c:v>
                </c:pt>
                <c:pt idx="1924">
                  <c:v>1.25098169210026</c:v>
                </c:pt>
                <c:pt idx="1925">
                  <c:v>1.22110399774232</c:v>
                </c:pt>
                <c:pt idx="1926">
                  <c:v>1.25468865073756</c:v>
                </c:pt>
                <c:pt idx="1927">
                  <c:v>1.23950127008185</c:v>
                </c:pt>
                <c:pt idx="1928">
                  <c:v>1.23936794043956</c:v>
                </c:pt>
                <c:pt idx="1929">
                  <c:v>1.23839114124442</c:v>
                </c:pt>
                <c:pt idx="1930">
                  <c:v>1.23431830342802</c:v>
                </c:pt>
                <c:pt idx="1931">
                  <c:v>1.25011767535536</c:v>
                </c:pt>
                <c:pt idx="1932">
                  <c:v>1.27370423222174</c:v>
                </c:pt>
                <c:pt idx="1933">
                  <c:v>1.23256853603511</c:v>
                </c:pt>
                <c:pt idx="1934">
                  <c:v>1.24716871016808</c:v>
                </c:pt>
                <c:pt idx="1935">
                  <c:v>1.25251061656421</c:v>
                </c:pt>
                <c:pt idx="1936">
                  <c:v>1.23752313867833</c:v>
                </c:pt>
                <c:pt idx="1937">
                  <c:v>1.21355342944771</c:v>
                </c:pt>
                <c:pt idx="1938">
                  <c:v>1.24996871873571</c:v>
                </c:pt>
                <c:pt idx="1939">
                  <c:v>1.23041450721367</c:v>
                </c:pt>
                <c:pt idx="1940">
                  <c:v>1.25307036419835</c:v>
                </c:pt>
                <c:pt idx="1941">
                  <c:v>1.22340394485864</c:v>
                </c:pt>
                <c:pt idx="1942">
                  <c:v>1.21453002085546</c:v>
                </c:pt>
                <c:pt idx="1943">
                  <c:v>1.23435011340612</c:v>
                </c:pt>
                <c:pt idx="1944">
                  <c:v>1.24561640707572</c:v>
                </c:pt>
                <c:pt idx="1945">
                  <c:v>1.2419569646286</c:v>
                </c:pt>
                <c:pt idx="1946">
                  <c:v>1.24579960526646</c:v>
                </c:pt>
                <c:pt idx="1947">
                  <c:v>1.24962712317801</c:v>
                </c:pt>
                <c:pt idx="1948">
                  <c:v>1.24092900174675</c:v>
                </c:pt>
                <c:pt idx="1949">
                  <c:v>1.23310696673497</c:v>
                </c:pt>
                <c:pt idx="1950">
                  <c:v>1.24166562488944</c:v>
                </c:pt>
                <c:pt idx="1951">
                  <c:v>1.26263601117363</c:v>
                </c:pt>
                <c:pt idx="1952">
                  <c:v>1.25450820906336</c:v>
                </c:pt>
                <c:pt idx="1953">
                  <c:v>1.23489355465486</c:v>
                </c:pt>
                <c:pt idx="1954">
                  <c:v>1.23734974895335</c:v>
                </c:pt>
                <c:pt idx="1955">
                  <c:v>1.24893070919128</c:v>
                </c:pt>
                <c:pt idx="1956">
                  <c:v>1.23627807670107</c:v>
                </c:pt>
                <c:pt idx="1957">
                  <c:v>1.26800454042148</c:v>
                </c:pt>
                <c:pt idx="1958">
                  <c:v>1.23370546527871</c:v>
                </c:pt>
                <c:pt idx="1959">
                  <c:v>1.22283733765953</c:v>
                </c:pt>
                <c:pt idx="1960">
                  <c:v>1.23963319972731</c:v>
                </c:pt>
                <c:pt idx="1961">
                  <c:v>1.23938696844825</c:v>
                </c:pt>
                <c:pt idx="1962">
                  <c:v>1.24289100531318</c:v>
                </c:pt>
                <c:pt idx="1963">
                  <c:v>1.26994254296634</c:v>
                </c:pt>
                <c:pt idx="1964">
                  <c:v>1.24080876896705</c:v>
                </c:pt>
                <c:pt idx="1965">
                  <c:v>1.24638103397407</c:v>
                </c:pt>
                <c:pt idx="1966">
                  <c:v>1.26246250050076</c:v>
                </c:pt>
                <c:pt idx="1967">
                  <c:v>1.23181654547454</c:v>
                </c:pt>
                <c:pt idx="1968">
                  <c:v>1.25661081108584</c:v>
                </c:pt>
                <c:pt idx="1969">
                  <c:v>1.22619895749427</c:v>
                </c:pt>
                <c:pt idx="1970">
                  <c:v>1.22713874987817</c:v>
                </c:pt>
                <c:pt idx="1971">
                  <c:v>1.25307395270182</c:v>
                </c:pt>
                <c:pt idx="1972">
                  <c:v>1.23474690557332</c:v>
                </c:pt>
                <c:pt idx="1973">
                  <c:v>1.23579133229425</c:v>
                </c:pt>
                <c:pt idx="1974">
                  <c:v>1.23657642617665</c:v>
                </c:pt>
                <c:pt idx="1975">
                  <c:v>1.22427609564676</c:v>
                </c:pt>
                <c:pt idx="1976">
                  <c:v>1.21374523586618</c:v>
                </c:pt>
                <c:pt idx="1977">
                  <c:v>1.24880222215828</c:v>
                </c:pt>
                <c:pt idx="1978">
                  <c:v>1.23451568624115</c:v>
                </c:pt>
                <c:pt idx="1979">
                  <c:v>1.22483676653437</c:v>
                </c:pt>
                <c:pt idx="1980">
                  <c:v>1.22652386854051</c:v>
                </c:pt>
                <c:pt idx="1981">
                  <c:v>1.24943895475659</c:v>
                </c:pt>
                <c:pt idx="1982">
                  <c:v>1.23334998562188</c:v>
                </c:pt>
                <c:pt idx="1983">
                  <c:v>1.24960075966641</c:v>
                </c:pt>
                <c:pt idx="1984">
                  <c:v>1.24553332992987</c:v>
                </c:pt>
                <c:pt idx="1985">
                  <c:v>1.23404031383198</c:v>
                </c:pt>
                <c:pt idx="1986">
                  <c:v>1.25358666714783</c:v>
                </c:pt>
                <c:pt idx="1987">
                  <c:v>1.27952187553975</c:v>
                </c:pt>
                <c:pt idx="1988">
                  <c:v>1.24226008891859</c:v>
                </c:pt>
                <c:pt idx="1989">
                  <c:v>1.30450321778972</c:v>
                </c:pt>
                <c:pt idx="1990">
                  <c:v>1.30847690266526</c:v>
                </c:pt>
                <c:pt idx="1991">
                  <c:v>1.24474206395775</c:v>
                </c:pt>
                <c:pt idx="1992">
                  <c:v>1.31472186318825</c:v>
                </c:pt>
                <c:pt idx="1993">
                  <c:v>1.25516456843855</c:v>
                </c:pt>
                <c:pt idx="1994">
                  <c:v>1.24605142827341</c:v>
                </c:pt>
                <c:pt idx="1995">
                  <c:v>1.25361479709563</c:v>
                </c:pt>
                <c:pt idx="1996">
                  <c:v>1.24745781827252</c:v>
                </c:pt>
                <c:pt idx="1997">
                  <c:v>1.27774509332844</c:v>
                </c:pt>
                <c:pt idx="1998">
                  <c:v>1.24155797700965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gcn_loss_mae</c15:sqref>
                        </c15:formulaRef>
                      </c:ext>
                    </c:extLst>
                    <c:strCache>
                      <c:ptCount val="1"/>
                      <c:pt idx="0">
                        <c:v>gcn_loss_mae</c:v>
                      </c:pt>
                    </c:strCache>
                  </c:strRef>
                </c15:tx>
              </c15:filteredSeriesTitle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Sheet1!$A:$A</c:f>
              <c:strCache>
                <c:ptCount val="20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  <c:pt idx="887">
                  <c:v>888</c:v>
                </c:pt>
                <c:pt idx="888">
                  <c:v>889</c:v>
                </c:pt>
                <c:pt idx="889">
                  <c:v>890</c:v>
                </c:pt>
                <c:pt idx="890">
                  <c:v>891</c:v>
                </c:pt>
                <c:pt idx="891">
                  <c:v>892</c:v>
                </c:pt>
                <c:pt idx="892">
                  <c:v>893</c:v>
                </c:pt>
                <c:pt idx="893">
                  <c:v>894</c:v>
                </c:pt>
                <c:pt idx="894">
                  <c:v>895</c:v>
                </c:pt>
                <c:pt idx="895">
                  <c:v>896</c:v>
                </c:pt>
                <c:pt idx="896">
                  <c:v>897</c:v>
                </c:pt>
                <c:pt idx="897">
                  <c:v>898</c:v>
                </c:pt>
                <c:pt idx="898">
                  <c:v>899</c:v>
                </c:pt>
                <c:pt idx="899">
                  <c:v>900</c:v>
                </c:pt>
                <c:pt idx="900">
                  <c:v>901</c:v>
                </c:pt>
                <c:pt idx="901">
                  <c:v>902</c:v>
                </c:pt>
                <c:pt idx="902">
                  <c:v>903</c:v>
                </c:pt>
                <c:pt idx="903">
                  <c:v>904</c:v>
                </c:pt>
                <c:pt idx="904">
                  <c:v>905</c:v>
                </c:pt>
                <c:pt idx="905">
                  <c:v>906</c:v>
                </c:pt>
                <c:pt idx="906">
                  <c:v>907</c:v>
                </c:pt>
                <c:pt idx="907">
                  <c:v>908</c:v>
                </c:pt>
                <c:pt idx="908">
                  <c:v>909</c:v>
                </c:pt>
                <c:pt idx="909">
                  <c:v>910</c:v>
                </c:pt>
                <c:pt idx="910">
                  <c:v>911</c:v>
                </c:pt>
                <c:pt idx="911">
                  <c:v>912</c:v>
                </c:pt>
                <c:pt idx="912">
                  <c:v>913</c:v>
                </c:pt>
                <c:pt idx="913">
                  <c:v>914</c:v>
                </c:pt>
                <c:pt idx="914">
                  <c:v>915</c:v>
                </c:pt>
                <c:pt idx="915">
                  <c:v>916</c:v>
                </c:pt>
                <c:pt idx="916">
                  <c:v>917</c:v>
                </c:pt>
                <c:pt idx="917">
                  <c:v>918</c:v>
                </c:pt>
                <c:pt idx="918">
                  <c:v>919</c:v>
                </c:pt>
                <c:pt idx="919">
                  <c:v>920</c:v>
                </c:pt>
                <c:pt idx="920">
                  <c:v>921</c:v>
                </c:pt>
                <c:pt idx="921">
                  <c:v>922</c:v>
                </c:pt>
                <c:pt idx="922">
                  <c:v>923</c:v>
                </c:pt>
                <c:pt idx="923">
                  <c:v>924</c:v>
                </c:pt>
                <c:pt idx="924">
                  <c:v>925</c:v>
                </c:pt>
                <c:pt idx="925">
                  <c:v>926</c:v>
                </c:pt>
                <c:pt idx="926">
                  <c:v>927</c:v>
                </c:pt>
                <c:pt idx="927">
                  <c:v>928</c:v>
                </c:pt>
                <c:pt idx="928">
                  <c:v>929</c:v>
                </c:pt>
                <c:pt idx="929">
                  <c:v>930</c:v>
                </c:pt>
                <c:pt idx="930">
                  <c:v>931</c:v>
                </c:pt>
                <c:pt idx="931">
                  <c:v>932</c:v>
                </c:pt>
                <c:pt idx="932">
                  <c:v>933</c:v>
                </c:pt>
                <c:pt idx="933">
                  <c:v>934</c:v>
                </c:pt>
                <c:pt idx="934">
                  <c:v>935</c:v>
                </c:pt>
                <c:pt idx="935">
                  <c:v>936</c:v>
                </c:pt>
                <c:pt idx="936">
                  <c:v>937</c:v>
                </c:pt>
                <c:pt idx="937">
                  <c:v>938</c:v>
                </c:pt>
                <c:pt idx="938">
                  <c:v>939</c:v>
                </c:pt>
                <c:pt idx="939">
                  <c:v>940</c:v>
                </c:pt>
                <c:pt idx="940">
                  <c:v>941</c:v>
                </c:pt>
                <c:pt idx="941">
                  <c:v>942</c:v>
                </c:pt>
                <c:pt idx="942">
                  <c:v>943</c:v>
                </c:pt>
                <c:pt idx="943">
                  <c:v>944</c:v>
                </c:pt>
                <c:pt idx="944">
                  <c:v>945</c:v>
                </c:pt>
                <c:pt idx="945">
                  <c:v>946</c:v>
                </c:pt>
                <c:pt idx="946">
                  <c:v>947</c:v>
                </c:pt>
                <c:pt idx="947">
                  <c:v>948</c:v>
                </c:pt>
                <c:pt idx="948">
                  <c:v>949</c:v>
                </c:pt>
                <c:pt idx="949">
                  <c:v>950</c:v>
                </c:pt>
                <c:pt idx="950">
                  <c:v>951</c:v>
                </c:pt>
                <c:pt idx="951">
                  <c:v>952</c:v>
                </c:pt>
                <c:pt idx="952">
                  <c:v>953</c:v>
                </c:pt>
                <c:pt idx="953">
                  <c:v>954</c:v>
                </c:pt>
                <c:pt idx="954">
                  <c:v>955</c:v>
                </c:pt>
                <c:pt idx="955">
                  <c:v>956</c:v>
                </c:pt>
                <c:pt idx="956">
                  <c:v>957</c:v>
                </c:pt>
                <c:pt idx="957">
                  <c:v>958</c:v>
                </c:pt>
                <c:pt idx="958">
                  <c:v>959</c:v>
                </c:pt>
                <c:pt idx="959">
                  <c:v>960</c:v>
                </c:pt>
                <c:pt idx="960">
                  <c:v>961</c:v>
                </c:pt>
                <c:pt idx="961">
                  <c:v>962</c:v>
                </c:pt>
                <c:pt idx="962">
                  <c:v>963</c:v>
                </c:pt>
                <c:pt idx="963">
                  <c:v>964</c:v>
                </c:pt>
                <c:pt idx="964">
                  <c:v>965</c:v>
                </c:pt>
                <c:pt idx="965">
                  <c:v>966</c:v>
                </c:pt>
                <c:pt idx="966">
                  <c:v>967</c:v>
                </c:pt>
                <c:pt idx="967">
                  <c:v>968</c:v>
                </c:pt>
                <c:pt idx="968">
                  <c:v>969</c:v>
                </c:pt>
                <c:pt idx="969">
                  <c:v>970</c:v>
                </c:pt>
                <c:pt idx="970">
                  <c:v>971</c:v>
                </c:pt>
                <c:pt idx="971">
                  <c:v>972</c:v>
                </c:pt>
                <c:pt idx="972">
                  <c:v>973</c:v>
                </c:pt>
                <c:pt idx="973">
                  <c:v>974</c:v>
                </c:pt>
                <c:pt idx="974">
                  <c:v>975</c:v>
                </c:pt>
                <c:pt idx="975">
                  <c:v>976</c:v>
                </c:pt>
                <c:pt idx="976">
                  <c:v>977</c:v>
                </c:pt>
                <c:pt idx="977">
                  <c:v>978</c:v>
                </c:pt>
                <c:pt idx="978">
                  <c:v>979</c:v>
                </c:pt>
                <c:pt idx="979">
                  <c:v>980</c:v>
                </c:pt>
                <c:pt idx="980">
                  <c:v>981</c:v>
                </c:pt>
                <c:pt idx="981">
                  <c:v>982</c:v>
                </c:pt>
                <c:pt idx="982">
                  <c:v>983</c:v>
                </c:pt>
                <c:pt idx="983">
                  <c:v>984</c:v>
                </c:pt>
                <c:pt idx="984">
                  <c:v>985</c:v>
                </c:pt>
                <c:pt idx="985">
                  <c:v>986</c:v>
                </c:pt>
                <c:pt idx="986">
                  <c:v>987</c:v>
                </c:pt>
                <c:pt idx="987">
                  <c:v>988</c:v>
                </c:pt>
                <c:pt idx="988">
                  <c:v>989</c:v>
                </c:pt>
                <c:pt idx="989">
                  <c:v>990</c:v>
                </c:pt>
                <c:pt idx="990">
                  <c:v>991</c:v>
                </c:pt>
                <c:pt idx="991">
                  <c:v>992</c:v>
                </c:pt>
                <c:pt idx="992">
                  <c:v>993</c:v>
                </c:pt>
                <c:pt idx="993">
                  <c:v>994</c:v>
                </c:pt>
                <c:pt idx="994">
                  <c:v>995</c:v>
                </c:pt>
                <c:pt idx="995">
                  <c:v>996</c:v>
                </c:pt>
                <c:pt idx="996">
                  <c:v>997</c:v>
                </c:pt>
                <c:pt idx="997">
                  <c:v>998</c:v>
                </c:pt>
                <c:pt idx="998">
                  <c:v>999</c:v>
                </c:pt>
                <c:pt idx="999">
                  <c:v>1000</c:v>
                </c:pt>
                <c:pt idx="1000">
                  <c:v>1001</c:v>
                </c:pt>
                <c:pt idx="1001">
                  <c:v>1002</c:v>
                </c:pt>
                <c:pt idx="1002">
                  <c:v>1003</c:v>
                </c:pt>
                <c:pt idx="1003">
                  <c:v>1004</c:v>
                </c:pt>
                <c:pt idx="1004">
                  <c:v>1005</c:v>
                </c:pt>
                <c:pt idx="1005">
                  <c:v>1006</c:v>
                </c:pt>
                <c:pt idx="1006">
                  <c:v>1007</c:v>
                </c:pt>
                <c:pt idx="1007">
                  <c:v>1008</c:v>
                </c:pt>
                <c:pt idx="1008">
                  <c:v>1009</c:v>
                </c:pt>
                <c:pt idx="1009">
                  <c:v>1010</c:v>
                </c:pt>
                <c:pt idx="1010">
                  <c:v>1011</c:v>
                </c:pt>
                <c:pt idx="1011">
                  <c:v>1012</c:v>
                </c:pt>
                <c:pt idx="1012">
                  <c:v>1013</c:v>
                </c:pt>
                <c:pt idx="1013">
                  <c:v>1014</c:v>
                </c:pt>
                <c:pt idx="1014">
                  <c:v>1015</c:v>
                </c:pt>
                <c:pt idx="1015">
                  <c:v>1016</c:v>
                </c:pt>
                <c:pt idx="1016">
                  <c:v>1017</c:v>
                </c:pt>
                <c:pt idx="1017">
                  <c:v>1018</c:v>
                </c:pt>
                <c:pt idx="1018">
                  <c:v>1019</c:v>
                </c:pt>
                <c:pt idx="1019">
                  <c:v>1020</c:v>
                </c:pt>
                <c:pt idx="1020">
                  <c:v>1021</c:v>
                </c:pt>
                <c:pt idx="1021">
                  <c:v>1022</c:v>
                </c:pt>
                <c:pt idx="1022">
                  <c:v>1023</c:v>
                </c:pt>
                <c:pt idx="1023">
                  <c:v>1024</c:v>
                </c:pt>
                <c:pt idx="1024">
                  <c:v>1025</c:v>
                </c:pt>
                <c:pt idx="1025">
                  <c:v>1026</c:v>
                </c:pt>
                <c:pt idx="1026">
                  <c:v>1027</c:v>
                </c:pt>
                <c:pt idx="1027">
                  <c:v>1028</c:v>
                </c:pt>
                <c:pt idx="1028">
                  <c:v>1029</c:v>
                </c:pt>
                <c:pt idx="1029">
                  <c:v>1030</c:v>
                </c:pt>
                <c:pt idx="1030">
                  <c:v>1031</c:v>
                </c:pt>
                <c:pt idx="1031">
                  <c:v>1032</c:v>
                </c:pt>
                <c:pt idx="1032">
                  <c:v>1033</c:v>
                </c:pt>
                <c:pt idx="1033">
                  <c:v>1034</c:v>
                </c:pt>
                <c:pt idx="1034">
                  <c:v>1035</c:v>
                </c:pt>
                <c:pt idx="1035">
                  <c:v>1036</c:v>
                </c:pt>
                <c:pt idx="1036">
                  <c:v>1037</c:v>
                </c:pt>
                <c:pt idx="1037">
                  <c:v>1038</c:v>
                </c:pt>
                <c:pt idx="1038">
                  <c:v>1039</c:v>
                </c:pt>
                <c:pt idx="1039">
                  <c:v>1040</c:v>
                </c:pt>
                <c:pt idx="1040">
                  <c:v>1041</c:v>
                </c:pt>
                <c:pt idx="1041">
                  <c:v>1042</c:v>
                </c:pt>
                <c:pt idx="1042">
                  <c:v>1043</c:v>
                </c:pt>
                <c:pt idx="1043">
                  <c:v>1044</c:v>
                </c:pt>
                <c:pt idx="1044">
                  <c:v>1045</c:v>
                </c:pt>
                <c:pt idx="1045">
                  <c:v>1046</c:v>
                </c:pt>
                <c:pt idx="1046">
                  <c:v>1047</c:v>
                </c:pt>
                <c:pt idx="1047">
                  <c:v>1048</c:v>
                </c:pt>
                <c:pt idx="1048">
                  <c:v>1049</c:v>
                </c:pt>
                <c:pt idx="1049">
                  <c:v>1050</c:v>
                </c:pt>
                <c:pt idx="1050">
                  <c:v>1051</c:v>
                </c:pt>
                <c:pt idx="1051">
                  <c:v>1052</c:v>
                </c:pt>
                <c:pt idx="1052">
                  <c:v>1053</c:v>
                </c:pt>
                <c:pt idx="1053">
                  <c:v>1054</c:v>
                </c:pt>
                <c:pt idx="1054">
                  <c:v>1055</c:v>
                </c:pt>
                <c:pt idx="1055">
                  <c:v>1056</c:v>
                </c:pt>
                <c:pt idx="1056">
                  <c:v>1057</c:v>
                </c:pt>
                <c:pt idx="1057">
                  <c:v>1058</c:v>
                </c:pt>
                <c:pt idx="1058">
                  <c:v>1059</c:v>
                </c:pt>
                <c:pt idx="1059">
                  <c:v>1060</c:v>
                </c:pt>
                <c:pt idx="1060">
                  <c:v>1061</c:v>
                </c:pt>
                <c:pt idx="1061">
                  <c:v>1062</c:v>
                </c:pt>
                <c:pt idx="1062">
                  <c:v>1063</c:v>
                </c:pt>
                <c:pt idx="1063">
                  <c:v>1064</c:v>
                </c:pt>
                <c:pt idx="1064">
                  <c:v>1065</c:v>
                </c:pt>
                <c:pt idx="1065">
                  <c:v>1066</c:v>
                </c:pt>
                <c:pt idx="1066">
                  <c:v>1067</c:v>
                </c:pt>
                <c:pt idx="1067">
                  <c:v>1068</c:v>
                </c:pt>
                <c:pt idx="1068">
                  <c:v>1069</c:v>
                </c:pt>
                <c:pt idx="1069">
                  <c:v>1070</c:v>
                </c:pt>
                <c:pt idx="1070">
                  <c:v>1071</c:v>
                </c:pt>
                <c:pt idx="1071">
                  <c:v>1072</c:v>
                </c:pt>
                <c:pt idx="1072">
                  <c:v>1073</c:v>
                </c:pt>
                <c:pt idx="1073">
                  <c:v>1074</c:v>
                </c:pt>
                <c:pt idx="1074">
                  <c:v>1075</c:v>
                </c:pt>
                <c:pt idx="1075">
                  <c:v>1076</c:v>
                </c:pt>
                <c:pt idx="1076">
                  <c:v>1077</c:v>
                </c:pt>
                <c:pt idx="1077">
                  <c:v>1078</c:v>
                </c:pt>
                <c:pt idx="1078">
                  <c:v>1079</c:v>
                </c:pt>
                <c:pt idx="1079">
                  <c:v>1080</c:v>
                </c:pt>
                <c:pt idx="1080">
                  <c:v>1081</c:v>
                </c:pt>
                <c:pt idx="1081">
                  <c:v>1082</c:v>
                </c:pt>
                <c:pt idx="1082">
                  <c:v>1083</c:v>
                </c:pt>
                <c:pt idx="1083">
                  <c:v>1084</c:v>
                </c:pt>
                <c:pt idx="1084">
                  <c:v>1085</c:v>
                </c:pt>
                <c:pt idx="1085">
                  <c:v>1086</c:v>
                </c:pt>
                <c:pt idx="1086">
                  <c:v>1087</c:v>
                </c:pt>
                <c:pt idx="1087">
                  <c:v>1088</c:v>
                </c:pt>
                <c:pt idx="1088">
                  <c:v>1089</c:v>
                </c:pt>
                <c:pt idx="1089">
                  <c:v>1090</c:v>
                </c:pt>
                <c:pt idx="1090">
                  <c:v>1091</c:v>
                </c:pt>
                <c:pt idx="1091">
                  <c:v>1092</c:v>
                </c:pt>
                <c:pt idx="1092">
                  <c:v>1093</c:v>
                </c:pt>
                <c:pt idx="1093">
                  <c:v>1094</c:v>
                </c:pt>
                <c:pt idx="1094">
                  <c:v>1095</c:v>
                </c:pt>
                <c:pt idx="1095">
                  <c:v>1096</c:v>
                </c:pt>
                <c:pt idx="1096">
                  <c:v>1097</c:v>
                </c:pt>
                <c:pt idx="1097">
                  <c:v>1098</c:v>
                </c:pt>
                <c:pt idx="1098">
                  <c:v>1099</c:v>
                </c:pt>
                <c:pt idx="1099">
                  <c:v>1100</c:v>
                </c:pt>
                <c:pt idx="1100">
                  <c:v>1101</c:v>
                </c:pt>
                <c:pt idx="1101">
                  <c:v>1102</c:v>
                </c:pt>
                <c:pt idx="1102">
                  <c:v>1103</c:v>
                </c:pt>
                <c:pt idx="1103">
                  <c:v>1104</c:v>
                </c:pt>
                <c:pt idx="1104">
                  <c:v>1105</c:v>
                </c:pt>
                <c:pt idx="1105">
                  <c:v>1106</c:v>
                </c:pt>
                <c:pt idx="1106">
                  <c:v>1107</c:v>
                </c:pt>
                <c:pt idx="1107">
                  <c:v>1108</c:v>
                </c:pt>
                <c:pt idx="1108">
                  <c:v>1109</c:v>
                </c:pt>
                <c:pt idx="1109">
                  <c:v>1110</c:v>
                </c:pt>
                <c:pt idx="1110">
                  <c:v>1111</c:v>
                </c:pt>
                <c:pt idx="1111">
                  <c:v>1112</c:v>
                </c:pt>
                <c:pt idx="1112">
                  <c:v>1113</c:v>
                </c:pt>
                <c:pt idx="1113">
                  <c:v>1114</c:v>
                </c:pt>
                <c:pt idx="1114">
                  <c:v>1115</c:v>
                </c:pt>
                <c:pt idx="1115">
                  <c:v>1116</c:v>
                </c:pt>
                <c:pt idx="1116">
                  <c:v>1117</c:v>
                </c:pt>
                <c:pt idx="1117">
                  <c:v>1118</c:v>
                </c:pt>
                <c:pt idx="1118">
                  <c:v>1119</c:v>
                </c:pt>
                <c:pt idx="1119">
                  <c:v>1120</c:v>
                </c:pt>
                <c:pt idx="1120">
                  <c:v>1121</c:v>
                </c:pt>
                <c:pt idx="1121">
                  <c:v>1122</c:v>
                </c:pt>
                <c:pt idx="1122">
                  <c:v>1123</c:v>
                </c:pt>
                <c:pt idx="1123">
                  <c:v>1124</c:v>
                </c:pt>
                <c:pt idx="1124">
                  <c:v>1125</c:v>
                </c:pt>
                <c:pt idx="1125">
                  <c:v>1126</c:v>
                </c:pt>
                <c:pt idx="1126">
                  <c:v>1127</c:v>
                </c:pt>
                <c:pt idx="1127">
                  <c:v>1128</c:v>
                </c:pt>
                <c:pt idx="1128">
                  <c:v>1129</c:v>
                </c:pt>
                <c:pt idx="1129">
                  <c:v>1130</c:v>
                </c:pt>
                <c:pt idx="1130">
                  <c:v>1131</c:v>
                </c:pt>
                <c:pt idx="1131">
                  <c:v>1132</c:v>
                </c:pt>
                <c:pt idx="1132">
                  <c:v>1133</c:v>
                </c:pt>
                <c:pt idx="1133">
                  <c:v>1134</c:v>
                </c:pt>
                <c:pt idx="1134">
                  <c:v>1135</c:v>
                </c:pt>
                <c:pt idx="1135">
                  <c:v>1136</c:v>
                </c:pt>
                <c:pt idx="1136">
                  <c:v>1137</c:v>
                </c:pt>
                <c:pt idx="1137">
                  <c:v>1138</c:v>
                </c:pt>
                <c:pt idx="1138">
                  <c:v>1139</c:v>
                </c:pt>
                <c:pt idx="1139">
                  <c:v>1140</c:v>
                </c:pt>
                <c:pt idx="1140">
                  <c:v>1141</c:v>
                </c:pt>
                <c:pt idx="1141">
                  <c:v>1142</c:v>
                </c:pt>
                <c:pt idx="1142">
                  <c:v>1143</c:v>
                </c:pt>
                <c:pt idx="1143">
                  <c:v>1144</c:v>
                </c:pt>
                <c:pt idx="1144">
                  <c:v>1145</c:v>
                </c:pt>
                <c:pt idx="1145">
                  <c:v>1146</c:v>
                </c:pt>
                <c:pt idx="1146">
                  <c:v>1147</c:v>
                </c:pt>
                <c:pt idx="1147">
                  <c:v>1148</c:v>
                </c:pt>
                <c:pt idx="1148">
                  <c:v>1149</c:v>
                </c:pt>
                <c:pt idx="1149">
                  <c:v>1150</c:v>
                </c:pt>
                <c:pt idx="1150">
                  <c:v>1151</c:v>
                </c:pt>
                <c:pt idx="1151">
                  <c:v>1152</c:v>
                </c:pt>
                <c:pt idx="1152">
                  <c:v>1153</c:v>
                </c:pt>
                <c:pt idx="1153">
                  <c:v>1154</c:v>
                </c:pt>
                <c:pt idx="1154">
                  <c:v>1155</c:v>
                </c:pt>
                <c:pt idx="1155">
                  <c:v>1156</c:v>
                </c:pt>
                <c:pt idx="1156">
                  <c:v>1157</c:v>
                </c:pt>
                <c:pt idx="1157">
                  <c:v>1158</c:v>
                </c:pt>
                <c:pt idx="1158">
                  <c:v>1159</c:v>
                </c:pt>
                <c:pt idx="1159">
                  <c:v>1160</c:v>
                </c:pt>
                <c:pt idx="1160">
                  <c:v>1161</c:v>
                </c:pt>
                <c:pt idx="1161">
                  <c:v>1162</c:v>
                </c:pt>
                <c:pt idx="1162">
                  <c:v>1163</c:v>
                </c:pt>
                <c:pt idx="1163">
                  <c:v>1164</c:v>
                </c:pt>
                <c:pt idx="1164">
                  <c:v>1165</c:v>
                </c:pt>
                <c:pt idx="1165">
                  <c:v>1166</c:v>
                </c:pt>
                <c:pt idx="1166">
                  <c:v>1167</c:v>
                </c:pt>
                <c:pt idx="1167">
                  <c:v>1168</c:v>
                </c:pt>
                <c:pt idx="1168">
                  <c:v>1169</c:v>
                </c:pt>
                <c:pt idx="1169">
                  <c:v>1170</c:v>
                </c:pt>
                <c:pt idx="1170">
                  <c:v>1171</c:v>
                </c:pt>
                <c:pt idx="1171">
                  <c:v>1172</c:v>
                </c:pt>
                <c:pt idx="1172">
                  <c:v>1173</c:v>
                </c:pt>
                <c:pt idx="1173">
                  <c:v>1174</c:v>
                </c:pt>
                <c:pt idx="1174">
                  <c:v>1175</c:v>
                </c:pt>
                <c:pt idx="1175">
                  <c:v>1176</c:v>
                </c:pt>
                <c:pt idx="1176">
                  <c:v>1177</c:v>
                </c:pt>
                <c:pt idx="1177">
                  <c:v>1178</c:v>
                </c:pt>
                <c:pt idx="1178">
                  <c:v>1179</c:v>
                </c:pt>
                <c:pt idx="1179">
                  <c:v>1180</c:v>
                </c:pt>
                <c:pt idx="1180">
                  <c:v>1181</c:v>
                </c:pt>
                <c:pt idx="1181">
                  <c:v>1182</c:v>
                </c:pt>
                <c:pt idx="1182">
                  <c:v>1183</c:v>
                </c:pt>
                <c:pt idx="1183">
                  <c:v>1184</c:v>
                </c:pt>
                <c:pt idx="1184">
                  <c:v>1185</c:v>
                </c:pt>
                <c:pt idx="1185">
                  <c:v>1186</c:v>
                </c:pt>
                <c:pt idx="1186">
                  <c:v>1187</c:v>
                </c:pt>
                <c:pt idx="1187">
                  <c:v>1188</c:v>
                </c:pt>
                <c:pt idx="1188">
                  <c:v>1189</c:v>
                </c:pt>
                <c:pt idx="1189">
                  <c:v>1190</c:v>
                </c:pt>
                <c:pt idx="1190">
                  <c:v>1191</c:v>
                </c:pt>
                <c:pt idx="1191">
                  <c:v>1192</c:v>
                </c:pt>
                <c:pt idx="1192">
                  <c:v>1193</c:v>
                </c:pt>
                <c:pt idx="1193">
                  <c:v>1194</c:v>
                </c:pt>
                <c:pt idx="1194">
                  <c:v>1195</c:v>
                </c:pt>
                <c:pt idx="1195">
                  <c:v>1196</c:v>
                </c:pt>
                <c:pt idx="1196">
                  <c:v>1197</c:v>
                </c:pt>
                <c:pt idx="1197">
                  <c:v>1198</c:v>
                </c:pt>
                <c:pt idx="1198">
                  <c:v>1199</c:v>
                </c:pt>
                <c:pt idx="1199">
                  <c:v>1200</c:v>
                </c:pt>
                <c:pt idx="1200">
                  <c:v>1201</c:v>
                </c:pt>
                <c:pt idx="1201">
                  <c:v>1202</c:v>
                </c:pt>
                <c:pt idx="1202">
                  <c:v>1203</c:v>
                </c:pt>
                <c:pt idx="1203">
                  <c:v>1204</c:v>
                </c:pt>
                <c:pt idx="1204">
                  <c:v>1205</c:v>
                </c:pt>
                <c:pt idx="1205">
                  <c:v>1206</c:v>
                </c:pt>
                <c:pt idx="1206">
                  <c:v>1207</c:v>
                </c:pt>
                <c:pt idx="1207">
                  <c:v>1208</c:v>
                </c:pt>
                <c:pt idx="1208">
                  <c:v>1209</c:v>
                </c:pt>
                <c:pt idx="1209">
                  <c:v>1210</c:v>
                </c:pt>
                <c:pt idx="1210">
                  <c:v>1211</c:v>
                </c:pt>
                <c:pt idx="1211">
                  <c:v>1212</c:v>
                </c:pt>
                <c:pt idx="1212">
                  <c:v>1213</c:v>
                </c:pt>
                <c:pt idx="1213">
                  <c:v>1214</c:v>
                </c:pt>
                <c:pt idx="1214">
                  <c:v>1215</c:v>
                </c:pt>
                <c:pt idx="1215">
                  <c:v>1216</c:v>
                </c:pt>
                <c:pt idx="1216">
                  <c:v>1217</c:v>
                </c:pt>
                <c:pt idx="1217">
                  <c:v>1218</c:v>
                </c:pt>
                <c:pt idx="1218">
                  <c:v>1219</c:v>
                </c:pt>
                <c:pt idx="1219">
                  <c:v>1220</c:v>
                </c:pt>
                <c:pt idx="1220">
                  <c:v>1221</c:v>
                </c:pt>
                <c:pt idx="1221">
                  <c:v>1222</c:v>
                </c:pt>
                <c:pt idx="1222">
                  <c:v>1223</c:v>
                </c:pt>
                <c:pt idx="1223">
                  <c:v>1224</c:v>
                </c:pt>
                <c:pt idx="1224">
                  <c:v>1225</c:v>
                </c:pt>
                <c:pt idx="1225">
                  <c:v>1226</c:v>
                </c:pt>
                <c:pt idx="1226">
                  <c:v>1227</c:v>
                </c:pt>
                <c:pt idx="1227">
                  <c:v>1228</c:v>
                </c:pt>
                <c:pt idx="1228">
                  <c:v>1229</c:v>
                </c:pt>
                <c:pt idx="1229">
                  <c:v>1230</c:v>
                </c:pt>
                <c:pt idx="1230">
                  <c:v>1231</c:v>
                </c:pt>
                <c:pt idx="1231">
                  <c:v>1232</c:v>
                </c:pt>
                <c:pt idx="1232">
                  <c:v>1233</c:v>
                </c:pt>
                <c:pt idx="1233">
                  <c:v>1234</c:v>
                </c:pt>
                <c:pt idx="1234">
                  <c:v>1235</c:v>
                </c:pt>
                <c:pt idx="1235">
                  <c:v>1236</c:v>
                </c:pt>
                <c:pt idx="1236">
                  <c:v>1237</c:v>
                </c:pt>
                <c:pt idx="1237">
                  <c:v>1238</c:v>
                </c:pt>
                <c:pt idx="1238">
                  <c:v>1239</c:v>
                </c:pt>
                <c:pt idx="1239">
                  <c:v>1240</c:v>
                </c:pt>
                <c:pt idx="1240">
                  <c:v>1241</c:v>
                </c:pt>
                <c:pt idx="1241">
                  <c:v>1242</c:v>
                </c:pt>
                <c:pt idx="1242">
                  <c:v>1243</c:v>
                </c:pt>
                <c:pt idx="1243">
                  <c:v>1244</c:v>
                </c:pt>
                <c:pt idx="1244">
                  <c:v>1245</c:v>
                </c:pt>
                <c:pt idx="1245">
                  <c:v>1246</c:v>
                </c:pt>
                <c:pt idx="1246">
                  <c:v>1247</c:v>
                </c:pt>
                <c:pt idx="1247">
                  <c:v>1248</c:v>
                </c:pt>
                <c:pt idx="1248">
                  <c:v>1249</c:v>
                </c:pt>
                <c:pt idx="1249">
                  <c:v>1250</c:v>
                </c:pt>
                <c:pt idx="1250">
                  <c:v>1251</c:v>
                </c:pt>
                <c:pt idx="1251">
                  <c:v>1252</c:v>
                </c:pt>
                <c:pt idx="1252">
                  <c:v>1253</c:v>
                </c:pt>
                <c:pt idx="1253">
                  <c:v>1254</c:v>
                </c:pt>
                <c:pt idx="1254">
                  <c:v>1255</c:v>
                </c:pt>
                <c:pt idx="1255">
                  <c:v>1256</c:v>
                </c:pt>
                <c:pt idx="1256">
                  <c:v>1257</c:v>
                </c:pt>
                <c:pt idx="1257">
                  <c:v>1258</c:v>
                </c:pt>
                <c:pt idx="1258">
                  <c:v>1259</c:v>
                </c:pt>
                <c:pt idx="1259">
                  <c:v>1260</c:v>
                </c:pt>
                <c:pt idx="1260">
                  <c:v>1261</c:v>
                </c:pt>
                <c:pt idx="1261">
                  <c:v>1262</c:v>
                </c:pt>
                <c:pt idx="1262">
                  <c:v>1263</c:v>
                </c:pt>
                <c:pt idx="1263">
                  <c:v>1264</c:v>
                </c:pt>
                <c:pt idx="1264">
                  <c:v>1265</c:v>
                </c:pt>
                <c:pt idx="1265">
                  <c:v>1266</c:v>
                </c:pt>
                <c:pt idx="1266">
                  <c:v>1267</c:v>
                </c:pt>
                <c:pt idx="1267">
                  <c:v>1268</c:v>
                </c:pt>
                <c:pt idx="1268">
                  <c:v>1269</c:v>
                </c:pt>
                <c:pt idx="1269">
                  <c:v>1270</c:v>
                </c:pt>
                <c:pt idx="1270">
                  <c:v>1271</c:v>
                </c:pt>
                <c:pt idx="1271">
                  <c:v>1272</c:v>
                </c:pt>
                <c:pt idx="1272">
                  <c:v>1273</c:v>
                </c:pt>
                <c:pt idx="1273">
                  <c:v>1274</c:v>
                </c:pt>
                <c:pt idx="1274">
                  <c:v>1275</c:v>
                </c:pt>
                <c:pt idx="1275">
                  <c:v>1276</c:v>
                </c:pt>
                <c:pt idx="1276">
                  <c:v>1277</c:v>
                </c:pt>
                <c:pt idx="1277">
                  <c:v>1278</c:v>
                </c:pt>
                <c:pt idx="1278">
                  <c:v>1279</c:v>
                </c:pt>
                <c:pt idx="1279">
                  <c:v>1280</c:v>
                </c:pt>
                <c:pt idx="1280">
                  <c:v>1281</c:v>
                </c:pt>
                <c:pt idx="1281">
                  <c:v>1282</c:v>
                </c:pt>
                <c:pt idx="1282">
                  <c:v>1283</c:v>
                </c:pt>
                <c:pt idx="1283">
                  <c:v>1284</c:v>
                </c:pt>
                <c:pt idx="1284">
                  <c:v>1285</c:v>
                </c:pt>
                <c:pt idx="1285">
                  <c:v>1286</c:v>
                </c:pt>
                <c:pt idx="1286">
                  <c:v>1287</c:v>
                </c:pt>
                <c:pt idx="1287">
                  <c:v>1288</c:v>
                </c:pt>
                <c:pt idx="1288">
                  <c:v>1289</c:v>
                </c:pt>
                <c:pt idx="1289">
                  <c:v>1290</c:v>
                </c:pt>
                <c:pt idx="1290">
                  <c:v>1291</c:v>
                </c:pt>
                <c:pt idx="1291">
                  <c:v>1292</c:v>
                </c:pt>
                <c:pt idx="1292">
                  <c:v>1293</c:v>
                </c:pt>
                <c:pt idx="1293">
                  <c:v>1294</c:v>
                </c:pt>
                <c:pt idx="1294">
                  <c:v>1295</c:v>
                </c:pt>
                <c:pt idx="1295">
                  <c:v>1296</c:v>
                </c:pt>
                <c:pt idx="1296">
                  <c:v>1297</c:v>
                </c:pt>
                <c:pt idx="1297">
                  <c:v>1298</c:v>
                </c:pt>
                <c:pt idx="1298">
                  <c:v>1299</c:v>
                </c:pt>
                <c:pt idx="1299">
                  <c:v>1300</c:v>
                </c:pt>
                <c:pt idx="1300">
                  <c:v>1301</c:v>
                </c:pt>
                <c:pt idx="1301">
                  <c:v>1302</c:v>
                </c:pt>
                <c:pt idx="1302">
                  <c:v>1303</c:v>
                </c:pt>
                <c:pt idx="1303">
                  <c:v>1304</c:v>
                </c:pt>
                <c:pt idx="1304">
                  <c:v>1305</c:v>
                </c:pt>
                <c:pt idx="1305">
                  <c:v>1306</c:v>
                </c:pt>
                <c:pt idx="1306">
                  <c:v>1307</c:v>
                </c:pt>
                <c:pt idx="1307">
                  <c:v>1308</c:v>
                </c:pt>
                <c:pt idx="1308">
                  <c:v>1309</c:v>
                </c:pt>
                <c:pt idx="1309">
                  <c:v>1310</c:v>
                </c:pt>
                <c:pt idx="1310">
                  <c:v>1311</c:v>
                </c:pt>
                <c:pt idx="1311">
                  <c:v>1312</c:v>
                </c:pt>
                <c:pt idx="1312">
                  <c:v>1313</c:v>
                </c:pt>
                <c:pt idx="1313">
                  <c:v>1314</c:v>
                </c:pt>
                <c:pt idx="1314">
                  <c:v>1315</c:v>
                </c:pt>
                <c:pt idx="1315">
                  <c:v>1316</c:v>
                </c:pt>
                <c:pt idx="1316">
                  <c:v>1317</c:v>
                </c:pt>
                <c:pt idx="1317">
                  <c:v>1318</c:v>
                </c:pt>
                <c:pt idx="1318">
                  <c:v>1319</c:v>
                </c:pt>
                <c:pt idx="1319">
                  <c:v>1320</c:v>
                </c:pt>
                <c:pt idx="1320">
                  <c:v>1321</c:v>
                </c:pt>
                <c:pt idx="1321">
                  <c:v>1322</c:v>
                </c:pt>
                <c:pt idx="1322">
                  <c:v>1323</c:v>
                </c:pt>
                <c:pt idx="1323">
                  <c:v>1324</c:v>
                </c:pt>
                <c:pt idx="1324">
                  <c:v>1325</c:v>
                </c:pt>
                <c:pt idx="1325">
                  <c:v>1326</c:v>
                </c:pt>
                <c:pt idx="1326">
                  <c:v>1327</c:v>
                </c:pt>
                <c:pt idx="1327">
                  <c:v>1328</c:v>
                </c:pt>
                <c:pt idx="1328">
                  <c:v>1329</c:v>
                </c:pt>
                <c:pt idx="1329">
                  <c:v>1330</c:v>
                </c:pt>
                <c:pt idx="1330">
                  <c:v>1331</c:v>
                </c:pt>
                <c:pt idx="1331">
                  <c:v>1332</c:v>
                </c:pt>
                <c:pt idx="1332">
                  <c:v>1333</c:v>
                </c:pt>
                <c:pt idx="1333">
                  <c:v>1334</c:v>
                </c:pt>
                <c:pt idx="1334">
                  <c:v>1335</c:v>
                </c:pt>
                <c:pt idx="1335">
                  <c:v>1336</c:v>
                </c:pt>
                <c:pt idx="1336">
                  <c:v>1337</c:v>
                </c:pt>
                <c:pt idx="1337">
                  <c:v>1338</c:v>
                </c:pt>
                <c:pt idx="1338">
                  <c:v>1339</c:v>
                </c:pt>
                <c:pt idx="1339">
                  <c:v>1340</c:v>
                </c:pt>
                <c:pt idx="1340">
                  <c:v>1341</c:v>
                </c:pt>
                <c:pt idx="1341">
                  <c:v>1342</c:v>
                </c:pt>
                <c:pt idx="1342">
                  <c:v>1343</c:v>
                </c:pt>
                <c:pt idx="1343">
                  <c:v>1344</c:v>
                </c:pt>
                <c:pt idx="1344">
                  <c:v>1345</c:v>
                </c:pt>
                <c:pt idx="1345">
                  <c:v>1346</c:v>
                </c:pt>
                <c:pt idx="1346">
                  <c:v>1347</c:v>
                </c:pt>
                <c:pt idx="1347">
                  <c:v>1348</c:v>
                </c:pt>
                <c:pt idx="1348">
                  <c:v>1349</c:v>
                </c:pt>
                <c:pt idx="1349">
                  <c:v>1350</c:v>
                </c:pt>
                <c:pt idx="1350">
                  <c:v>1351</c:v>
                </c:pt>
                <c:pt idx="1351">
                  <c:v>1352</c:v>
                </c:pt>
                <c:pt idx="1352">
                  <c:v>1353</c:v>
                </c:pt>
                <c:pt idx="1353">
                  <c:v>1354</c:v>
                </c:pt>
                <c:pt idx="1354">
                  <c:v>1355</c:v>
                </c:pt>
                <c:pt idx="1355">
                  <c:v>1356</c:v>
                </c:pt>
                <c:pt idx="1356">
                  <c:v>1357</c:v>
                </c:pt>
                <c:pt idx="1357">
                  <c:v>1358</c:v>
                </c:pt>
                <c:pt idx="1358">
                  <c:v>1359</c:v>
                </c:pt>
                <c:pt idx="1359">
                  <c:v>1360</c:v>
                </c:pt>
                <c:pt idx="1360">
                  <c:v>1361</c:v>
                </c:pt>
                <c:pt idx="1361">
                  <c:v>1362</c:v>
                </c:pt>
                <c:pt idx="1362">
                  <c:v>1363</c:v>
                </c:pt>
                <c:pt idx="1363">
                  <c:v>1364</c:v>
                </c:pt>
                <c:pt idx="1364">
                  <c:v>1365</c:v>
                </c:pt>
                <c:pt idx="1365">
                  <c:v>1366</c:v>
                </c:pt>
                <c:pt idx="1366">
                  <c:v>1367</c:v>
                </c:pt>
                <c:pt idx="1367">
                  <c:v>1368</c:v>
                </c:pt>
                <c:pt idx="1368">
                  <c:v>1369</c:v>
                </c:pt>
                <c:pt idx="1369">
                  <c:v>1370</c:v>
                </c:pt>
                <c:pt idx="1370">
                  <c:v>1371</c:v>
                </c:pt>
                <c:pt idx="1371">
                  <c:v>1372</c:v>
                </c:pt>
                <c:pt idx="1372">
                  <c:v>1373</c:v>
                </c:pt>
                <c:pt idx="1373">
                  <c:v>1374</c:v>
                </c:pt>
                <c:pt idx="1374">
                  <c:v>1375</c:v>
                </c:pt>
                <c:pt idx="1375">
                  <c:v>1376</c:v>
                </c:pt>
                <c:pt idx="1376">
                  <c:v>1377</c:v>
                </c:pt>
                <c:pt idx="1377">
                  <c:v>1378</c:v>
                </c:pt>
                <c:pt idx="1378">
                  <c:v>1379</c:v>
                </c:pt>
                <c:pt idx="1379">
                  <c:v>1380</c:v>
                </c:pt>
                <c:pt idx="1380">
                  <c:v>1381</c:v>
                </c:pt>
                <c:pt idx="1381">
                  <c:v>1382</c:v>
                </c:pt>
                <c:pt idx="1382">
                  <c:v>1383</c:v>
                </c:pt>
                <c:pt idx="1383">
                  <c:v>1384</c:v>
                </c:pt>
                <c:pt idx="1384">
                  <c:v>1385</c:v>
                </c:pt>
                <c:pt idx="1385">
                  <c:v>1386</c:v>
                </c:pt>
                <c:pt idx="1386">
                  <c:v>1387</c:v>
                </c:pt>
                <c:pt idx="1387">
                  <c:v>1388</c:v>
                </c:pt>
                <c:pt idx="1388">
                  <c:v>1389</c:v>
                </c:pt>
                <c:pt idx="1389">
                  <c:v>1390</c:v>
                </c:pt>
                <c:pt idx="1390">
                  <c:v>1391</c:v>
                </c:pt>
                <c:pt idx="1391">
                  <c:v>1392</c:v>
                </c:pt>
                <c:pt idx="1392">
                  <c:v>1393</c:v>
                </c:pt>
                <c:pt idx="1393">
                  <c:v>1394</c:v>
                </c:pt>
                <c:pt idx="1394">
                  <c:v>1395</c:v>
                </c:pt>
                <c:pt idx="1395">
                  <c:v>1396</c:v>
                </c:pt>
                <c:pt idx="1396">
                  <c:v>1397</c:v>
                </c:pt>
                <c:pt idx="1397">
                  <c:v>1398</c:v>
                </c:pt>
                <c:pt idx="1398">
                  <c:v>1399</c:v>
                </c:pt>
                <c:pt idx="1399">
                  <c:v>1400</c:v>
                </c:pt>
                <c:pt idx="1400">
                  <c:v>1401</c:v>
                </c:pt>
                <c:pt idx="1401">
                  <c:v>1402</c:v>
                </c:pt>
                <c:pt idx="1402">
                  <c:v>1403</c:v>
                </c:pt>
                <c:pt idx="1403">
                  <c:v>1404</c:v>
                </c:pt>
                <c:pt idx="1404">
                  <c:v>1405</c:v>
                </c:pt>
                <c:pt idx="1405">
                  <c:v>1406</c:v>
                </c:pt>
                <c:pt idx="1406">
                  <c:v>1407</c:v>
                </c:pt>
                <c:pt idx="1407">
                  <c:v>1408</c:v>
                </c:pt>
                <c:pt idx="1408">
                  <c:v>1409</c:v>
                </c:pt>
                <c:pt idx="1409">
                  <c:v>1410</c:v>
                </c:pt>
                <c:pt idx="1410">
                  <c:v>1411</c:v>
                </c:pt>
                <c:pt idx="1411">
                  <c:v>1412</c:v>
                </c:pt>
                <c:pt idx="1412">
                  <c:v>1413</c:v>
                </c:pt>
                <c:pt idx="1413">
                  <c:v>1414</c:v>
                </c:pt>
                <c:pt idx="1414">
                  <c:v>1415</c:v>
                </c:pt>
                <c:pt idx="1415">
                  <c:v>1416</c:v>
                </c:pt>
                <c:pt idx="1416">
                  <c:v>1417</c:v>
                </c:pt>
                <c:pt idx="1417">
                  <c:v>1418</c:v>
                </c:pt>
                <c:pt idx="1418">
                  <c:v>1419</c:v>
                </c:pt>
                <c:pt idx="1419">
                  <c:v>1420</c:v>
                </c:pt>
                <c:pt idx="1420">
                  <c:v>1421</c:v>
                </c:pt>
                <c:pt idx="1421">
                  <c:v>1422</c:v>
                </c:pt>
                <c:pt idx="1422">
                  <c:v>1423</c:v>
                </c:pt>
                <c:pt idx="1423">
                  <c:v>1424</c:v>
                </c:pt>
                <c:pt idx="1424">
                  <c:v>1425</c:v>
                </c:pt>
                <c:pt idx="1425">
                  <c:v>1426</c:v>
                </c:pt>
                <c:pt idx="1426">
                  <c:v>1427</c:v>
                </c:pt>
                <c:pt idx="1427">
                  <c:v>1428</c:v>
                </c:pt>
                <c:pt idx="1428">
                  <c:v>1429</c:v>
                </c:pt>
                <c:pt idx="1429">
                  <c:v>1430</c:v>
                </c:pt>
                <c:pt idx="1430">
                  <c:v>1431</c:v>
                </c:pt>
                <c:pt idx="1431">
                  <c:v>1432</c:v>
                </c:pt>
                <c:pt idx="1432">
                  <c:v>1433</c:v>
                </c:pt>
                <c:pt idx="1433">
                  <c:v>1434</c:v>
                </c:pt>
                <c:pt idx="1434">
                  <c:v>1435</c:v>
                </c:pt>
                <c:pt idx="1435">
                  <c:v>1436</c:v>
                </c:pt>
                <c:pt idx="1436">
                  <c:v>1437</c:v>
                </c:pt>
                <c:pt idx="1437">
                  <c:v>1438</c:v>
                </c:pt>
                <c:pt idx="1438">
                  <c:v>1439</c:v>
                </c:pt>
                <c:pt idx="1439">
                  <c:v>1440</c:v>
                </c:pt>
                <c:pt idx="1440">
                  <c:v>1441</c:v>
                </c:pt>
                <c:pt idx="1441">
                  <c:v>1442</c:v>
                </c:pt>
                <c:pt idx="1442">
                  <c:v>1443</c:v>
                </c:pt>
                <c:pt idx="1443">
                  <c:v>1444</c:v>
                </c:pt>
                <c:pt idx="1444">
                  <c:v>1445</c:v>
                </c:pt>
                <c:pt idx="1445">
                  <c:v>1446</c:v>
                </c:pt>
                <c:pt idx="1446">
                  <c:v>1447</c:v>
                </c:pt>
                <c:pt idx="1447">
                  <c:v>1448</c:v>
                </c:pt>
                <c:pt idx="1448">
                  <c:v>1449</c:v>
                </c:pt>
                <c:pt idx="1449">
                  <c:v>1450</c:v>
                </c:pt>
                <c:pt idx="1450">
                  <c:v>1451</c:v>
                </c:pt>
                <c:pt idx="1451">
                  <c:v>1452</c:v>
                </c:pt>
                <c:pt idx="1452">
                  <c:v>1453</c:v>
                </c:pt>
                <c:pt idx="1453">
                  <c:v>1454</c:v>
                </c:pt>
                <c:pt idx="1454">
                  <c:v>1455</c:v>
                </c:pt>
                <c:pt idx="1455">
                  <c:v>1456</c:v>
                </c:pt>
                <c:pt idx="1456">
                  <c:v>1457</c:v>
                </c:pt>
                <c:pt idx="1457">
                  <c:v>1458</c:v>
                </c:pt>
                <c:pt idx="1458">
                  <c:v>1459</c:v>
                </c:pt>
                <c:pt idx="1459">
                  <c:v>1460</c:v>
                </c:pt>
                <c:pt idx="1460">
                  <c:v>1461</c:v>
                </c:pt>
                <c:pt idx="1461">
                  <c:v>1462</c:v>
                </c:pt>
                <c:pt idx="1462">
                  <c:v>1463</c:v>
                </c:pt>
                <c:pt idx="1463">
                  <c:v>1464</c:v>
                </c:pt>
                <c:pt idx="1464">
                  <c:v>1465</c:v>
                </c:pt>
                <c:pt idx="1465">
                  <c:v>1466</c:v>
                </c:pt>
                <c:pt idx="1466">
                  <c:v>1467</c:v>
                </c:pt>
                <c:pt idx="1467">
                  <c:v>1468</c:v>
                </c:pt>
                <c:pt idx="1468">
                  <c:v>1469</c:v>
                </c:pt>
                <c:pt idx="1469">
                  <c:v>1470</c:v>
                </c:pt>
                <c:pt idx="1470">
                  <c:v>1471</c:v>
                </c:pt>
                <c:pt idx="1471">
                  <c:v>1472</c:v>
                </c:pt>
                <c:pt idx="1472">
                  <c:v>1473</c:v>
                </c:pt>
                <c:pt idx="1473">
                  <c:v>1474</c:v>
                </c:pt>
                <c:pt idx="1474">
                  <c:v>1475</c:v>
                </c:pt>
                <c:pt idx="1475">
                  <c:v>1476</c:v>
                </c:pt>
                <c:pt idx="1476">
                  <c:v>1477</c:v>
                </c:pt>
                <c:pt idx="1477">
                  <c:v>1478</c:v>
                </c:pt>
                <c:pt idx="1478">
                  <c:v>1479</c:v>
                </c:pt>
                <c:pt idx="1479">
                  <c:v>1480</c:v>
                </c:pt>
                <c:pt idx="1480">
                  <c:v>1481</c:v>
                </c:pt>
                <c:pt idx="1481">
                  <c:v>1482</c:v>
                </c:pt>
                <c:pt idx="1482">
                  <c:v>1483</c:v>
                </c:pt>
                <c:pt idx="1483">
                  <c:v>1484</c:v>
                </c:pt>
                <c:pt idx="1484">
                  <c:v>1485</c:v>
                </c:pt>
                <c:pt idx="1485">
                  <c:v>1486</c:v>
                </c:pt>
                <c:pt idx="1486">
                  <c:v>1487</c:v>
                </c:pt>
                <c:pt idx="1487">
                  <c:v>1488</c:v>
                </c:pt>
                <c:pt idx="1488">
                  <c:v>1489</c:v>
                </c:pt>
                <c:pt idx="1489">
                  <c:v>1490</c:v>
                </c:pt>
                <c:pt idx="1490">
                  <c:v>1491</c:v>
                </c:pt>
                <c:pt idx="1491">
                  <c:v>1492</c:v>
                </c:pt>
                <c:pt idx="1492">
                  <c:v>1493</c:v>
                </c:pt>
                <c:pt idx="1493">
                  <c:v>1494</c:v>
                </c:pt>
                <c:pt idx="1494">
                  <c:v>1495</c:v>
                </c:pt>
                <c:pt idx="1495">
                  <c:v>1496</c:v>
                </c:pt>
                <c:pt idx="1496">
                  <c:v>1497</c:v>
                </c:pt>
                <c:pt idx="1497">
                  <c:v>1498</c:v>
                </c:pt>
                <c:pt idx="1498">
                  <c:v>1499</c:v>
                </c:pt>
                <c:pt idx="1499">
                  <c:v>1500</c:v>
                </c:pt>
                <c:pt idx="1500">
                  <c:v>1501</c:v>
                </c:pt>
                <c:pt idx="1501">
                  <c:v>1502</c:v>
                </c:pt>
                <c:pt idx="1502">
                  <c:v>1503</c:v>
                </c:pt>
                <c:pt idx="1503">
                  <c:v>1504</c:v>
                </c:pt>
                <c:pt idx="1504">
                  <c:v>1505</c:v>
                </c:pt>
                <c:pt idx="1505">
                  <c:v>1506</c:v>
                </c:pt>
                <c:pt idx="1506">
                  <c:v>1507</c:v>
                </c:pt>
                <c:pt idx="1507">
                  <c:v>1508</c:v>
                </c:pt>
                <c:pt idx="1508">
                  <c:v>1509</c:v>
                </c:pt>
                <c:pt idx="1509">
                  <c:v>1510</c:v>
                </c:pt>
                <c:pt idx="1510">
                  <c:v>1511</c:v>
                </c:pt>
                <c:pt idx="1511">
                  <c:v>1512</c:v>
                </c:pt>
                <c:pt idx="1512">
                  <c:v>1513</c:v>
                </c:pt>
                <c:pt idx="1513">
                  <c:v>1514</c:v>
                </c:pt>
                <c:pt idx="1514">
                  <c:v>1515</c:v>
                </c:pt>
                <c:pt idx="1515">
                  <c:v>1516</c:v>
                </c:pt>
                <c:pt idx="1516">
                  <c:v>1517</c:v>
                </c:pt>
                <c:pt idx="1517">
                  <c:v>1518</c:v>
                </c:pt>
                <c:pt idx="1518">
                  <c:v>1519</c:v>
                </c:pt>
                <c:pt idx="1519">
                  <c:v>1520</c:v>
                </c:pt>
                <c:pt idx="1520">
                  <c:v>1521</c:v>
                </c:pt>
                <c:pt idx="1521">
                  <c:v>1522</c:v>
                </c:pt>
                <c:pt idx="1522">
                  <c:v>1523</c:v>
                </c:pt>
                <c:pt idx="1523">
                  <c:v>1524</c:v>
                </c:pt>
                <c:pt idx="1524">
                  <c:v>1525</c:v>
                </c:pt>
                <c:pt idx="1525">
                  <c:v>1526</c:v>
                </c:pt>
                <c:pt idx="1526">
                  <c:v>1527</c:v>
                </c:pt>
                <c:pt idx="1527">
                  <c:v>1528</c:v>
                </c:pt>
                <c:pt idx="1528">
                  <c:v>1529</c:v>
                </c:pt>
                <c:pt idx="1529">
                  <c:v>1530</c:v>
                </c:pt>
                <c:pt idx="1530">
                  <c:v>1531</c:v>
                </c:pt>
                <c:pt idx="1531">
                  <c:v>1532</c:v>
                </c:pt>
                <c:pt idx="1532">
                  <c:v>1533</c:v>
                </c:pt>
                <c:pt idx="1533">
                  <c:v>1534</c:v>
                </c:pt>
                <c:pt idx="1534">
                  <c:v>1535</c:v>
                </c:pt>
                <c:pt idx="1535">
                  <c:v>1536</c:v>
                </c:pt>
                <c:pt idx="1536">
                  <c:v>1537</c:v>
                </c:pt>
                <c:pt idx="1537">
                  <c:v>1538</c:v>
                </c:pt>
                <c:pt idx="1538">
                  <c:v>1539</c:v>
                </c:pt>
                <c:pt idx="1539">
                  <c:v>1540</c:v>
                </c:pt>
                <c:pt idx="1540">
                  <c:v>1541</c:v>
                </c:pt>
                <c:pt idx="1541">
                  <c:v>1542</c:v>
                </c:pt>
                <c:pt idx="1542">
                  <c:v>1543</c:v>
                </c:pt>
                <c:pt idx="1543">
                  <c:v>1544</c:v>
                </c:pt>
                <c:pt idx="1544">
                  <c:v>1545</c:v>
                </c:pt>
                <c:pt idx="1545">
                  <c:v>1546</c:v>
                </c:pt>
                <c:pt idx="1546">
                  <c:v>1547</c:v>
                </c:pt>
                <c:pt idx="1547">
                  <c:v>1548</c:v>
                </c:pt>
                <c:pt idx="1548">
                  <c:v>1549</c:v>
                </c:pt>
                <c:pt idx="1549">
                  <c:v>1550</c:v>
                </c:pt>
                <c:pt idx="1550">
                  <c:v>1551</c:v>
                </c:pt>
                <c:pt idx="1551">
                  <c:v>1552</c:v>
                </c:pt>
                <c:pt idx="1552">
                  <c:v>1553</c:v>
                </c:pt>
                <c:pt idx="1553">
                  <c:v>1554</c:v>
                </c:pt>
                <c:pt idx="1554">
                  <c:v>1555</c:v>
                </c:pt>
                <c:pt idx="1555">
                  <c:v>1556</c:v>
                </c:pt>
                <c:pt idx="1556">
                  <c:v>1557</c:v>
                </c:pt>
                <c:pt idx="1557">
                  <c:v>1558</c:v>
                </c:pt>
                <c:pt idx="1558">
                  <c:v>1559</c:v>
                </c:pt>
                <c:pt idx="1559">
                  <c:v>1560</c:v>
                </c:pt>
                <c:pt idx="1560">
                  <c:v>1561</c:v>
                </c:pt>
                <c:pt idx="1561">
                  <c:v>1562</c:v>
                </c:pt>
                <c:pt idx="1562">
                  <c:v>1563</c:v>
                </c:pt>
                <c:pt idx="1563">
                  <c:v>1564</c:v>
                </c:pt>
                <c:pt idx="1564">
                  <c:v>1565</c:v>
                </c:pt>
                <c:pt idx="1565">
                  <c:v>1566</c:v>
                </c:pt>
                <c:pt idx="1566">
                  <c:v>1567</c:v>
                </c:pt>
                <c:pt idx="1567">
                  <c:v>1568</c:v>
                </c:pt>
                <c:pt idx="1568">
                  <c:v>1569</c:v>
                </c:pt>
                <c:pt idx="1569">
                  <c:v>1570</c:v>
                </c:pt>
                <c:pt idx="1570">
                  <c:v>1571</c:v>
                </c:pt>
                <c:pt idx="1571">
                  <c:v>1572</c:v>
                </c:pt>
                <c:pt idx="1572">
                  <c:v>1573</c:v>
                </c:pt>
                <c:pt idx="1573">
                  <c:v>1574</c:v>
                </c:pt>
                <c:pt idx="1574">
                  <c:v>1575</c:v>
                </c:pt>
                <c:pt idx="1575">
                  <c:v>1576</c:v>
                </c:pt>
                <c:pt idx="1576">
                  <c:v>1577</c:v>
                </c:pt>
                <c:pt idx="1577">
                  <c:v>1578</c:v>
                </c:pt>
                <c:pt idx="1578">
                  <c:v>1579</c:v>
                </c:pt>
                <c:pt idx="1579">
                  <c:v>1580</c:v>
                </c:pt>
                <c:pt idx="1580">
                  <c:v>1581</c:v>
                </c:pt>
                <c:pt idx="1581">
                  <c:v>1582</c:v>
                </c:pt>
                <c:pt idx="1582">
                  <c:v>1583</c:v>
                </c:pt>
                <c:pt idx="1583">
                  <c:v>1584</c:v>
                </c:pt>
                <c:pt idx="1584">
                  <c:v>1585</c:v>
                </c:pt>
                <c:pt idx="1585">
                  <c:v>1586</c:v>
                </c:pt>
                <c:pt idx="1586">
                  <c:v>1587</c:v>
                </c:pt>
                <c:pt idx="1587">
                  <c:v>1588</c:v>
                </c:pt>
                <c:pt idx="1588">
                  <c:v>1589</c:v>
                </c:pt>
                <c:pt idx="1589">
                  <c:v>1590</c:v>
                </c:pt>
                <c:pt idx="1590">
                  <c:v>1591</c:v>
                </c:pt>
                <c:pt idx="1591">
                  <c:v>1592</c:v>
                </c:pt>
                <c:pt idx="1592">
                  <c:v>1593</c:v>
                </c:pt>
                <c:pt idx="1593">
                  <c:v>1594</c:v>
                </c:pt>
                <c:pt idx="1594">
                  <c:v>1595</c:v>
                </c:pt>
                <c:pt idx="1595">
                  <c:v>1596</c:v>
                </c:pt>
                <c:pt idx="1596">
                  <c:v>1597</c:v>
                </c:pt>
                <c:pt idx="1597">
                  <c:v>1598</c:v>
                </c:pt>
                <c:pt idx="1598">
                  <c:v>1599</c:v>
                </c:pt>
                <c:pt idx="1599">
                  <c:v>1600</c:v>
                </c:pt>
                <c:pt idx="1600">
                  <c:v>1601</c:v>
                </c:pt>
                <c:pt idx="1601">
                  <c:v>1602</c:v>
                </c:pt>
                <c:pt idx="1602">
                  <c:v>1603</c:v>
                </c:pt>
                <c:pt idx="1603">
                  <c:v>1604</c:v>
                </c:pt>
                <c:pt idx="1604">
                  <c:v>1605</c:v>
                </c:pt>
                <c:pt idx="1605">
                  <c:v>1606</c:v>
                </c:pt>
                <c:pt idx="1606">
                  <c:v>1607</c:v>
                </c:pt>
                <c:pt idx="1607">
                  <c:v>1608</c:v>
                </c:pt>
                <c:pt idx="1608">
                  <c:v>1609</c:v>
                </c:pt>
                <c:pt idx="1609">
                  <c:v>1610</c:v>
                </c:pt>
                <c:pt idx="1610">
                  <c:v>1611</c:v>
                </c:pt>
                <c:pt idx="1611">
                  <c:v>1612</c:v>
                </c:pt>
                <c:pt idx="1612">
                  <c:v>1613</c:v>
                </c:pt>
                <c:pt idx="1613">
                  <c:v>1614</c:v>
                </c:pt>
                <c:pt idx="1614">
                  <c:v>1615</c:v>
                </c:pt>
                <c:pt idx="1615">
                  <c:v>1616</c:v>
                </c:pt>
                <c:pt idx="1616">
                  <c:v>1617</c:v>
                </c:pt>
                <c:pt idx="1617">
                  <c:v>1618</c:v>
                </c:pt>
                <c:pt idx="1618">
                  <c:v>1619</c:v>
                </c:pt>
                <c:pt idx="1619">
                  <c:v>1620</c:v>
                </c:pt>
                <c:pt idx="1620">
                  <c:v>1621</c:v>
                </c:pt>
                <c:pt idx="1621">
                  <c:v>1622</c:v>
                </c:pt>
                <c:pt idx="1622">
                  <c:v>1623</c:v>
                </c:pt>
                <c:pt idx="1623">
                  <c:v>1624</c:v>
                </c:pt>
                <c:pt idx="1624">
                  <c:v>1625</c:v>
                </c:pt>
                <c:pt idx="1625">
                  <c:v>1626</c:v>
                </c:pt>
                <c:pt idx="1626">
                  <c:v>1627</c:v>
                </c:pt>
                <c:pt idx="1627">
                  <c:v>1628</c:v>
                </c:pt>
                <c:pt idx="1628">
                  <c:v>1629</c:v>
                </c:pt>
                <c:pt idx="1629">
                  <c:v>1630</c:v>
                </c:pt>
                <c:pt idx="1630">
                  <c:v>1631</c:v>
                </c:pt>
                <c:pt idx="1631">
                  <c:v>1632</c:v>
                </c:pt>
                <c:pt idx="1632">
                  <c:v>1633</c:v>
                </c:pt>
                <c:pt idx="1633">
                  <c:v>1634</c:v>
                </c:pt>
                <c:pt idx="1634">
                  <c:v>1635</c:v>
                </c:pt>
                <c:pt idx="1635">
                  <c:v>1636</c:v>
                </c:pt>
                <c:pt idx="1636">
                  <c:v>1637</c:v>
                </c:pt>
                <c:pt idx="1637">
                  <c:v>1638</c:v>
                </c:pt>
                <c:pt idx="1638">
                  <c:v>1639</c:v>
                </c:pt>
                <c:pt idx="1639">
                  <c:v>1640</c:v>
                </c:pt>
                <c:pt idx="1640">
                  <c:v>1641</c:v>
                </c:pt>
                <c:pt idx="1641">
                  <c:v>1642</c:v>
                </c:pt>
                <c:pt idx="1642">
                  <c:v>1643</c:v>
                </c:pt>
                <c:pt idx="1643">
                  <c:v>1644</c:v>
                </c:pt>
                <c:pt idx="1644">
                  <c:v>1645</c:v>
                </c:pt>
                <c:pt idx="1645">
                  <c:v>1646</c:v>
                </c:pt>
                <c:pt idx="1646">
                  <c:v>1647</c:v>
                </c:pt>
                <c:pt idx="1647">
                  <c:v>1648</c:v>
                </c:pt>
                <c:pt idx="1648">
                  <c:v>1649</c:v>
                </c:pt>
                <c:pt idx="1649">
                  <c:v>1650</c:v>
                </c:pt>
                <c:pt idx="1650">
                  <c:v>1651</c:v>
                </c:pt>
                <c:pt idx="1651">
                  <c:v>1652</c:v>
                </c:pt>
                <c:pt idx="1652">
                  <c:v>1653</c:v>
                </c:pt>
                <c:pt idx="1653">
                  <c:v>1654</c:v>
                </c:pt>
                <c:pt idx="1654">
                  <c:v>1655</c:v>
                </c:pt>
                <c:pt idx="1655">
                  <c:v>1656</c:v>
                </c:pt>
                <c:pt idx="1656">
                  <c:v>1657</c:v>
                </c:pt>
                <c:pt idx="1657">
                  <c:v>1658</c:v>
                </c:pt>
                <c:pt idx="1658">
                  <c:v>1659</c:v>
                </c:pt>
                <c:pt idx="1659">
                  <c:v>1660</c:v>
                </c:pt>
                <c:pt idx="1660">
                  <c:v>1661</c:v>
                </c:pt>
                <c:pt idx="1661">
                  <c:v>1662</c:v>
                </c:pt>
                <c:pt idx="1662">
                  <c:v>1663</c:v>
                </c:pt>
                <c:pt idx="1663">
                  <c:v>1664</c:v>
                </c:pt>
                <c:pt idx="1664">
                  <c:v>1665</c:v>
                </c:pt>
                <c:pt idx="1665">
                  <c:v>1666</c:v>
                </c:pt>
                <c:pt idx="1666">
                  <c:v>1667</c:v>
                </c:pt>
                <c:pt idx="1667">
                  <c:v>1668</c:v>
                </c:pt>
                <c:pt idx="1668">
                  <c:v>1669</c:v>
                </c:pt>
                <c:pt idx="1669">
                  <c:v>1670</c:v>
                </c:pt>
                <c:pt idx="1670">
                  <c:v>1671</c:v>
                </c:pt>
                <c:pt idx="1671">
                  <c:v>1672</c:v>
                </c:pt>
                <c:pt idx="1672">
                  <c:v>1673</c:v>
                </c:pt>
                <c:pt idx="1673">
                  <c:v>1674</c:v>
                </c:pt>
                <c:pt idx="1674">
                  <c:v>1675</c:v>
                </c:pt>
                <c:pt idx="1675">
                  <c:v>1676</c:v>
                </c:pt>
                <c:pt idx="1676">
                  <c:v>1677</c:v>
                </c:pt>
                <c:pt idx="1677">
                  <c:v>1678</c:v>
                </c:pt>
                <c:pt idx="1678">
                  <c:v>1679</c:v>
                </c:pt>
                <c:pt idx="1679">
                  <c:v>1680</c:v>
                </c:pt>
                <c:pt idx="1680">
                  <c:v>1681</c:v>
                </c:pt>
                <c:pt idx="1681">
                  <c:v>1682</c:v>
                </c:pt>
                <c:pt idx="1682">
                  <c:v>1683</c:v>
                </c:pt>
                <c:pt idx="1683">
                  <c:v>1684</c:v>
                </c:pt>
                <c:pt idx="1684">
                  <c:v>1685</c:v>
                </c:pt>
                <c:pt idx="1685">
                  <c:v>1686</c:v>
                </c:pt>
                <c:pt idx="1686">
                  <c:v>1687</c:v>
                </c:pt>
                <c:pt idx="1687">
                  <c:v>1688</c:v>
                </c:pt>
                <c:pt idx="1688">
                  <c:v>1689</c:v>
                </c:pt>
                <c:pt idx="1689">
                  <c:v>1690</c:v>
                </c:pt>
                <c:pt idx="1690">
                  <c:v>1691</c:v>
                </c:pt>
                <c:pt idx="1691">
                  <c:v>1692</c:v>
                </c:pt>
                <c:pt idx="1692">
                  <c:v>1693</c:v>
                </c:pt>
                <c:pt idx="1693">
                  <c:v>1694</c:v>
                </c:pt>
                <c:pt idx="1694">
                  <c:v>1695</c:v>
                </c:pt>
                <c:pt idx="1695">
                  <c:v>1696</c:v>
                </c:pt>
                <c:pt idx="1696">
                  <c:v>1697</c:v>
                </c:pt>
                <c:pt idx="1697">
                  <c:v>1698</c:v>
                </c:pt>
                <c:pt idx="1698">
                  <c:v>1699</c:v>
                </c:pt>
                <c:pt idx="1699">
                  <c:v>1700</c:v>
                </c:pt>
                <c:pt idx="1700">
                  <c:v>1701</c:v>
                </c:pt>
                <c:pt idx="1701">
                  <c:v>1702</c:v>
                </c:pt>
                <c:pt idx="1702">
                  <c:v>1703</c:v>
                </c:pt>
                <c:pt idx="1703">
                  <c:v>1704</c:v>
                </c:pt>
                <c:pt idx="1704">
                  <c:v>1705</c:v>
                </c:pt>
                <c:pt idx="1705">
                  <c:v>1706</c:v>
                </c:pt>
                <c:pt idx="1706">
                  <c:v>1707</c:v>
                </c:pt>
                <c:pt idx="1707">
                  <c:v>1708</c:v>
                </c:pt>
                <c:pt idx="1708">
                  <c:v>1709</c:v>
                </c:pt>
                <c:pt idx="1709">
                  <c:v>1710</c:v>
                </c:pt>
                <c:pt idx="1710">
                  <c:v>1711</c:v>
                </c:pt>
                <c:pt idx="1711">
                  <c:v>1712</c:v>
                </c:pt>
                <c:pt idx="1712">
                  <c:v>1713</c:v>
                </c:pt>
                <c:pt idx="1713">
                  <c:v>1714</c:v>
                </c:pt>
                <c:pt idx="1714">
                  <c:v>1715</c:v>
                </c:pt>
                <c:pt idx="1715">
                  <c:v>1716</c:v>
                </c:pt>
                <c:pt idx="1716">
                  <c:v>1717</c:v>
                </c:pt>
                <c:pt idx="1717">
                  <c:v>1718</c:v>
                </c:pt>
                <c:pt idx="1718">
                  <c:v>1719</c:v>
                </c:pt>
                <c:pt idx="1719">
                  <c:v>1720</c:v>
                </c:pt>
                <c:pt idx="1720">
                  <c:v>1721</c:v>
                </c:pt>
                <c:pt idx="1721">
                  <c:v>1722</c:v>
                </c:pt>
                <c:pt idx="1722">
                  <c:v>1723</c:v>
                </c:pt>
                <c:pt idx="1723">
                  <c:v>1724</c:v>
                </c:pt>
                <c:pt idx="1724">
                  <c:v>1725</c:v>
                </c:pt>
                <c:pt idx="1725">
                  <c:v>1726</c:v>
                </c:pt>
                <c:pt idx="1726">
                  <c:v>1727</c:v>
                </c:pt>
                <c:pt idx="1727">
                  <c:v>1728</c:v>
                </c:pt>
                <c:pt idx="1728">
                  <c:v>1729</c:v>
                </c:pt>
                <c:pt idx="1729">
                  <c:v>1730</c:v>
                </c:pt>
                <c:pt idx="1730">
                  <c:v>1731</c:v>
                </c:pt>
                <c:pt idx="1731">
                  <c:v>1732</c:v>
                </c:pt>
                <c:pt idx="1732">
                  <c:v>1733</c:v>
                </c:pt>
                <c:pt idx="1733">
                  <c:v>1734</c:v>
                </c:pt>
                <c:pt idx="1734">
                  <c:v>1735</c:v>
                </c:pt>
                <c:pt idx="1735">
                  <c:v>1736</c:v>
                </c:pt>
                <c:pt idx="1736">
                  <c:v>1737</c:v>
                </c:pt>
                <c:pt idx="1737">
                  <c:v>1738</c:v>
                </c:pt>
                <c:pt idx="1738">
                  <c:v>1739</c:v>
                </c:pt>
                <c:pt idx="1739">
                  <c:v>1740</c:v>
                </c:pt>
                <c:pt idx="1740">
                  <c:v>1741</c:v>
                </c:pt>
                <c:pt idx="1741">
                  <c:v>1742</c:v>
                </c:pt>
                <c:pt idx="1742">
                  <c:v>1743</c:v>
                </c:pt>
                <c:pt idx="1743">
                  <c:v>1744</c:v>
                </c:pt>
                <c:pt idx="1744">
                  <c:v>1745</c:v>
                </c:pt>
                <c:pt idx="1745">
                  <c:v>1746</c:v>
                </c:pt>
                <c:pt idx="1746">
                  <c:v>1747</c:v>
                </c:pt>
                <c:pt idx="1747">
                  <c:v>1748</c:v>
                </c:pt>
                <c:pt idx="1748">
                  <c:v>1749</c:v>
                </c:pt>
                <c:pt idx="1749">
                  <c:v>1750</c:v>
                </c:pt>
                <c:pt idx="1750">
                  <c:v>1751</c:v>
                </c:pt>
                <c:pt idx="1751">
                  <c:v>1752</c:v>
                </c:pt>
                <c:pt idx="1752">
                  <c:v>1753</c:v>
                </c:pt>
                <c:pt idx="1753">
                  <c:v>1754</c:v>
                </c:pt>
                <c:pt idx="1754">
                  <c:v>1755</c:v>
                </c:pt>
                <c:pt idx="1755">
                  <c:v>1756</c:v>
                </c:pt>
                <c:pt idx="1756">
                  <c:v>1757</c:v>
                </c:pt>
                <c:pt idx="1757">
                  <c:v>1758</c:v>
                </c:pt>
                <c:pt idx="1758">
                  <c:v>1759</c:v>
                </c:pt>
                <c:pt idx="1759">
                  <c:v>1760</c:v>
                </c:pt>
                <c:pt idx="1760">
                  <c:v>1761</c:v>
                </c:pt>
                <c:pt idx="1761">
                  <c:v>1762</c:v>
                </c:pt>
                <c:pt idx="1762">
                  <c:v>1763</c:v>
                </c:pt>
                <c:pt idx="1763">
                  <c:v>1764</c:v>
                </c:pt>
                <c:pt idx="1764">
                  <c:v>1765</c:v>
                </c:pt>
                <c:pt idx="1765">
                  <c:v>1766</c:v>
                </c:pt>
                <c:pt idx="1766">
                  <c:v>1767</c:v>
                </c:pt>
                <c:pt idx="1767">
                  <c:v>1768</c:v>
                </c:pt>
                <c:pt idx="1768">
                  <c:v>1769</c:v>
                </c:pt>
                <c:pt idx="1769">
                  <c:v>1770</c:v>
                </c:pt>
                <c:pt idx="1770">
                  <c:v>1771</c:v>
                </c:pt>
                <c:pt idx="1771">
                  <c:v>1772</c:v>
                </c:pt>
                <c:pt idx="1772">
                  <c:v>1773</c:v>
                </c:pt>
                <c:pt idx="1773">
                  <c:v>1774</c:v>
                </c:pt>
                <c:pt idx="1774">
                  <c:v>1775</c:v>
                </c:pt>
                <c:pt idx="1775">
                  <c:v>1776</c:v>
                </c:pt>
                <c:pt idx="1776">
                  <c:v>1777</c:v>
                </c:pt>
                <c:pt idx="1777">
                  <c:v>1778</c:v>
                </c:pt>
                <c:pt idx="1778">
                  <c:v>1779</c:v>
                </c:pt>
                <c:pt idx="1779">
                  <c:v>1780</c:v>
                </c:pt>
                <c:pt idx="1780">
                  <c:v>1781</c:v>
                </c:pt>
                <c:pt idx="1781">
                  <c:v>1782</c:v>
                </c:pt>
                <c:pt idx="1782">
                  <c:v>1783</c:v>
                </c:pt>
                <c:pt idx="1783">
                  <c:v>1784</c:v>
                </c:pt>
                <c:pt idx="1784">
                  <c:v>1785</c:v>
                </c:pt>
                <c:pt idx="1785">
                  <c:v>1786</c:v>
                </c:pt>
                <c:pt idx="1786">
                  <c:v>1787</c:v>
                </c:pt>
                <c:pt idx="1787">
                  <c:v>1788</c:v>
                </c:pt>
                <c:pt idx="1788">
                  <c:v>1789</c:v>
                </c:pt>
                <c:pt idx="1789">
                  <c:v>1790</c:v>
                </c:pt>
                <c:pt idx="1790">
                  <c:v>1791</c:v>
                </c:pt>
                <c:pt idx="1791">
                  <c:v>1792</c:v>
                </c:pt>
                <c:pt idx="1792">
                  <c:v>1793</c:v>
                </c:pt>
                <c:pt idx="1793">
                  <c:v>1794</c:v>
                </c:pt>
                <c:pt idx="1794">
                  <c:v>1795</c:v>
                </c:pt>
                <c:pt idx="1795">
                  <c:v>1796</c:v>
                </c:pt>
                <c:pt idx="1796">
                  <c:v>1797</c:v>
                </c:pt>
                <c:pt idx="1797">
                  <c:v>1798</c:v>
                </c:pt>
                <c:pt idx="1798">
                  <c:v>1799</c:v>
                </c:pt>
                <c:pt idx="1799">
                  <c:v>1800</c:v>
                </c:pt>
                <c:pt idx="1800">
                  <c:v>1801</c:v>
                </c:pt>
                <c:pt idx="1801">
                  <c:v>1802</c:v>
                </c:pt>
                <c:pt idx="1802">
                  <c:v>1803</c:v>
                </c:pt>
                <c:pt idx="1803">
                  <c:v>1804</c:v>
                </c:pt>
                <c:pt idx="1804">
                  <c:v>1805</c:v>
                </c:pt>
                <c:pt idx="1805">
                  <c:v>1806</c:v>
                </c:pt>
                <c:pt idx="1806">
                  <c:v>1807</c:v>
                </c:pt>
                <c:pt idx="1807">
                  <c:v>1808</c:v>
                </c:pt>
                <c:pt idx="1808">
                  <c:v>1809</c:v>
                </c:pt>
                <c:pt idx="1809">
                  <c:v>1810</c:v>
                </c:pt>
                <c:pt idx="1810">
                  <c:v>1811</c:v>
                </c:pt>
                <c:pt idx="1811">
                  <c:v>1812</c:v>
                </c:pt>
                <c:pt idx="1812">
                  <c:v>1813</c:v>
                </c:pt>
                <c:pt idx="1813">
                  <c:v>1814</c:v>
                </c:pt>
                <c:pt idx="1814">
                  <c:v>1815</c:v>
                </c:pt>
                <c:pt idx="1815">
                  <c:v>1816</c:v>
                </c:pt>
                <c:pt idx="1816">
                  <c:v>1817</c:v>
                </c:pt>
                <c:pt idx="1817">
                  <c:v>1818</c:v>
                </c:pt>
                <c:pt idx="1818">
                  <c:v>1819</c:v>
                </c:pt>
                <c:pt idx="1819">
                  <c:v>1820</c:v>
                </c:pt>
                <c:pt idx="1820">
                  <c:v>1821</c:v>
                </c:pt>
                <c:pt idx="1821">
                  <c:v>1822</c:v>
                </c:pt>
                <c:pt idx="1822">
                  <c:v>1823</c:v>
                </c:pt>
                <c:pt idx="1823">
                  <c:v>1824</c:v>
                </c:pt>
                <c:pt idx="1824">
                  <c:v>1825</c:v>
                </c:pt>
                <c:pt idx="1825">
                  <c:v>1826</c:v>
                </c:pt>
                <c:pt idx="1826">
                  <c:v>1827</c:v>
                </c:pt>
                <c:pt idx="1827">
                  <c:v>1828</c:v>
                </c:pt>
                <c:pt idx="1828">
                  <c:v>1829</c:v>
                </c:pt>
                <c:pt idx="1829">
                  <c:v>1830</c:v>
                </c:pt>
                <c:pt idx="1830">
                  <c:v>1831</c:v>
                </c:pt>
                <c:pt idx="1831">
                  <c:v>1832</c:v>
                </c:pt>
                <c:pt idx="1832">
                  <c:v>1833</c:v>
                </c:pt>
                <c:pt idx="1833">
                  <c:v>1834</c:v>
                </c:pt>
                <c:pt idx="1834">
                  <c:v>1835</c:v>
                </c:pt>
                <c:pt idx="1835">
                  <c:v>1836</c:v>
                </c:pt>
                <c:pt idx="1836">
                  <c:v>1837</c:v>
                </c:pt>
                <c:pt idx="1837">
                  <c:v>1838</c:v>
                </c:pt>
                <c:pt idx="1838">
                  <c:v>1839</c:v>
                </c:pt>
                <c:pt idx="1839">
                  <c:v>1840</c:v>
                </c:pt>
                <c:pt idx="1840">
                  <c:v>1841</c:v>
                </c:pt>
                <c:pt idx="1841">
                  <c:v>1842</c:v>
                </c:pt>
                <c:pt idx="1842">
                  <c:v>1843</c:v>
                </c:pt>
                <c:pt idx="1843">
                  <c:v>1844</c:v>
                </c:pt>
                <c:pt idx="1844">
                  <c:v>1845</c:v>
                </c:pt>
                <c:pt idx="1845">
                  <c:v>1846</c:v>
                </c:pt>
                <c:pt idx="1846">
                  <c:v>1847</c:v>
                </c:pt>
                <c:pt idx="1847">
                  <c:v>1848</c:v>
                </c:pt>
                <c:pt idx="1848">
                  <c:v>1849</c:v>
                </c:pt>
                <c:pt idx="1849">
                  <c:v>1850</c:v>
                </c:pt>
                <c:pt idx="1850">
                  <c:v>1851</c:v>
                </c:pt>
                <c:pt idx="1851">
                  <c:v>1852</c:v>
                </c:pt>
                <c:pt idx="1852">
                  <c:v>1853</c:v>
                </c:pt>
                <c:pt idx="1853">
                  <c:v>1854</c:v>
                </c:pt>
                <c:pt idx="1854">
                  <c:v>1855</c:v>
                </c:pt>
                <c:pt idx="1855">
                  <c:v>1856</c:v>
                </c:pt>
                <c:pt idx="1856">
                  <c:v>1857</c:v>
                </c:pt>
                <c:pt idx="1857">
                  <c:v>1858</c:v>
                </c:pt>
                <c:pt idx="1858">
                  <c:v>1859</c:v>
                </c:pt>
                <c:pt idx="1859">
                  <c:v>1860</c:v>
                </c:pt>
                <c:pt idx="1860">
                  <c:v>1861</c:v>
                </c:pt>
                <c:pt idx="1861">
                  <c:v>1862</c:v>
                </c:pt>
                <c:pt idx="1862">
                  <c:v>1863</c:v>
                </c:pt>
                <c:pt idx="1863">
                  <c:v>1864</c:v>
                </c:pt>
                <c:pt idx="1864">
                  <c:v>1865</c:v>
                </c:pt>
                <c:pt idx="1865">
                  <c:v>1866</c:v>
                </c:pt>
                <c:pt idx="1866">
                  <c:v>1867</c:v>
                </c:pt>
                <c:pt idx="1867">
                  <c:v>1868</c:v>
                </c:pt>
                <c:pt idx="1868">
                  <c:v>1869</c:v>
                </c:pt>
                <c:pt idx="1869">
                  <c:v>1870</c:v>
                </c:pt>
                <c:pt idx="1870">
                  <c:v>1871</c:v>
                </c:pt>
                <c:pt idx="1871">
                  <c:v>1872</c:v>
                </c:pt>
                <c:pt idx="1872">
                  <c:v>1873</c:v>
                </c:pt>
                <c:pt idx="1873">
                  <c:v>1874</c:v>
                </c:pt>
                <c:pt idx="1874">
                  <c:v>1875</c:v>
                </c:pt>
                <c:pt idx="1875">
                  <c:v>1876</c:v>
                </c:pt>
                <c:pt idx="1876">
                  <c:v>1877</c:v>
                </c:pt>
                <c:pt idx="1877">
                  <c:v>1878</c:v>
                </c:pt>
                <c:pt idx="1878">
                  <c:v>1879</c:v>
                </c:pt>
                <c:pt idx="1879">
                  <c:v>1880</c:v>
                </c:pt>
                <c:pt idx="1880">
                  <c:v>1881</c:v>
                </c:pt>
                <c:pt idx="1881">
                  <c:v>1882</c:v>
                </c:pt>
                <c:pt idx="1882">
                  <c:v>1883</c:v>
                </c:pt>
                <c:pt idx="1883">
                  <c:v>1884</c:v>
                </c:pt>
                <c:pt idx="1884">
                  <c:v>1885</c:v>
                </c:pt>
                <c:pt idx="1885">
                  <c:v>1886</c:v>
                </c:pt>
                <c:pt idx="1886">
                  <c:v>1887</c:v>
                </c:pt>
                <c:pt idx="1887">
                  <c:v>1888</c:v>
                </c:pt>
                <c:pt idx="1888">
                  <c:v>1889</c:v>
                </c:pt>
                <c:pt idx="1889">
                  <c:v>1890</c:v>
                </c:pt>
                <c:pt idx="1890">
                  <c:v>1891</c:v>
                </c:pt>
                <c:pt idx="1891">
                  <c:v>1892</c:v>
                </c:pt>
                <c:pt idx="1892">
                  <c:v>1893</c:v>
                </c:pt>
                <c:pt idx="1893">
                  <c:v>1894</c:v>
                </c:pt>
                <c:pt idx="1894">
                  <c:v>1895</c:v>
                </c:pt>
                <c:pt idx="1895">
                  <c:v>1896</c:v>
                </c:pt>
                <c:pt idx="1896">
                  <c:v>1897</c:v>
                </c:pt>
                <c:pt idx="1897">
                  <c:v>1898</c:v>
                </c:pt>
                <c:pt idx="1898">
                  <c:v>1899</c:v>
                </c:pt>
                <c:pt idx="1899">
                  <c:v>1900</c:v>
                </c:pt>
                <c:pt idx="1900">
                  <c:v>1901</c:v>
                </c:pt>
                <c:pt idx="1901">
                  <c:v>1902</c:v>
                </c:pt>
                <c:pt idx="1902">
                  <c:v>1903</c:v>
                </c:pt>
                <c:pt idx="1903">
                  <c:v>1904</c:v>
                </c:pt>
                <c:pt idx="1904">
                  <c:v>1905</c:v>
                </c:pt>
                <c:pt idx="1905">
                  <c:v>1906</c:v>
                </c:pt>
                <c:pt idx="1906">
                  <c:v>1907</c:v>
                </c:pt>
                <c:pt idx="1907">
                  <c:v>1908</c:v>
                </c:pt>
                <c:pt idx="1908">
                  <c:v>1909</c:v>
                </c:pt>
                <c:pt idx="1909">
                  <c:v>1910</c:v>
                </c:pt>
                <c:pt idx="1910">
                  <c:v>1911</c:v>
                </c:pt>
                <c:pt idx="1911">
                  <c:v>1912</c:v>
                </c:pt>
                <c:pt idx="1912">
                  <c:v>1913</c:v>
                </c:pt>
                <c:pt idx="1913">
                  <c:v>1914</c:v>
                </c:pt>
                <c:pt idx="1914">
                  <c:v>1915</c:v>
                </c:pt>
                <c:pt idx="1915">
                  <c:v>1916</c:v>
                </c:pt>
                <c:pt idx="1916">
                  <c:v>1917</c:v>
                </c:pt>
                <c:pt idx="1917">
                  <c:v>1918</c:v>
                </c:pt>
                <c:pt idx="1918">
                  <c:v>1919</c:v>
                </c:pt>
                <c:pt idx="1919">
                  <c:v>1920</c:v>
                </c:pt>
                <c:pt idx="1920">
                  <c:v>1921</c:v>
                </c:pt>
                <c:pt idx="1921">
                  <c:v>1922</c:v>
                </c:pt>
                <c:pt idx="1922">
                  <c:v>1923</c:v>
                </c:pt>
                <c:pt idx="1923">
                  <c:v>1924</c:v>
                </c:pt>
                <c:pt idx="1924">
                  <c:v>1925</c:v>
                </c:pt>
                <c:pt idx="1925">
                  <c:v>1926</c:v>
                </c:pt>
                <c:pt idx="1926">
                  <c:v>1927</c:v>
                </c:pt>
                <c:pt idx="1927">
                  <c:v>1928</c:v>
                </c:pt>
                <c:pt idx="1928">
                  <c:v>1929</c:v>
                </c:pt>
                <c:pt idx="1929">
                  <c:v>1930</c:v>
                </c:pt>
                <c:pt idx="1930">
                  <c:v>1931</c:v>
                </c:pt>
                <c:pt idx="1931">
                  <c:v>1932</c:v>
                </c:pt>
                <c:pt idx="1932">
                  <c:v>1933</c:v>
                </c:pt>
                <c:pt idx="1933">
                  <c:v>1934</c:v>
                </c:pt>
                <c:pt idx="1934">
                  <c:v>1935</c:v>
                </c:pt>
                <c:pt idx="1935">
                  <c:v>1936</c:v>
                </c:pt>
                <c:pt idx="1936">
                  <c:v>1937</c:v>
                </c:pt>
                <c:pt idx="1937">
                  <c:v>1938</c:v>
                </c:pt>
                <c:pt idx="1938">
                  <c:v>1939</c:v>
                </c:pt>
                <c:pt idx="1939">
                  <c:v>1940</c:v>
                </c:pt>
                <c:pt idx="1940">
                  <c:v>1941</c:v>
                </c:pt>
                <c:pt idx="1941">
                  <c:v>1942</c:v>
                </c:pt>
                <c:pt idx="1942">
                  <c:v>1943</c:v>
                </c:pt>
                <c:pt idx="1943">
                  <c:v>1944</c:v>
                </c:pt>
                <c:pt idx="1944">
                  <c:v>1945</c:v>
                </c:pt>
                <c:pt idx="1945">
                  <c:v>1946</c:v>
                </c:pt>
                <c:pt idx="1946">
                  <c:v>1947</c:v>
                </c:pt>
                <c:pt idx="1947">
                  <c:v>1948</c:v>
                </c:pt>
                <c:pt idx="1948">
                  <c:v>1949</c:v>
                </c:pt>
                <c:pt idx="1949">
                  <c:v>1950</c:v>
                </c:pt>
                <c:pt idx="1950">
                  <c:v>1951</c:v>
                </c:pt>
                <c:pt idx="1951">
                  <c:v>1952</c:v>
                </c:pt>
                <c:pt idx="1952">
                  <c:v>1953</c:v>
                </c:pt>
                <c:pt idx="1953">
                  <c:v>1954</c:v>
                </c:pt>
                <c:pt idx="1954">
                  <c:v>1955</c:v>
                </c:pt>
                <c:pt idx="1955">
                  <c:v>1956</c:v>
                </c:pt>
                <c:pt idx="1956">
                  <c:v>1957</c:v>
                </c:pt>
                <c:pt idx="1957">
                  <c:v>1958</c:v>
                </c:pt>
                <c:pt idx="1958">
                  <c:v>1959</c:v>
                </c:pt>
                <c:pt idx="1959">
                  <c:v>1960</c:v>
                </c:pt>
                <c:pt idx="1960">
                  <c:v>1961</c:v>
                </c:pt>
                <c:pt idx="1961">
                  <c:v>1962</c:v>
                </c:pt>
                <c:pt idx="1962">
                  <c:v>1963</c:v>
                </c:pt>
                <c:pt idx="1963">
                  <c:v>1964</c:v>
                </c:pt>
                <c:pt idx="1964">
                  <c:v>1965</c:v>
                </c:pt>
                <c:pt idx="1965">
                  <c:v>1966</c:v>
                </c:pt>
                <c:pt idx="1966">
                  <c:v>1967</c:v>
                </c:pt>
                <c:pt idx="1967">
                  <c:v>1968</c:v>
                </c:pt>
                <c:pt idx="1968">
                  <c:v>1969</c:v>
                </c:pt>
                <c:pt idx="1969">
                  <c:v>1970</c:v>
                </c:pt>
                <c:pt idx="1970">
                  <c:v>1971</c:v>
                </c:pt>
                <c:pt idx="1971">
                  <c:v>1972</c:v>
                </c:pt>
                <c:pt idx="1972">
                  <c:v>1973</c:v>
                </c:pt>
                <c:pt idx="1973">
                  <c:v>1974</c:v>
                </c:pt>
                <c:pt idx="1974">
                  <c:v>1975</c:v>
                </c:pt>
                <c:pt idx="1975">
                  <c:v>1976</c:v>
                </c:pt>
                <c:pt idx="1976">
                  <c:v>1977</c:v>
                </c:pt>
                <c:pt idx="1977">
                  <c:v>1978</c:v>
                </c:pt>
                <c:pt idx="1978">
                  <c:v>1979</c:v>
                </c:pt>
                <c:pt idx="1979">
                  <c:v>1980</c:v>
                </c:pt>
                <c:pt idx="1980">
                  <c:v>1981</c:v>
                </c:pt>
                <c:pt idx="1981">
                  <c:v>1982</c:v>
                </c:pt>
                <c:pt idx="1982">
                  <c:v>1983</c:v>
                </c:pt>
                <c:pt idx="1983">
                  <c:v>1984</c:v>
                </c:pt>
                <c:pt idx="1984">
                  <c:v>1985</c:v>
                </c:pt>
                <c:pt idx="1985">
                  <c:v>1986</c:v>
                </c:pt>
                <c:pt idx="1986">
                  <c:v>1987</c:v>
                </c:pt>
                <c:pt idx="1987">
                  <c:v>1988</c:v>
                </c:pt>
                <c:pt idx="1988">
                  <c:v>1989</c:v>
                </c:pt>
                <c:pt idx="1989">
                  <c:v>1990</c:v>
                </c:pt>
                <c:pt idx="1990">
                  <c:v>1991</c:v>
                </c:pt>
                <c:pt idx="1991">
                  <c:v>1992</c:v>
                </c:pt>
                <c:pt idx="1992">
                  <c:v>1993</c:v>
                </c:pt>
                <c:pt idx="1993">
                  <c:v>1994</c:v>
                </c:pt>
                <c:pt idx="1994">
                  <c:v>1995</c:v>
                </c:pt>
                <c:pt idx="1995">
                  <c:v>1996</c:v>
                </c:pt>
                <c:pt idx="1996">
                  <c:v>1997</c:v>
                </c:pt>
                <c:pt idx="1997">
                  <c:v>1998</c:v>
                </c:pt>
                <c:pt idx="1998">
                  <c:v>1999</c:v>
                </c:pt>
                <c:pt idx="1999">
                  <c:v>2000</c:v>
                </c:pt>
              </c:strCache>
            </c:strRef>
          </c:cat>
          <c:val>
            <c:numRef>
              <c:f>Sheet1!$D$2:$D$2001</c:f>
              <c:numCache>
                <c:formatCode>General</c:formatCode>
                <c:ptCount val="1999"/>
                <c:pt idx="0">
                  <c:v>42.258518535378</c:v>
                </c:pt>
                <c:pt idx="1">
                  <c:v>22.6307939918604</c:v>
                </c:pt>
                <c:pt idx="2">
                  <c:v>8.4231857562956</c:v>
                </c:pt>
                <c:pt idx="3">
                  <c:v>14.2844545532622</c:v>
                </c:pt>
                <c:pt idx="4">
                  <c:v>10.0127883556685</c:v>
                </c:pt>
                <c:pt idx="5">
                  <c:v>4.66089367302223</c:v>
                </c:pt>
                <c:pt idx="6">
                  <c:v>5.48722501893964</c:v>
                </c:pt>
                <c:pt idx="7">
                  <c:v>5.79107638289385</c:v>
                </c:pt>
                <c:pt idx="8">
                  <c:v>4.81234239013364</c:v>
                </c:pt>
                <c:pt idx="9">
                  <c:v>3.51396902355015</c:v>
                </c:pt>
                <c:pt idx="10">
                  <c:v>3.40626877936605</c:v>
                </c:pt>
                <c:pt idx="11">
                  <c:v>4.23345886511788</c:v>
                </c:pt>
                <c:pt idx="12">
                  <c:v>4.64405976454616</c:v>
                </c:pt>
                <c:pt idx="13">
                  <c:v>4.82804482293074</c:v>
                </c:pt>
                <c:pt idx="14">
                  <c:v>4.39238928390964</c:v>
                </c:pt>
                <c:pt idx="15">
                  <c:v>3.6026109072478</c:v>
                </c:pt>
                <c:pt idx="16">
                  <c:v>2.92786276569822</c:v>
                </c:pt>
                <c:pt idx="17">
                  <c:v>2.95882009141582</c:v>
                </c:pt>
                <c:pt idx="18">
                  <c:v>3.32528012885218</c:v>
                </c:pt>
                <c:pt idx="19">
                  <c:v>3.50828702186242</c:v>
                </c:pt>
                <c:pt idx="20">
                  <c:v>3.46000589391897</c:v>
                </c:pt>
                <c:pt idx="21">
                  <c:v>3.05539207938929</c:v>
                </c:pt>
                <c:pt idx="22">
                  <c:v>2.81109282801109</c:v>
                </c:pt>
                <c:pt idx="23">
                  <c:v>2.86241448500516</c:v>
                </c:pt>
                <c:pt idx="24">
                  <c:v>3.02290415891709</c:v>
                </c:pt>
                <c:pt idx="25">
                  <c:v>3.06706070784514</c:v>
                </c:pt>
                <c:pt idx="26">
                  <c:v>3.02187379598296</c:v>
                </c:pt>
                <c:pt idx="27">
                  <c:v>2.73952763930122</c:v>
                </c:pt>
                <c:pt idx="28">
                  <c:v>2.8265980788156</c:v>
                </c:pt>
                <c:pt idx="29">
                  <c:v>2.93277307102119</c:v>
                </c:pt>
                <c:pt idx="30">
                  <c:v>2.83529057797983</c:v>
                </c:pt>
                <c:pt idx="31">
                  <c:v>2.8838145364379</c:v>
                </c:pt>
                <c:pt idx="32">
                  <c:v>2.75641004305009</c:v>
                </c:pt>
                <c:pt idx="33">
                  <c:v>2.81004856564719</c:v>
                </c:pt>
                <c:pt idx="34">
                  <c:v>2.85931755314869</c:v>
                </c:pt>
                <c:pt idx="35">
                  <c:v>2.72696807547043</c:v>
                </c:pt>
                <c:pt idx="36">
                  <c:v>2.69965378452491</c:v>
                </c:pt>
                <c:pt idx="37">
                  <c:v>2.64209584011428</c:v>
                </c:pt>
                <c:pt idx="38">
                  <c:v>2.66775366591189</c:v>
                </c:pt>
                <c:pt idx="39">
                  <c:v>2.71572026263819</c:v>
                </c:pt>
                <c:pt idx="40">
                  <c:v>2.71882500859325</c:v>
                </c:pt>
                <c:pt idx="41">
                  <c:v>2.58126294513782</c:v>
                </c:pt>
                <c:pt idx="42">
                  <c:v>2.59359687637259</c:v>
                </c:pt>
                <c:pt idx="43">
                  <c:v>2.67207051962957</c:v>
                </c:pt>
                <c:pt idx="44">
                  <c:v>2.63581603368229</c:v>
                </c:pt>
                <c:pt idx="45">
                  <c:v>2.64612052699639</c:v>
                </c:pt>
                <c:pt idx="46">
                  <c:v>2.64471573509046</c:v>
                </c:pt>
                <c:pt idx="47">
                  <c:v>2.64141583783619</c:v>
                </c:pt>
                <c:pt idx="48">
                  <c:v>2.67736421152991</c:v>
                </c:pt>
                <c:pt idx="49">
                  <c:v>2.60631696429438</c:v>
                </c:pt>
                <c:pt idx="50">
                  <c:v>2.63923191273784</c:v>
                </c:pt>
                <c:pt idx="51">
                  <c:v>2.62722227329853</c:v>
                </c:pt>
                <c:pt idx="52">
                  <c:v>2.55227121344732</c:v>
                </c:pt>
                <c:pt idx="53">
                  <c:v>2.56888369794966</c:v>
                </c:pt>
                <c:pt idx="54">
                  <c:v>2.56913777580451</c:v>
                </c:pt>
                <c:pt idx="55">
                  <c:v>2.64316350031884</c:v>
                </c:pt>
                <c:pt idx="56">
                  <c:v>2.56609542592354</c:v>
                </c:pt>
                <c:pt idx="57">
                  <c:v>2.58998935195742</c:v>
                </c:pt>
                <c:pt idx="58">
                  <c:v>2.63358310772718</c:v>
                </c:pt>
                <c:pt idx="59">
                  <c:v>2.55123221236556</c:v>
                </c:pt>
                <c:pt idx="60">
                  <c:v>2.59268903491276</c:v>
                </c:pt>
                <c:pt idx="61">
                  <c:v>2.50873107345769</c:v>
                </c:pt>
                <c:pt idx="62">
                  <c:v>2.54418648046719</c:v>
                </c:pt>
                <c:pt idx="63">
                  <c:v>2.60312033610796</c:v>
                </c:pt>
                <c:pt idx="64">
                  <c:v>2.55342612465711</c:v>
                </c:pt>
                <c:pt idx="65">
                  <c:v>2.50594748055537</c:v>
                </c:pt>
                <c:pt idx="66">
                  <c:v>2.56972156775995</c:v>
                </c:pt>
                <c:pt idx="67">
                  <c:v>2.54447825074936</c:v>
                </c:pt>
                <c:pt idx="68">
                  <c:v>2.46738723972337</c:v>
                </c:pt>
                <c:pt idx="69">
                  <c:v>2.5586419876164</c:v>
                </c:pt>
                <c:pt idx="70">
                  <c:v>2.52062088580769</c:v>
                </c:pt>
                <c:pt idx="71">
                  <c:v>2.50285091047869</c:v>
                </c:pt>
                <c:pt idx="72">
                  <c:v>2.55270275457945</c:v>
                </c:pt>
                <c:pt idx="73">
                  <c:v>2.53850145007598</c:v>
                </c:pt>
                <c:pt idx="74">
                  <c:v>2.58165526771229</c:v>
                </c:pt>
                <c:pt idx="75">
                  <c:v>2.4971722609922</c:v>
                </c:pt>
                <c:pt idx="76">
                  <c:v>2.51758882767415</c:v>
                </c:pt>
                <c:pt idx="77">
                  <c:v>2.43000643192552</c:v>
                </c:pt>
                <c:pt idx="78">
                  <c:v>2.50487382847535</c:v>
                </c:pt>
                <c:pt idx="79">
                  <c:v>2.51316768051361</c:v>
                </c:pt>
                <c:pt idx="80">
                  <c:v>2.50992808894681</c:v>
                </c:pt>
                <c:pt idx="81">
                  <c:v>2.5826408252373</c:v>
                </c:pt>
                <c:pt idx="82">
                  <c:v>2.52857903269274</c:v>
                </c:pt>
                <c:pt idx="83">
                  <c:v>2.455466653191</c:v>
                </c:pt>
                <c:pt idx="84">
                  <c:v>2.50422792725811</c:v>
                </c:pt>
                <c:pt idx="85">
                  <c:v>2.42849410598368</c:v>
                </c:pt>
                <c:pt idx="86">
                  <c:v>2.45659089131196</c:v>
                </c:pt>
                <c:pt idx="87">
                  <c:v>2.49585055438593</c:v>
                </c:pt>
                <c:pt idx="88">
                  <c:v>2.50200440854367</c:v>
                </c:pt>
                <c:pt idx="89">
                  <c:v>2.40431752361754</c:v>
                </c:pt>
                <c:pt idx="90">
                  <c:v>2.5265359047647</c:v>
                </c:pt>
                <c:pt idx="91">
                  <c:v>2.52121349852528</c:v>
                </c:pt>
                <c:pt idx="92">
                  <c:v>2.48891838883513</c:v>
                </c:pt>
                <c:pt idx="93">
                  <c:v>2.4356861380962</c:v>
                </c:pt>
                <c:pt idx="94">
                  <c:v>2.44490853437305</c:v>
                </c:pt>
                <c:pt idx="95">
                  <c:v>2.44954004701998</c:v>
                </c:pt>
                <c:pt idx="96">
                  <c:v>2.50894461260553</c:v>
                </c:pt>
                <c:pt idx="97">
                  <c:v>2.51573947085195</c:v>
                </c:pt>
                <c:pt idx="98">
                  <c:v>2.49914963958278</c:v>
                </c:pt>
                <c:pt idx="99">
                  <c:v>2.46149791970914</c:v>
                </c:pt>
                <c:pt idx="100">
                  <c:v>2.37720740609727</c:v>
                </c:pt>
                <c:pt idx="101">
                  <c:v>2.40898539147747</c:v>
                </c:pt>
                <c:pt idx="102">
                  <c:v>2.44191649945583</c:v>
                </c:pt>
                <c:pt idx="103">
                  <c:v>2.40474820995461</c:v>
                </c:pt>
                <c:pt idx="104">
                  <c:v>2.48817428597788</c:v>
                </c:pt>
                <c:pt idx="105">
                  <c:v>2.3835046175796</c:v>
                </c:pt>
                <c:pt idx="106">
                  <c:v>2.44662256233923</c:v>
                </c:pt>
                <c:pt idx="107">
                  <c:v>2.43840875552036</c:v>
                </c:pt>
                <c:pt idx="108">
                  <c:v>2.37748062260627</c:v>
                </c:pt>
                <c:pt idx="109">
                  <c:v>2.34195191351359</c:v>
                </c:pt>
                <c:pt idx="110">
                  <c:v>2.42142220213409</c:v>
                </c:pt>
                <c:pt idx="111">
                  <c:v>2.38769459737566</c:v>
                </c:pt>
                <c:pt idx="112">
                  <c:v>2.4315635765506</c:v>
                </c:pt>
                <c:pt idx="113">
                  <c:v>2.416866322926</c:v>
                </c:pt>
                <c:pt idx="114">
                  <c:v>2.38085032984529</c:v>
                </c:pt>
                <c:pt idx="115">
                  <c:v>2.40949800809561</c:v>
                </c:pt>
                <c:pt idx="116">
                  <c:v>2.39769113530789</c:v>
                </c:pt>
                <c:pt idx="117">
                  <c:v>2.40287727704591</c:v>
                </c:pt>
                <c:pt idx="118">
                  <c:v>2.41403679514643</c:v>
                </c:pt>
                <c:pt idx="119">
                  <c:v>2.31950452270814</c:v>
                </c:pt>
                <c:pt idx="120">
                  <c:v>2.44307050528154</c:v>
                </c:pt>
                <c:pt idx="121">
                  <c:v>2.3907310670796</c:v>
                </c:pt>
                <c:pt idx="122">
                  <c:v>2.43695891453666</c:v>
                </c:pt>
                <c:pt idx="123">
                  <c:v>2.34796618603321</c:v>
                </c:pt>
                <c:pt idx="124">
                  <c:v>2.30265757027095</c:v>
                </c:pt>
                <c:pt idx="125">
                  <c:v>2.32324290979671</c:v>
                </c:pt>
                <c:pt idx="126">
                  <c:v>2.30000541158186</c:v>
                </c:pt>
                <c:pt idx="127">
                  <c:v>2.38827672125383</c:v>
                </c:pt>
                <c:pt idx="128">
                  <c:v>2.397891357471</c:v>
                </c:pt>
                <c:pt idx="129">
                  <c:v>2.32652331009752</c:v>
                </c:pt>
                <c:pt idx="130">
                  <c:v>2.36580869876625</c:v>
                </c:pt>
                <c:pt idx="131">
                  <c:v>2.36066260172176</c:v>
                </c:pt>
                <c:pt idx="132">
                  <c:v>2.30436287953711</c:v>
                </c:pt>
                <c:pt idx="133">
                  <c:v>2.30562681130149</c:v>
                </c:pt>
                <c:pt idx="134">
                  <c:v>2.3711760957136</c:v>
                </c:pt>
                <c:pt idx="135">
                  <c:v>2.32867323236075</c:v>
                </c:pt>
                <c:pt idx="136">
                  <c:v>2.35552014320509</c:v>
                </c:pt>
                <c:pt idx="137">
                  <c:v>2.24085041817797</c:v>
                </c:pt>
                <c:pt idx="138">
                  <c:v>2.29128323899084</c:v>
                </c:pt>
                <c:pt idx="139">
                  <c:v>2.30606359881101</c:v>
                </c:pt>
                <c:pt idx="140">
                  <c:v>2.3480625912811</c:v>
                </c:pt>
                <c:pt idx="141">
                  <c:v>2.28458776288302</c:v>
                </c:pt>
                <c:pt idx="142">
                  <c:v>2.23687491802698</c:v>
                </c:pt>
                <c:pt idx="143">
                  <c:v>2.2393284786954</c:v>
                </c:pt>
                <c:pt idx="144">
                  <c:v>2.25385004430974</c:v>
                </c:pt>
                <c:pt idx="145">
                  <c:v>2.25166929393723</c:v>
                </c:pt>
                <c:pt idx="146">
                  <c:v>2.19695034498598</c:v>
                </c:pt>
                <c:pt idx="147">
                  <c:v>2.17585941893897</c:v>
                </c:pt>
                <c:pt idx="148">
                  <c:v>2.21313673477152</c:v>
                </c:pt>
                <c:pt idx="149">
                  <c:v>2.18110916250975</c:v>
                </c:pt>
                <c:pt idx="150">
                  <c:v>2.15724972756327</c:v>
                </c:pt>
                <c:pt idx="151">
                  <c:v>2.25663945169767</c:v>
                </c:pt>
                <c:pt idx="152">
                  <c:v>2.17689918639422</c:v>
                </c:pt>
                <c:pt idx="153">
                  <c:v>2.17610286855235</c:v>
                </c:pt>
                <c:pt idx="154">
                  <c:v>2.20359898673927</c:v>
                </c:pt>
                <c:pt idx="155">
                  <c:v>2.1165783931782</c:v>
                </c:pt>
                <c:pt idx="156">
                  <c:v>2.13322527396857</c:v>
                </c:pt>
                <c:pt idx="157">
                  <c:v>2.12667303332155</c:v>
                </c:pt>
                <c:pt idx="158">
                  <c:v>2.15845235561276</c:v>
                </c:pt>
                <c:pt idx="159">
                  <c:v>2.08458439596976</c:v>
                </c:pt>
                <c:pt idx="160">
                  <c:v>2.14565148328834</c:v>
                </c:pt>
                <c:pt idx="161">
                  <c:v>2.02455188726344</c:v>
                </c:pt>
                <c:pt idx="162">
                  <c:v>2.07675135357336</c:v>
                </c:pt>
                <c:pt idx="163">
                  <c:v>1.97430210299917</c:v>
                </c:pt>
                <c:pt idx="164">
                  <c:v>2.0324958349704</c:v>
                </c:pt>
                <c:pt idx="165">
                  <c:v>1.99074943028099</c:v>
                </c:pt>
                <c:pt idx="166">
                  <c:v>1.99600443110478</c:v>
                </c:pt>
                <c:pt idx="167">
                  <c:v>1.97258807923733</c:v>
                </c:pt>
                <c:pt idx="168">
                  <c:v>2.0749976058158</c:v>
                </c:pt>
                <c:pt idx="169">
                  <c:v>1.98070550180079</c:v>
                </c:pt>
                <c:pt idx="170">
                  <c:v>1.95012654482186</c:v>
                </c:pt>
                <c:pt idx="171">
                  <c:v>1.91317588859142</c:v>
                </c:pt>
                <c:pt idx="172">
                  <c:v>2.0395124853176</c:v>
                </c:pt>
                <c:pt idx="173">
                  <c:v>1.94756646197387</c:v>
                </c:pt>
                <c:pt idx="174">
                  <c:v>1.98720346326877</c:v>
                </c:pt>
                <c:pt idx="175">
                  <c:v>1.95281314521801</c:v>
                </c:pt>
                <c:pt idx="176">
                  <c:v>1.93783352508039</c:v>
                </c:pt>
                <c:pt idx="177">
                  <c:v>1.97749490841287</c:v>
                </c:pt>
                <c:pt idx="178">
                  <c:v>1.98051978220883</c:v>
                </c:pt>
                <c:pt idx="179">
                  <c:v>1.89224661700702</c:v>
                </c:pt>
                <c:pt idx="180">
                  <c:v>1.91644567075369</c:v>
                </c:pt>
                <c:pt idx="181">
                  <c:v>1.89298403874162</c:v>
                </c:pt>
                <c:pt idx="182">
                  <c:v>1.85993935693531</c:v>
                </c:pt>
                <c:pt idx="183">
                  <c:v>1.83245633876164</c:v>
                </c:pt>
                <c:pt idx="184">
                  <c:v>1.86912079356079</c:v>
                </c:pt>
                <c:pt idx="185">
                  <c:v>1.76363407323989</c:v>
                </c:pt>
                <c:pt idx="186">
                  <c:v>1.8093343184926</c:v>
                </c:pt>
                <c:pt idx="187">
                  <c:v>1.85203685187049</c:v>
                </c:pt>
                <c:pt idx="188">
                  <c:v>1.86958301869735</c:v>
                </c:pt>
                <c:pt idx="189">
                  <c:v>1.87317644419087</c:v>
                </c:pt>
                <c:pt idx="190">
                  <c:v>1.8858166254868</c:v>
                </c:pt>
                <c:pt idx="191">
                  <c:v>1.772684004657</c:v>
                </c:pt>
                <c:pt idx="192">
                  <c:v>1.75200604201808</c:v>
                </c:pt>
                <c:pt idx="193">
                  <c:v>1.79222068019961</c:v>
                </c:pt>
                <c:pt idx="194">
                  <c:v>1.7705553577755</c:v>
                </c:pt>
                <c:pt idx="195">
                  <c:v>1.79005984407477</c:v>
                </c:pt>
                <c:pt idx="196">
                  <c:v>1.75944900163455</c:v>
                </c:pt>
                <c:pt idx="197">
                  <c:v>1.71671411103347</c:v>
                </c:pt>
                <c:pt idx="198">
                  <c:v>1.76352169541365</c:v>
                </c:pt>
                <c:pt idx="199">
                  <c:v>1.80883165960577</c:v>
                </c:pt>
                <c:pt idx="200">
                  <c:v>1.8029798685584</c:v>
                </c:pt>
                <c:pt idx="201">
                  <c:v>1.72243705963895</c:v>
                </c:pt>
                <c:pt idx="202">
                  <c:v>1.80197012730771</c:v>
                </c:pt>
                <c:pt idx="203">
                  <c:v>1.74768765366968</c:v>
                </c:pt>
                <c:pt idx="204">
                  <c:v>1.71157826428011</c:v>
                </c:pt>
                <c:pt idx="205">
                  <c:v>1.73269831566146</c:v>
                </c:pt>
                <c:pt idx="206">
                  <c:v>1.71853603111308</c:v>
                </c:pt>
                <c:pt idx="207">
                  <c:v>1.73439672994857</c:v>
                </c:pt>
                <c:pt idx="208">
                  <c:v>1.74446670217622</c:v>
                </c:pt>
                <c:pt idx="209">
                  <c:v>1.70579255547983</c:v>
                </c:pt>
                <c:pt idx="210">
                  <c:v>1.7270777829378</c:v>
                </c:pt>
                <c:pt idx="211">
                  <c:v>1.67709952718669</c:v>
                </c:pt>
                <c:pt idx="212">
                  <c:v>1.71250142452781</c:v>
                </c:pt>
                <c:pt idx="213">
                  <c:v>1.63250124502065</c:v>
                </c:pt>
                <c:pt idx="214">
                  <c:v>1.7318736767603</c:v>
                </c:pt>
                <c:pt idx="215">
                  <c:v>1.68315989715716</c:v>
                </c:pt>
                <c:pt idx="216">
                  <c:v>1.7762406476707</c:v>
                </c:pt>
                <c:pt idx="217">
                  <c:v>1.7050282533066</c:v>
                </c:pt>
                <c:pt idx="218">
                  <c:v>1.78307845394887</c:v>
                </c:pt>
                <c:pt idx="219">
                  <c:v>1.74490667359982</c:v>
                </c:pt>
                <c:pt idx="220">
                  <c:v>1.65127657807045</c:v>
                </c:pt>
                <c:pt idx="221">
                  <c:v>1.75570378914437</c:v>
                </c:pt>
                <c:pt idx="222">
                  <c:v>1.67101912442976</c:v>
                </c:pt>
                <c:pt idx="223">
                  <c:v>1.73801320466841</c:v>
                </c:pt>
                <c:pt idx="224">
                  <c:v>1.62086164464125</c:v>
                </c:pt>
                <c:pt idx="225">
                  <c:v>1.8037834403321</c:v>
                </c:pt>
                <c:pt idx="226">
                  <c:v>1.69508938641549</c:v>
                </c:pt>
                <c:pt idx="227">
                  <c:v>1.7079665872307</c:v>
                </c:pt>
                <c:pt idx="228">
                  <c:v>1.73522831564061</c:v>
                </c:pt>
                <c:pt idx="229">
                  <c:v>1.66047443968256</c:v>
                </c:pt>
                <c:pt idx="230">
                  <c:v>1.61348817963677</c:v>
                </c:pt>
                <c:pt idx="231">
                  <c:v>1.75813037404382</c:v>
                </c:pt>
                <c:pt idx="232">
                  <c:v>1.62415375330245</c:v>
                </c:pt>
                <c:pt idx="233">
                  <c:v>1.63993972097297</c:v>
                </c:pt>
                <c:pt idx="234">
                  <c:v>1.6971998600392</c:v>
                </c:pt>
                <c:pt idx="235">
                  <c:v>1.60759264504979</c:v>
                </c:pt>
                <c:pt idx="236">
                  <c:v>1.62299112695782</c:v>
                </c:pt>
                <c:pt idx="237">
                  <c:v>1.52504653064582</c:v>
                </c:pt>
                <c:pt idx="238">
                  <c:v>1.59462782752928</c:v>
                </c:pt>
                <c:pt idx="239">
                  <c:v>1.54848987936772</c:v>
                </c:pt>
                <c:pt idx="240">
                  <c:v>1.56771454677537</c:v>
                </c:pt>
                <c:pt idx="241">
                  <c:v>1.55251112918643</c:v>
                </c:pt>
                <c:pt idx="242">
                  <c:v>1.58349272203075</c:v>
                </c:pt>
                <c:pt idx="243">
                  <c:v>1.51999335584388</c:v>
                </c:pt>
                <c:pt idx="244">
                  <c:v>1.5763212912728</c:v>
                </c:pt>
                <c:pt idx="245">
                  <c:v>1.54094883415522</c:v>
                </c:pt>
                <c:pt idx="246">
                  <c:v>1.60267033914885</c:v>
                </c:pt>
                <c:pt idx="247">
                  <c:v>1.59790749856621</c:v>
                </c:pt>
                <c:pt idx="248">
                  <c:v>1.55540708835871</c:v>
                </c:pt>
                <c:pt idx="249">
                  <c:v>1.58325913922029</c:v>
                </c:pt>
                <c:pt idx="250">
                  <c:v>1.50856361893503</c:v>
                </c:pt>
                <c:pt idx="251">
                  <c:v>1.54970901722232</c:v>
                </c:pt>
                <c:pt idx="252">
                  <c:v>1.54471251752824</c:v>
                </c:pt>
                <c:pt idx="253">
                  <c:v>1.58326772834913</c:v>
                </c:pt>
                <c:pt idx="254">
                  <c:v>1.44099490007719</c:v>
                </c:pt>
                <c:pt idx="255">
                  <c:v>1.47111883267791</c:v>
                </c:pt>
                <c:pt idx="256">
                  <c:v>1.568340126856</c:v>
                </c:pt>
                <c:pt idx="257">
                  <c:v>1.56183320217456</c:v>
                </c:pt>
                <c:pt idx="258">
                  <c:v>1.50936118205513</c:v>
                </c:pt>
                <c:pt idx="259">
                  <c:v>1.44094404452669</c:v>
                </c:pt>
                <c:pt idx="260">
                  <c:v>1.4254729871372</c:v>
                </c:pt>
                <c:pt idx="261">
                  <c:v>1.4764794227045</c:v>
                </c:pt>
                <c:pt idx="262">
                  <c:v>1.57317245098085</c:v>
                </c:pt>
                <c:pt idx="263">
                  <c:v>1.41240078223942</c:v>
                </c:pt>
                <c:pt idx="264">
                  <c:v>1.49399071697306</c:v>
                </c:pt>
                <c:pt idx="265">
                  <c:v>1.43506291397831</c:v>
                </c:pt>
                <c:pt idx="266">
                  <c:v>1.78149826280119</c:v>
                </c:pt>
                <c:pt idx="267">
                  <c:v>1.67021940637807</c:v>
                </c:pt>
                <c:pt idx="268">
                  <c:v>1.69757109101594</c:v>
                </c:pt>
                <c:pt idx="269">
                  <c:v>1.54381236570067</c:v>
                </c:pt>
                <c:pt idx="270">
                  <c:v>1.48701051715447</c:v>
                </c:pt>
                <c:pt idx="271">
                  <c:v>1.58434340674069</c:v>
                </c:pt>
                <c:pt idx="272">
                  <c:v>1.42445751500789</c:v>
                </c:pt>
                <c:pt idx="273">
                  <c:v>1.55712771643942</c:v>
                </c:pt>
                <c:pt idx="274">
                  <c:v>1.50906528175274</c:v>
                </c:pt>
                <c:pt idx="275">
                  <c:v>1.64097997229731</c:v>
                </c:pt>
                <c:pt idx="276">
                  <c:v>1.41164531981317</c:v>
                </c:pt>
                <c:pt idx="277">
                  <c:v>1.50605613841298</c:v>
                </c:pt>
                <c:pt idx="278">
                  <c:v>1.56122663515699</c:v>
                </c:pt>
                <c:pt idx="279">
                  <c:v>1.44285321983286</c:v>
                </c:pt>
                <c:pt idx="280">
                  <c:v>1.45420215654492</c:v>
                </c:pt>
                <c:pt idx="281">
                  <c:v>1.43005549108603</c:v>
                </c:pt>
                <c:pt idx="282">
                  <c:v>1.46494144763117</c:v>
                </c:pt>
                <c:pt idx="283">
                  <c:v>1.3710049394171</c:v>
                </c:pt>
                <c:pt idx="284">
                  <c:v>1.35032002761027</c:v>
                </c:pt>
                <c:pt idx="285">
                  <c:v>1.38104341850438</c:v>
                </c:pt>
                <c:pt idx="286">
                  <c:v>1.35194759086819</c:v>
                </c:pt>
                <c:pt idx="287">
                  <c:v>1.45922049586761</c:v>
                </c:pt>
                <c:pt idx="288">
                  <c:v>1.46689787206388</c:v>
                </c:pt>
                <c:pt idx="289">
                  <c:v>1.49450894768491</c:v>
                </c:pt>
                <c:pt idx="290">
                  <c:v>1.40297325151675</c:v>
                </c:pt>
                <c:pt idx="291">
                  <c:v>1.49893167274617</c:v>
                </c:pt>
                <c:pt idx="292">
                  <c:v>1.40466701010787</c:v>
                </c:pt>
                <c:pt idx="293">
                  <c:v>1.38776385766601</c:v>
                </c:pt>
                <c:pt idx="294">
                  <c:v>1.39908404591102</c:v>
                </c:pt>
                <c:pt idx="295">
                  <c:v>1.51640808768715</c:v>
                </c:pt>
                <c:pt idx="296">
                  <c:v>1.43505632415653</c:v>
                </c:pt>
                <c:pt idx="297">
                  <c:v>1.33268377556369</c:v>
                </c:pt>
                <c:pt idx="298">
                  <c:v>1.33370346344026</c:v>
                </c:pt>
                <c:pt idx="299">
                  <c:v>1.34430926243634</c:v>
                </c:pt>
                <c:pt idx="300">
                  <c:v>1.3313978341749</c:v>
                </c:pt>
                <c:pt idx="301">
                  <c:v>1.34743039832898</c:v>
                </c:pt>
                <c:pt idx="302">
                  <c:v>1.31030409584778</c:v>
                </c:pt>
                <c:pt idx="303">
                  <c:v>1.32579051752734</c:v>
                </c:pt>
                <c:pt idx="304">
                  <c:v>1.34801496549195</c:v>
                </c:pt>
                <c:pt idx="305">
                  <c:v>1.33524201846314</c:v>
                </c:pt>
                <c:pt idx="306">
                  <c:v>1.31751106977582</c:v>
                </c:pt>
                <c:pt idx="307">
                  <c:v>1.33276794234153</c:v>
                </c:pt>
                <c:pt idx="308">
                  <c:v>1.48060247177451</c:v>
                </c:pt>
                <c:pt idx="309">
                  <c:v>1.51681225091409</c:v>
                </c:pt>
                <c:pt idx="310">
                  <c:v>1.34171141347497</c:v>
                </c:pt>
                <c:pt idx="311">
                  <c:v>1.33613465185751</c:v>
                </c:pt>
                <c:pt idx="312">
                  <c:v>1.32343641909138</c:v>
                </c:pt>
                <c:pt idx="313">
                  <c:v>1.39983913040205</c:v>
                </c:pt>
                <c:pt idx="314">
                  <c:v>1.45724133678199</c:v>
                </c:pt>
                <c:pt idx="315">
                  <c:v>1.37447640609364</c:v>
                </c:pt>
                <c:pt idx="316">
                  <c:v>1.25453899901736</c:v>
                </c:pt>
                <c:pt idx="317">
                  <c:v>1.25829250356536</c:v>
                </c:pt>
                <c:pt idx="318">
                  <c:v>1.54603878884489</c:v>
                </c:pt>
                <c:pt idx="319">
                  <c:v>1.52751723955676</c:v>
                </c:pt>
                <c:pt idx="320">
                  <c:v>1.2672752631833</c:v>
                </c:pt>
                <c:pt idx="321">
                  <c:v>1.47783782866399</c:v>
                </c:pt>
                <c:pt idx="322">
                  <c:v>1.48727810444089</c:v>
                </c:pt>
                <c:pt idx="323">
                  <c:v>1.3342544140516</c:v>
                </c:pt>
                <c:pt idx="324">
                  <c:v>1.27313586279505</c:v>
                </c:pt>
                <c:pt idx="325">
                  <c:v>1.29020629492732</c:v>
                </c:pt>
                <c:pt idx="326">
                  <c:v>1.331911787665</c:v>
                </c:pt>
                <c:pt idx="327">
                  <c:v>1.26435450042753</c:v>
                </c:pt>
                <c:pt idx="328">
                  <c:v>1.36735501967268</c:v>
                </c:pt>
                <c:pt idx="329">
                  <c:v>1.38952585607474</c:v>
                </c:pt>
                <c:pt idx="330">
                  <c:v>1.30097604071416</c:v>
                </c:pt>
                <c:pt idx="331">
                  <c:v>1.37305669213782</c:v>
                </c:pt>
                <c:pt idx="332">
                  <c:v>1.55118210759839</c:v>
                </c:pt>
                <c:pt idx="333">
                  <c:v>1.33145498172644</c:v>
                </c:pt>
                <c:pt idx="334">
                  <c:v>1.40113618253804</c:v>
                </c:pt>
                <c:pt idx="335">
                  <c:v>1.41303534812914</c:v>
                </c:pt>
                <c:pt idx="336">
                  <c:v>1.42118001798215</c:v>
                </c:pt>
                <c:pt idx="337">
                  <c:v>1.31153329332824</c:v>
                </c:pt>
                <c:pt idx="338">
                  <c:v>1.48754949373274</c:v>
                </c:pt>
                <c:pt idx="339">
                  <c:v>1.21235997188274</c:v>
                </c:pt>
                <c:pt idx="340">
                  <c:v>1.3377878832939</c:v>
                </c:pt>
                <c:pt idx="341">
                  <c:v>1.31325133497101</c:v>
                </c:pt>
                <c:pt idx="342">
                  <c:v>1.20579741227647</c:v>
                </c:pt>
                <c:pt idx="343">
                  <c:v>1.31954469065669</c:v>
                </c:pt>
                <c:pt idx="344">
                  <c:v>1.25372153035872</c:v>
                </c:pt>
                <c:pt idx="345">
                  <c:v>1.32370023605128</c:v>
                </c:pt>
                <c:pt idx="346">
                  <c:v>1.35011200885582</c:v>
                </c:pt>
                <c:pt idx="347">
                  <c:v>1.22427002228769</c:v>
                </c:pt>
                <c:pt idx="348">
                  <c:v>1.44048996439724</c:v>
                </c:pt>
                <c:pt idx="349">
                  <c:v>1.31217225642858</c:v>
                </c:pt>
                <c:pt idx="350">
                  <c:v>1.26524154696852</c:v>
                </c:pt>
                <c:pt idx="351">
                  <c:v>1.45696147965682</c:v>
                </c:pt>
                <c:pt idx="352">
                  <c:v>1.22760062526401</c:v>
                </c:pt>
                <c:pt idx="353">
                  <c:v>1.37725707965884</c:v>
                </c:pt>
                <c:pt idx="354">
                  <c:v>1.36119559666231</c:v>
                </c:pt>
                <c:pt idx="355">
                  <c:v>1.3339498213411</c:v>
                </c:pt>
                <c:pt idx="356">
                  <c:v>1.5746345216801</c:v>
                </c:pt>
                <c:pt idx="357">
                  <c:v>1.19767526795932</c:v>
                </c:pt>
                <c:pt idx="358">
                  <c:v>1.58290957541365</c:v>
                </c:pt>
                <c:pt idx="359">
                  <c:v>1.23977502385311</c:v>
                </c:pt>
                <c:pt idx="360">
                  <c:v>1.3650803540117</c:v>
                </c:pt>
                <c:pt idx="361">
                  <c:v>1.32000336071668</c:v>
                </c:pt>
                <c:pt idx="362">
                  <c:v>1.17603902740438</c:v>
                </c:pt>
                <c:pt idx="363">
                  <c:v>1.29828980556903</c:v>
                </c:pt>
                <c:pt idx="364">
                  <c:v>1.27842241420985</c:v>
                </c:pt>
                <c:pt idx="365">
                  <c:v>1.23495208038451</c:v>
                </c:pt>
                <c:pt idx="366">
                  <c:v>1.29584654381617</c:v>
                </c:pt>
                <c:pt idx="367">
                  <c:v>1.1512230912337</c:v>
                </c:pt>
                <c:pt idx="368">
                  <c:v>1.28344009437388</c:v>
                </c:pt>
                <c:pt idx="369">
                  <c:v>1.23175012701518</c:v>
                </c:pt>
                <c:pt idx="370">
                  <c:v>1.2981378386391</c:v>
                </c:pt>
                <c:pt idx="371">
                  <c:v>1.42787722073492</c:v>
                </c:pt>
                <c:pt idx="372">
                  <c:v>1.14972963306739</c:v>
                </c:pt>
                <c:pt idx="373">
                  <c:v>1.4736501922354</c:v>
                </c:pt>
                <c:pt idx="374">
                  <c:v>1.19404157351572</c:v>
                </c:pt>
                <c:pt idx="375">
                  <c:v>1.36948771574234</c:v>
                </c:pt>
                <c:pt idx="376">
                  <c:v>1.22372047201541</c:v>
                </c:pt>
                <c:pt idx="377">
                  <c:v>1.26111660413102</c:v>
                </c:pt>
                <c:pt idx="378">
                  <c:v>1.21882970891157</c:v>
                </c:pt>
                <c:pt idx="379">
                  <c:v>1.24766102369513</c:v>
                </c:pt>
                <c:pt idx="380">
                  <c:v>1.26776713223109</c:v>
                </c:pt>
                <c:pt idx="381">
                  <c:v>1.20375694215742</c:v>
                </c:pt>
                <c:pt idx="382">
                  <c:v>1.31049266769098</c:v>
                </c:pt>
                <c:pt idx="383">
                  <c:v>1.201722945456</c:v>
                </c:pt>
                <c:pt idx="384">
                  <c:v>1.26801195337214</c:v>
                </c:pt>
                <c:pt idx="385">
                  <c:v>1.33694556989825</c:v>
                </c:pt>
                <c:pt idx="386">
                  <c:v>1.22922981426607</c:v>
                </c:pt>
                <c:pt idx="387">
                  <c:v>1.23386765050732</c:v>
                </c:pt>
                <c:pt idx="388">
                  <c:v>1.16913358068047</c:v>
                </c:pt>
                <c:pt idx="389">
                  <c:v>1.1891757994774</c:v>
                </c:pt>
                <c:pt idx="390">
                  <c:v>1.22100101792153</c:v>
                </c:pt>
                <c:pt idx="391">
                  <c:v>1.14558901317694</c:v>
                </c:pt>
                <c:pt idx="392">
                  <c:v>1.23803385602096</c:v>
                </c:pt>
                <c:pt idx="393">
                  <c:v>1.18841937453139</c:v>
                </c:pt>
                <c:pt idx="394">
                  <c:v>1.12670913243893</c:v>
                </c:pt>
                <c:pt idx="395">
                  <c:v>1.13720322724528</c:v>
                </c:pt>
                <c:pt idx="396">
                  <c:v>1.16792058873617</c:v>
                </c:pt>
                <c:pt idx="397">
                  <c:v>1.11953982083111</c:v>
                </c:pt>
                <c:pt idx="398">
                  <c:v>1.20271266105465</c:v>
                </c:pt>
                <c:pt idx="399">
                  <c:v>1.13540444442194</c:v>
                </c:pt>
                <c:pt idx="400">
                  <c:v>1.16146755059108</c:v>
                </c:pt>
                <c:pt idx="401">
                  <c:v>1.13850639347396</c:v>
                </c:pt>
                <c:pt idx="402">
                  <c:v>1.10157264999365</c:v>
                </c:pt>
                <c:pt idx="403">
                  <c:v>1.10894822757538</c:v>
                </c:pt>
                <c:pt idx="404">
                  <c:v>1.12203980275538</c:v>
                </c:pt>
                <c:pt idx="405">
                  <c:v>1.12816087257778</c:v>
                </c:pt>
                <c:pt idx="406">
                  <c:v>1.10069999392623</c:v>
                </c:pt>
                <c:pt idx="407">
                  <c:v>1.11535456561833</c:v>
                </c:pt>
                <c:pt idx="408">
                  <c:v>1.13073616104537</c:v>
                </c:pt>
                <c:pt idx="409">
                  <c:v>1.07681897322546</c:v>
                </c:pt>
                <c:pt idx="410">
                  <c:v>1.17086841452422</c:v>
                </c:pt>
                <c:pt idx="411">
                  <c:v>1.09237179451052</c:v>
                </c:pt>
                <c:pt idx="412">
                  <c:v>1.09734206624963</c:v>
                </c:pt>
                <c:pt idx="413">
                  <c:v>1.07857002693863</c:v>
                </c:pt>
                <c:pt idx="414">
                  <c:v>1.08121281407289</c:v>
                </c:pt>
                <c:pt idx="415">
                  <c:v>1.12508307299215</c:v>
                </c:pt>
                <c:pt idx="416">
                  <c:v>1.15277034234582</c:v>
                </c:pt>
                <c:pt idx="417">
                  <c:v>1.10459382123528</c:v>
                </c:pt>
                <c:pt idx="418">
                  <c:v>1.11462612659843</c:v>
                </c:pt>
                <c:pt idx="419">
                  <c:v>1.17359650541186</c:v>
                </c:pt>
                <c:pt idx="420">
                  <c:v>1.13949139848207</c:v>
                </c:pt>
                <c:pt idx="421">
                  <c:v>1.06140474545074</c:v>
                </c:pt>
                <c:pt idx="422">
                  <c:v>1.12773263700641</c:v>
                </c:pt>
                <c:pt idx="423">
                  <c:v>1.14221381287738</c:v>
                </c:pt>
                <c:pt idx="424">
                  <c:v>1.13191710640674</c:v>
                </c:pt>
                <c:pt idx="425">
                  <c:v>1.06307392326494</c:v>
                </c:pt>
                <c:pt idx="426">
                  <c:v>1.07379979814537</c:v>
                </c:pt>
                <c:pt idx="427">
                  <c:v>1.0983269569058</c:v>
                </c:pt>
                <c:pt idx="428">
                  <c:v>1.16138488477875</c:v>
                </c:pt>
                <c:pt idx="429">
                  <c:v>1.13203102689628</c:v>
                </c:pt>
                <c:pt idx="430">
                  <c:v>1.07463280416466</c:v>
                </c:pt>
                <c:pt idx="431">
                  <c:v>1.04640089958111</c:v>
                </c:pt>
                <c:pt idx="432">
                  <c:v>1.16597643205436</c:v>
                </c:pt>
                <c:pt idx="433">
                  <c:v>1.07030950559735</c:v>
                </c:pt>
                <c:pt idx="434">
                  <c:v>1.11112216410772</c:v>
                </c:pt>
                <c:pt idx="435">
                  <c:v>1.04871597490571</c:v>
                </c:pt>
                <c:pt idx="436">
                  <c:v>1.12012078175613</c:v>
                </c:pt>
                <c:pt idx="437">
                  <c:v>1.16535149350694</c:v>
                </c:pt>
                <c:pt idx="438">
                  <c:v>1.1475491387204</c:v>
                </c:pt>
                <c:pt idx="439">
                  <c:v>1.1471176237225</c:v>
                </c:pt>
                <c:pt idx="440">
                  <c:v>1.05156616115014</c:v>
                </c:pt>
                <c:pt idx="441">
                  <c:v>1.13908801335507</c:v>
                </c:pt>
                <c:pt idx="442">
                  <c:v>1.16180285945691</c:v>
                </c:pt>
                <c:pt idx="443">
                  <c:v>1.04565631883416</c:v>
                </c:pt>
                <c:pt idx="444">
                  <c:v>1.04302330656624</c:v>
                </c:pt>
                <c:pt idx="445">
                  <c:v>1.16135200674371</c:v>
                </c:pt>
                <c:pt idx="446">
                  <c:v>1.35773230964021</c:v>
                </c:pt>
                <c:pt idx="447">
                  <c:v>1.07850358430552</c:v>
                </c:pt>
                <c:pt idx="448">
                  <c:v>1.15955842619593</c:v>
                </c:pt>
                <c:pt idx="449">
                  <c:v>1.15491829771243</c:v>
                </c:pt>
                <c:pt idx="450">
                  <c:v>1.0055125761954</c:v>
                </c:pt>
                <c:pt idx="451">
                  <c:v>1.17308965009411</c:v>
                </c:pt>
                <c:pt idx="452">
                  <c:v>1.12885110748925</c:v>
                </c:pt>
                <c:pt idx="453">
                  <c:v>1.06568559202962</c:v>
                </c:pt>
                <c:pt idx="454">
                  <c:v>1.09933489688346</c:v>
                </c:pt>
                <c:pt idx="455">
                  <c:v>1.03051681208238</c:v>
                </c:pt>
                <c:pt idx="456">
                  <c:v>1.06294821236591</c:v>
                </c:pt>
                <c:pt idx="457">
                  <c:v>1.03850207072417</c:v>
                </c:pt>
                <c:pt idx="458">
                  <c:v>1.07401445924084</c:v>
                </c:pt>
                <c:pt idx="459">
                  <c:v>1.02030321425726</c:v>
                </c:pt>
                <c:pt idx="460">
                  <c:v>1.08384457226546</c:v>
                </c:pt>
                <c:pt idx="461">
                  <c:v>1.09570822331752</c:v>
                </c:pt>
                <c:pt idx="462">
                  <c:v>1.11959428046433</c:v>
                </c:pt>
                <c:pt idx="463">
                  <c:v>1.03051016957678</c:v>
                </c:pt>
                <c:pt idx="464">
                  <c:v>1.1074790967516</c:v>
                </c:pt>
                <c:pt idx="465">
                  <c:v>1.01046593092427</c:v>
                </c:pt>
                <c:pt idx="466">
                  <c:v>1.06040690438235</c:v>
                </c:pt>
                <c:pt idx="467">
                  <c:v>1.17470568385855</c:v>
                </c:pt>
                <c:pt idx="468">
                  <c:v>1.07035843070017</c:v>
                </c:pt>
                <c:pt idx="469">
                  <c:v>1.02223905260394</c:v>
                </c:pt>
                <c:pt idx="470">
                  <c:v>1.15481774176652</c:v>
                </c:pt>
                <c:pt idx="471">
                  <c:v>1.10932257857555</c:v>
                </c:pt>
                <c:pt idx="472">
                  <c:v>1.01798621834035</c:v>
                </c:pt>
                <c:pt idx="473">
                  <c:v>1.14438485787551</c:v>
                </c:pt>
                <c:pt idx="474">
                  <c:v>1.12529861650149</c:v>
                </c:pt>
                <c:pt idx="475">
                  <c:v>1.02540742118434</c:v>
                </c:pt>
                <c:pt idx="476">
                  <c:v>1.02363327939824</c:v>
                </c:pt>
                <c:pt idx="477">
                  <c:v>1.0549335196792</c:v>
                </c:pt>
                <c:pt idx="478">
                  <c:v>1.02028924296416</c:v>
                </c:pt>
                <c:pt idx="479">
                  <c:v>1.09005044843909</c:v>
                </c:pt>
                <c:pt idx="480">
                  <c:v>1.11468639268485</c:v>
                </c:pt>
                <c:pt idx="481">
                  <c:v>1.00270904104541</c:v>
                </c:pt>
                <c:pt idx="482">
                  <c:v>1.10320899738109</c:v>
                </c:pt>
                <c:pt idx="483">
                  <c:v>1.0997902287537</c:v>
                </c:pt>
                <c:pt idx="484">
                  <c:v>1.01453633055531</c:v>
                </c:pt>
                <c:pt idx="485">
                  <c:v>0.993177081643464</c:v>
                </c:pt>
                <c:pt idx="486">
                  <c:v>1.04742849530042</c:v>
                </c:pt>
                <c:pt idx="487">
                  <c:v>1.07584737669921</c:v>
                </c:pt>
                <c:pt idx="488">
                  <c:v>1.03087102387068</c:v>
                </c:pt>
                <c:pt idx="489">
                  <c:v>1.04280112863034</c:v>
                </c:pt>
                <c:pt idx="490">
                  <c:v>1.08942241703021</c:v>
                </c:pt>
                <c:pt idx="491">
                  <c:v>1.03701589972104</c:v>
                </c:pt>
                <c:pt idx="492">
                  <c:v>0.967135217824392</c:v>
                </c:pt>
                <c:pt idx="493">
                  <c:v>1.1280029260365</c:v>
                </c:pt>
                <c:pt idx="494">
                  <c:v>1.02024483249568</c:v>
                </c:pt>
                <c:pt idx="495">
                  <c:v>0.956281466380885</c:v>
                </c:pt>
                <c:pt idx="496">
                  <c:v>1.14538276709124</c:v>
                </c:pt>
                <c:pt idx="497">
                  <c:v>1.12542247172469</c:v>
                </c:pt>
                <c:pt idx="498">
                  <c:v>0.972333537305984</c:v>
                </c:pt>
                <c:pt idx="499">
                  <c:v>1.01801018364633</c:v>
                </c:pt>
                <c:pt idx="500">
                  <c:v>1.10633820242993</c:v>
                </c:pt>
                <c:pt idx="501">
                  <c:v>0.960567256817633</c:v>
                </c:pt>
                <c:pt idx="502">
                  <c:v>0.969452368926325</c:v>
                </c:pt>
                <c:pt idx="503">
                  <c:v>0.990775533326108</c:v>
                </c:pt>
                <c:pt idx="504">
                  <c:v>0.99574981477856</c:v>
                </c:pt>
                <c:pt idx="505">
                  <c:v>0.937988870533611</c:v>
                </c:pt>
                <c:pt idx="506">
                  <c:v>0.916553191156047</c:v>
                </c:pt>
                <c:pt idx="507">
                  <c:v>1.0193446507065</c:v>
                </c:pt>
                <c:pt idx="508">
                  <c:v>1.08103595832773</c:v>
                </c:pt>
                <c:pt idx="509">
                  <c:v>0.93292957166996</c:v>
                </c:pt>
                <c:pt idx="510">
                  <c:v>1.04190467545101</c:v>
                </c:pt>
                <c:pt idx="511">
                  <c:v>1.08726358748927</c:v>
                </c:pt>
                <c:pt idx="512">
                  <c:v>0.939828000233393</c:v>
                </c:pt>
                <c:pt idx="513">
                  <c:v>1.02048881547528</c:v>
                </c:pt>
                <c:pt idx="514">
                  <c:v>1.08439842808808</c:v>
                </c:pt>
                <c:pt idx="515">
                  <c:v>0.975361608245803</c:v>
                </c:pt>
                <c:pt idx="516">
                  <c:v>1.03519539922341</c:v>
                </c:pt>
                <c:pt idx="517">
                  <c:v>0.932516895959924</c:v>
                </c:pt>
                <c:pt idx="518">
                  <c:v>0.93961248173981</c:v>
                </c:pt>
                <c:pt idx="519">
                  <c:v>0.940932247137719</c:v>
                </c:pt>
                <c:pt idx="520">
                  <c:v>0.977963485455973</c:v>
                </c:pt>
                <c:pt idx="521">
                  <c:v>0.952123608932006</c:v>
                </c:pt>
                <c:pt idx="522">
                  <c:v>0.992757684592101</c:v>
                </c:pt>
                <c:pt idx="523">
                  <c:v>0.985796640804909</c:v>
                </c:pt>
                <c:pt idx="524">
                  <c:v>0.934742429364467</c:v>
                </c:pt>
                <c:pt idx="525">
                  <c:v>0.935813330242523</c:v>
                </c:pt>
                <c:pt idx="526">
                  <c:v>0.927446327512965</c:v>
                </c:pt>
                <c:pt idx="527">
                  <c:v>0.970796901054205</c:v>
                </c:pt>
                <c:pt idx="528">
                  <c:v>0.895597819558739</c:v>
                </c:pt>
                <c:pt idx="529">
                  <c:v>0.888766943645061</c:v>
                </c:pt>
                <c:pt idx="530">
                  <c:v>0.922605787188177</c:v>
                </c:pt>
                <c:pt idx="531">
                  <c:v>0.968634344343648</c:v>
                </c:pt>
                <c:pt idx="532">
                  <c:v>0.988473666821282</c:v>
                </c:pt>
                <c:pt idx="533">
                  <c:v>0.892163174874692</c:v>
                </c:pt>
                <c:pt idx="534">
                  <c:v>0.969645276852235</c:v>
                </c:pt>
                <c:pt idx="535">
                  <c:v>1.02532934644526</c:v>
                </c:pt>
                <c:pt idx="536">
                  <c:v>0.988064038644992</c:v>
                </c:pt>
                <c:pt idx="537">
                  <c:v>0.908596362709663</c:v>
                </c:pt>
                <c:pt idx="538">
                  <c:v>1.1266842473724</c:v>
                </c:pt>
                <c:pt idx="539">
                  <c:v>1.08308651705845</c:v>
                </c:pt>
                <c:pt idx="540">
                  <c:v>0.881935512406976</c:v>
                </c:pt>
                <c:pt idx="541">
                  <c:v>0.989434421193675</c:v>
                </c:pt>
                <c:pt idx="542">
                  <c:v>1.07444777800476</c:v>
                </c:pt>
                <c:pt idx="543">
                  <c:v>0.881536391853872</c:v>
                </c:pt>
                <c:pt idx="544">
                  <c:v>1.00856263678184</c:v>
                </c:pt>
                <c:pt idx="545">
                  <c:v>1.14883596957466</c:v>
                </c:pt>
                <c:pt idx="546">
                  <c:v>0.88519258186787</c:v>
                </c:pt>
                <c:pt idx="547">
                  <c:v>1.19755337841301</c:v>
                </c:pt>
                <c:pt idx="548">
                  <c:v>1.06248986261774</c:v>
                </c:pt>
                <c:pt idx="549">
                  <c:v>0.977203684499198</c:v>
                </c:pt>
                <c:pt idx="550">
                  <c:v>1.18468265880827</c:v>
                </c:pt>
                <c:pt idx="551">
                  <c:v>0.914937560662243</c:v>
                </c:pt>
                <c:pt idx="552">
                  <c:v>1.12690243854705</c:v>
                </c:pt>
                <c:pt idx="553">
                  <c:v>0.993128408590675</c:v>
                </c:pt>
                <c:pt idx="554">
                  <c:v>0.996105350454279</c:v>
                </c:pt>
                <c:pt idx="555">
                  <c:v>1.15389774783972</c:v>
                </c:pt>
                <c:pt idx="556">
                  <c:v>0.892316940137884</c:v>
                </c:pt>
                <c:pt idx="557">
                  <c:v>1.15018415250317</c:v>
                </c:pt>
                <c:pt idx="558">
                  <c:v>0.962840952848089</c:v>
                </c:pt>
                <c:pt idx="559">
                  <c:v>1.01689313442719</c:v>
                </c:pt>
                <c:pt idx="560">
                  <c:v>1.0878821379454</c:v>
                </c:pt>
                <c:pt idx="561">
                  <c:v>0.89352394397145</c:v>
                </c:pt>
                <c:pt idx="562">
                  <c:v>1.05080797675214</c:v>
                </c:pt>
                <c:pt idx="563">
                  <c:v>0.873907651048331</c:v>
                </c:pt>
                <c:pt idx="564">
                  <c:v>1.09162243597074</c:v>
                </c:pt>
                <c:pt idx="565">
                  <c:v>0.904398244279196</c:v>
                </c:pt>
                <c:pt idx="566">
                  <c:v>1.02667933599469</c:v>
                </c:pt>
                <c:pt idx="567">
                  <c:v>0.950019519922216</c:v>
                </c:pt>
                <c:pt idx="568">
                  <c:v>0.960923806367809</c:v>
                </c:pt>
                <c:pt idx="569">
                  <c:v>0.953440782570647</c:v>
                </c:pt>
                <c:pt idx="570">
                  <c:v>0.917291243459582</c:v>
                </c:pt>
                <c:pt idx="571">
                  <c:v>1.04236377688035</c:v>
                </c:pt>
                <c:pt idx="572">
                  <c:v>0.879551437647469</c:v>
                </c:pt>
                <c:pt idx="573">
                  <c:v>1.06935602180466</c:v>
                </c:pt>
                <c:pt idx="574">
                  <c:v>0.884997626699491</c:v>
                </c:pt>
                <c:pt idx="575">
                  <c:v>1.01038519092748</c:v>
                </c:pt>
                <c:pt idx="576">
                  <c:v>0.903122530623833</c:v>
                </c:pt>
                <c:pt idx="577">
                  <c:v>0.940570092211803</c:v>
                </c:pt>
                <c:pt idx="578">
                  <c:v>0.9083726094816</c:v>
                </c:pt>
                <c:pt idx="579">
                  <c:v>0.909420818803524</c:v>
                </c:pt>
                <c:pt idx="580">
                  <c:v>0.886905777238285</c:v>
                </c:pt>
                <c:pt idx="581">
                  <c:v>0.860310089262109</c:v>
                </c:pt>
                <c:pt idx="582">
                  <c:v>0.906195887083746</c:v>
                </c:pt>
                <c:pt idx="583">
                  <c:v>0.841505989911122</c:v>
                </c:pt>
                <c:pt idx="584">
                  <c:v>0.854211487310018</c:v>
                </c:pt>
                <c:pt idx="585">
                  <c:v>0.844691120411894</c:v>
                </c:pt>
                <c:pt idx="586">
                  <c:v>0.849604384482527</c:v>
                </c:pt>
                <c:pt idx="587">
                  <c:v>0.840798056170791</c:v>
                </c:pt>
                <c:pt idx="588">
                  <c:v>0.835491230317795</c:v>
                </c:pt>
                <c:pt idx="589">
                  <c:v>0.897369847319975</c:v>
                </c:pt>
                <c:pt idx="590">
                  <c:v>0.840697532639961</c:v>
                </c:pt>
                <c:pt idx="591">
                  <c:v>0.816795782061405</c:v>
                </c:pt>
                <c:pt idx="592">
                  <c:v>0.841116731935389</c:v>
                </c:pt>
                <c:pt idx="593">
                  <c:v>0.835070341487694</c:v>
                </c:pt>
                <c:pt idx="594">
                  <c:v>0.839713095575047</c:v>
                </c:pt>
                <c:pt idx="595">
                  <c:v>0.791575516223722</c:v>
                </c:pt>
                <c:pt idx="596">
                  <c:v>0.83588126660931</c:v>
                </c:pt>
                <c:pt idx="597">
                  <c:v>0.818995716830958</c:v>
                </c:pt>
                <c:pt idx="598">
                  <c:v>0.811568152841969</c:v>
                </c:pt>
                <c:pt idx="599">
                  <c:v>0.790790439265099</c:v>
                </c:pt>
                <c:pt idx="600">
                  <c:v>0.795744831529093</c:v>
                </c:pt>
                <c:pt idx="601">
                  <c:v>0.78934725332802</c:v>
                </c:pt>
                <c:pt idx="602">
                  <c:v>0.81183233616151</c:v>
                </c:pt>
                <c:pt idx="603">
                  <c:v>0.8110646708182</c:v>
                </c:pt>
                <c:pt idx="604">
                  <c:v>0.763258080197187</c:v>
                </c:pt>
                <c:pt idx="605">
                  <c:v>0.820085049197449</c:v>
                </c:pt>
                <c:pt idx="606">
                  <c:v>0.82829795239141</c:v>
                </c:pt>
                <c:pt idx="607">
                  <c:v>0.787424504774798</c:v>
                </c:pt>
                <c:pt idx="608">
                  <c:v>0.779325684123246</c:v>
                </c:pt>
                <c:pt idx="609">
                  <c:v>0.804457856266919</c:v>
                </c:pt>
                <c:pt idx="610">
                  <c:v>0.877317209688161</c:v>
                </c:pt>
                <c:pt idx="611">
                  <c:v>0.805650112297251</c:v>
                </c:pt>
                <c:pt idx="612">
                  <c:v>0.798436506055208</c:v>
                </c:pt>
                <c:pt idx="613">
                  <c:v>0.925028880959126</c:v>
                </c:pt>
                <c:pt idx="614">
                  <c:v>0.901031786554247</c:v>
                </c:pt>
                <c:pt idx="615">
                  <c:v>0.81455783625601</c:v>
                </c:pt>
                <c:pt idx="616">
                  <c:v>0.803544162872609</c:v>
                </c:pt>
                <c:pt idx="617">
                  <c:v>0.879195773992643</c:v>
                </c:pt>
                <c:pt idx="618">
                  <c:v>0.95116473040976</c:v>
                </c:pt>
                <c:pt idx="619">
                  <c:v>0.750250856468945</c:v>
                </c:pt>
                <c:pt idx="620">
                  <c:v>0.932905781641232</c:v>
                </c:pt>
                <c:pt idx="621">
                  <c:v>0.884538536642376</c:v>
                </c:pt>
                <c:pt idx="622">
                  <c:v>0.78567678224499</c:v>
                </c:pt>
                <c:pt idx="623">
                  <c:v>0.884196292160158</c:v>
                </c:pt>
                <c:pt idx="624">
                  <c:v>0.900121768922674</c:v>
                </c:pt>
                <c:pt idx="625">
                  <c:v>0.797886852871236</c:v>
                </c:pt>
                <c:pt idx="626">
                  <c:v>0.929172183008004</c:v>
                </c:pt>
                <c:pt idx="627">
                  <c:v>0.932481728992028</c:v>
                </c:pt>
                <c:pt idx="628">
                  <c:v>0.752355406630442</c:v>
                </c:pt>
                <c:pt idx="629">
                  <c:v>0.975750271746918</c:v>
                </c:pt>
                <c:pt idx="630">
                  <c:v>0.85560191632876</c:v>
                </c:pt>
                <c:pt idx="631">
                  <c:v>0.798394981833532</c:v>
                </c:pt>
                <c:pt idx="632">
                  <c:v>0.976799149217037</c:v>
                </c:pt>
                <c:pt idx="633">
                  <c:v>0.797730105136959</c:v>
                </c:pt>
                <c:pt idx="634">
                  <c:v>0.845612027975087</c:v>
                </c:pt>
                <c:pt idx="635">
                  <c:v>0.885754425247348</c:v>
                </c:pt>
                <c:pt idx="636">
                  <c:v>0.71287062874969</c:v>
                </c:pt>
                <c:pt idx="637">
                  <c:v>0.912342232641922</c:v>
                </c:pt>
                <c:pt idx="638">
                  <c:v>0.80086467833913</c:v>
                </c:pt>
                <c:pt idx="639">
                  <c:v>0.881975053678681</c:v>
                </c:pt>
                <c:pt idx="640">
                  <c:v>0.88555539125467</c:v>
                </c:pt>
                <c:pt idx="641">
                  <c:v>0.791897237542765</c:v>
                </c:pt>
                <c:pt idx="642">
                  <c:v>0.884866514798741</c:v>
                </c:pt>
                <c:pt idx="643">
                  <c:v>0.770022112457527</c:v>
                </c:pt>
                <c:pt idx="644">
                  <c:v>0.738045236468551</c:v>
                </c:pt>
                <c:pt idx="645">
                  <c:v>0.806201134663327</c:v>
                </c:pt>
                <c:pt idx="646">
                  <c:v>0.736653324569005</c:v>
                </c:pt>
                <c:pt idx="647">
                  <c:v>0.80833856986633</c:v>
                </c:pt>
                <c:pt idx="648">
                  <c:v>0.767444169501106</c:v>
                </c:pt>
                <c:pt idx="649">
                  <c:v>0.752539560691249</c:v>
                </c:pt>
                <c:pt idx="650">
                  <c:v>0.838826726648941</c:v>
                </c:pt>
                <c:pt idx="651">
                  <c:v>0.732820238654158</c:v>
                </c:pt>
                <c:pt idx="652">
                  <c:v>0.817735759323081</c:v>
                </c:pt>
                <c:pt idx="653">
                  <c:v>0.744978453431722</c:v>
                </c:pt>
                <c:pt idx="654">
                  <c:v>0.752762905743426</c:v>
                </c:pt>
                <c:pt idx="655">
                  <c:v>0.749325854335052</c:v>
                </c:pt>
                <c:pt idx="656">
                  <c:v>0.817305185261604</c:v>
                </c:pt>
                <c:pt idx="657">
                  <c:v>0.697263372527307</c:v>
                </c:pt>
                <c:pt idx="658">
                  <c:v>0.803851514405603</c:v>
                </c:pt>
                <c:pt idx="659">
                  <c:v>0.761001084236357</c:v>
                </c:pt>
                <c:pt idx="660">
                  <c:v>0.752680218908323</c:v>
                </c:pt>
                <c:pt idx="661">
                  <c:v>0.694205189059235</c:v>
                </c:pt>
                <c:pt idx="662">
                  <c:v>0.725918979242675</c:v>
                </c:pt>
                <c:pt idx="663">
                  <c:v>0.708750516346285</c:v>
                </c:pt>
                <c:pt idx="664">
                  <c:v>0.705830556802943</c:v>
                </c:pt>
                <c:pt idx="665">
                  <c:v>0.807228587922946</c:v>
                </c:pt>
                <c:pt idx="666">
                  <c:v>0.763629177390325</c:v>
                </c:pt>
                <c:pt idx="667">
                  <c:v>0.739580105066386</c:v>
                </c:pt>
                <c:pt idx="668">
                  <c:v>0.717594797844723</c:v>
                </c:pt>
                <c:pt idx="669">
                  <c:v>0.73565803057086</c:v>
                </c:pt>
                <c:pt idx="670">
                  <c:v>0.690988241730622</c:v>
                </c:pt>
                <c:pt idx="671">
                  <c:v>0.702237488862756</c:v>
                </c:pt>
                <c:pt idx="672">
                  <c:v>0.728315862945933</c:v>
                </c:pt>
                <c:pt idx="673">
                  <c:v>0.738009672946708</c:v>
                </c:pt>
                <c:pt idx="674">
                  <c:v>0.709804995571784</c:v>
                </c:pt>
                <c:pt idx="675">
                  <c:v>0.667519224636679</c:v>
                </c:pt>
                <c:pt idx="676">
                  <c:v>0.739158569471177</c:v>
                </c:pt>
                <c:pt idx="677">
                  <c:v>0.69244617338794</c:v>
                </c:pt>
                <c:pt idx="678">
                  <c:v>0.711719805509555</c:v>
                </c:pt>
                <c:pt idx="679">
                  <c:v>0.734671504954122</c:v>
                </c:pt>
                <c:pt idx="680">
                  <c:v>0.693024831017366</c:v>
                </c:pt>
                <c:pt idx="681">
                  <c:v>0.72778143047212</c:v>
                </c:pt>
                <c:pt idx="682">
                  <c:v>0.673950522936962</c:v>
                </c:pt>
                <c:pt idx="683">
                  <c:v>0.657518569054778</c:v>
                </c:pt>
                <c:pt idx="684">
                  <c:v>0.657199769716002</c:v>
                </c:pt>
                <c:pt idx="685">
                  <c:v>0.68615408724159</c:v>
                </c:pt>
                <c:pt idx="686">
                  <c:v>0.665826060165981</c:v>
                </c:pt>
                <c:pt idx="687">
                  <c:v>0.661638739831177</c:v>
                </c:pt>
                <c:pt idx="688">
                  <c:v>0.685597457826763</c:v>
                </c:pt>
                <c:pt idx="689">
                  <c:v>0.731538997831749</c:v>
                </c:pt>
                <c:pt idx="690">
                  <c:v>0.765501115831549</c:v>
                </c:pt>
                <c:pt idx="691">
                  <c:v>0.690232039609705</c:v>
                </c:pt>
                <c:pt idx="692">
                  <c:v>0.687500267058041</c:v>
                </c:pt>
                <c:pt idx="693">
                  <c:v>0.693492177820312</c:v>
                </c:pt>
                <c:pt idx="694">
                  <c:v>0.748554071224785</c:v>
                </c:pt>
                <c:pt idx="695">
                  <c:v>0.729173438699091</c:v>
                </c:pt>
                <c:pt idx="696">
                  <c:v>0.650444788670977</c:v>
                </c:pt>
                <c:pt idx="697">
                  <c:v>0.666462012206617</c:v>
                </c:pt>
                <c:pt idx="698">
                  <c:v>0.733203717047574</c:v>
                </c:pt>
                <c:pt idx="699">
                  <c:v>0.716620013600116</c:v>
                </c:pt>
                <c:pt idx="700">
                  <c:v>0.664800322836245</c:v>
                </c:pt>
                <c:pt idx="701">
                  <c:v>0.704549650811669</c:v>
                </c:pt>
                <c:pt idx="702">
                  <c:v>0.68528813435556</c:v>
                </c:pt>
                <c:pt idx="703">
                  <c:v>0.729384053462878</c:v>
                </c:pt>
                <c:pt idx="704">
                  <c:v>0.733561529249199</c:v>
                </c:pt>
                <c:pt idx="705">
                  <c:v>0.720302711511312</c:v>
                </c:pt>
                <c:pt idx="706">
                  <c:v>0.654426511869605</c:v>
                </c:pt>
                <c:pt idx="707">
                  <c:v>0.697840312691534</c:v>
                </c:pt>
                <c:pt idx="708">
                  <c:v>0.801675515683146</c:v>
                </c:pt>
                <c:pt idx="709">
                  <c:v>0.725662627748736</c:v>
                </c:pt>
                <c:pt idx="710">
                  <c:v>0.654510469682662</c:v>
                </c:pt>
                <c:pt idx="711">
                  <c:v>0.707565241778869</c:v>
                </c:pt>
                <c:pt idx="712">
                  <c:v>0.799090138136936</c:v>
                </c:pt>
                <c:pt idx="713">
                  <c:v>0.64660814959532</c:v>
                </c:pt>
                <c:pt idx="714">
                  <c:v>0.710301596929705</c:v>
                </c:pt>
                <c:pt idx="715">
                  <c:v>0.838748672312314</c:v>
                </c:pt>
                <c:pt idx="716">
                  <c:v>0.679375904164994</c:v>
                </c:pt>
                <c:pt idx="717">
                  <c:v>0.699714616099041</c:v>
                </c:pt>
                <c:pt idx="718">
                  <c:v>0.822721362316517</c:v>
                </c:pt>
                <c:pt idx="719">
                  <c:v>0.643630084919693</c:v>
                </c:pt>
                <c:pt idx="720">
                  <c:v>0.832389983616695</c:v>
                </c:pt>
                <c:pt idx="721">
                  <c:v>0.722329348521975</c:v>
                </c:pt>
                <c:pt idx="722">
                  <c:v>0.671539712408478</c:v>
                </c:pt>
                <c:pt idx="723">
                  <c:v>0.768786977348669</c:v>
                </c:pt>
                <c:pt idx="724">
                  <c:v>0.692570375364488</c:v>
                </c:pt>
                <c:pt idx="725">
                  <c:v>0.647889668947807</c:v>
                </c:pt>
                <c:pt idx="726">
                  <c:v>0.686247786151375</c:v>
                </c:pt>
                <c:pt idx="727">
                  <c:v>0.693159479671095</c:v>
                </c:pt>
                <c:pt idx="728">
                  <c:v>0.643632248106872</c:v>
                </c:pt>
                <c:pt idx="729">
                  <c:v>0.664913030462514</c:v>
                </c:pt>
                <c:pt idx="730">
                  <c:v>0.68336286820989</c:v>
                </c:pt>
                <c:pt idx="731">
                  <c:v>0.633140437773575</c:v>
                </c:pt>
                <c:pt idx="732">
                  <c:v>0.637355013475741</c:v>
                </c:pt>
                <c:pt idx="733">
                  <c:v>0.619723261182844</c:v>
                </c:pt>
                <c:pt idx="734">
                  <c:v>0.646413694756681</c:v>
                </c:pt>
                <c:pt idx="735">
                  <c:v>0.631063761647508</c:v>
                </c:pt>
                <c:pt idx="736">
                  <c:v>0.636511084237189</c:v>
                </c:pt>
                <c:pt idx="737">
                  <c:v>0.651584391988502</c:v>
                </c:pt>
                <c:pt idx="738">
                  <c:v>0.642622298285971</c:v>
                </c:pt>
                <c:pt idx="739">
                  <c:v>0.663922658101421</c:v>
                </c:pt>
                <c:pt idx="740">
                  <c:v>0.636315203811826</c:v>
                </c:pt>
                <c:pt idx="741">
                  <c:v>0.636142132762071</c:v>
                </c:pt>
                <c:pt idx="742">
                  <c:v>0.676444530297505</c:v>
                </c:pt>
                <c:pt idx="743">
                  <c:v>0.616511786968831</c:v>
                </c:pt>
                <c:pt idx="744">
                  <c:v>0.659777147351704</c:v>
                </c:pt>
                <c:pt idx="745">
                  <c:v>0.629329780011787</c:v>
                </c:pt>
                <c:pt idx="746">
                  <c:v>0.615007800037444</c:v>
                </c:pt>
                <c:pt idx="747">
                  <c:v>0.632543450555315</c:v>
                </c:pt>
                <c:pt idx="748">
                  <c:v>0.647435089571407</c:v>
                </c:pt>
                <c:pt idx="749">
                  <c:v>0.619019648965355</c:v>
                </c:pt>
                <c:pt idx="750">
                  <c:v>0.656689677856541</c:v>
                </c:pt>
                <c:pt idx="751">
                  <c:v>0.666785434150128</c:v>
                </c:pt>
                <c:pt idx="752">
                  <c:v>0.66974277509022</c:v>
                </c:pt>
                <c:pt idx="753">
                  <c:v>0.620334307137846</c:v>
                </c:pt>
                <c:pt idx="754">
                  <c:v>0.609355397430571</c:v>
                </c:pt>
                <c:pt idx="755">
                  <c:v>0.614084538811757</c:v>
                </c:pt>
                <c:pt idx="756">
                  <c:v>0.648235905661353</c:v>
                </c:pt>
                <c:pt idx="757">
                  <c:v>0.70361185066704</c:v>
                </c:pt>
                <c:pt idx="758">
                  <c:v>0.625551257743077</c:v>
                </c:pt>
                <c:pt idx="759">
                  <c:v>0.628634286737097</c:v>
                </c:pt>
                <c:pt idx="760">
                  <c:v>0.652884853452569</c:v>
                </c:pt>
                <c:pt idx="761">
                  <c:v>0.743529463961474</c:v>
                </c:pt>
                <c:pt idx="762">
                  <c:v>0.675765592008956</c:v>
                </c:pt>
                <c:pt idx="763">
                  <c:v>0.608203992013854</c:v>
                </c:pt>
                <c:pt idx="764">
                  <c:v>0.619035347043549</c:v>
                </c:pt>
                <c:pt idx="765">
                  <c:v>0.677412581607088</c:v>
                </c:pt>
                <c:pt idx="766">
                  <c:v>0.613997470023596</c:v>
                </c:pt>
                <c:pt idx="767">
                  <c:v>0.669686001428113</c:v>
                </c:pt>
                <c:pt idx="768">
                  <c:v>0.716249274606644</c:v>
                </c:pt>
                <c:pt idx="769">
                  <c:v>0.649425064647579</c:v>
                </c:pt>
                <c:pt idx="770">
                  <c:v>0.722971705111386</c:v>
                </c:pt>
                <c:pt idx="771">
                  <c:v>0.761980881637471</c:v>
                </c:pt>
                <c:pt idx="772">
                  <c:v>0.613418358808097</c:v>
                </c:pt>
                <c:pt idx="773">
                  <c:v>0.680440638728804</c:v>
                </c:pt>
                <c:pt idx="774">
                  <c:v>0.666715958158348</c:v>
                </c:pt>
                <c:pt idx="775">
                  <c:v>0.636588895307807</c:v>
                </c:pt>
                <c:pt idx="776">
                  <c:v>0.650559883216733</c:v>
                </c:pt>
                <c:pt idx="777">
                  <c:v>0.715209327647766</c:v>
                </c:pt>
                <c:pt idx="778">
                  <c:v>0.602589768857415</c:v>
                </c:pt>
                <c:pt idx="779">
                  <c:v>0.701014450149164</c:v>
                </c:pt>
                <c:pt idx="780">
                  <c:v>0.685456706057223</c:v>
                </c:pt>
                <c:pt idx="781">
                  <c:v>0.644741406953542</c:v>
                </c:pt>
                <c:pt idx="782">
                  <c:v>0.693967448442347</c:v>
                </c:pt>
                <c:pt idx="783">
                  <c:v>0.702602977447132</c:v>
                </c:pt>
                <c:pt idx="784">
                  <c:v>0.633453714880953</c:v>
                </c:pt>
                <c:pt idx="785">
                  <c:v>0.738290029111283</c:v>
                </c:pt>
                <c:pt idx="786">
                  <c:v>0.663236750987623</c:v>
                </c:pt>
                <c:pt idx="787">
                  <c:v>0.662725836390888</c:v>
                </c:pt>
                <c:pt idx="788">
                  <c:v>0.646446214058281</c:v>
                </c:pt>
                <c:pt idx="789">
                  <c:v>0.673510466974038</c:v>
                </c:pt>
                <c:pt idx="790">
                  <c:v>0.624951745606893</c:v>
                </c:pt>
                <c:pt idx="791">
                  <c:v>0.646199595977201</c:v>
                </c:pt>
                <c:pt idx="792">
                  <c:v>0.632440840654157</c:v>
                </c:pt>
                <c:pt idx="793">
                  <c:v>0.631264999374562</c:v>
                </c:pt>
                <c:pt idx="794">
                  <c:v>0.63181822847364</c:v>
                </c:pt>
                <c:pt idx="795">
                  <c:v>0.629636109045004</c:v>
                </c:pt>
                <c:pt idx="796">
                  <c:v>0.639895907939748</c:v>
                </c:pt>
                <c:pt idx="797">
                  <c:v>0.639136823273521</c:v>
                </c:pt>
                <c:pt idx="798">
                  <c:v>0.606188794132355</c:v>
                </c:pt>
                <c:pt idx="799">
                  <c:v>0.635424336864882</c:v>
                </c:pt>
                <c:pt idx="800">
                  <c:v>0.606738471281087</c:v>
                </c:pt>
                <c:pt idx="801">
                  <c:v>0.653558300538992</c:v>
                </c:pt>
                <c:pt idx="802">
                  <c:v>0.629254725039824</c:v>
                </c:pt>
                <c:pt idx="803">
                  <c:v>0.659589954917696</c:v>
                </c:pt>
                <c:pt idx="804">
                  <c:v>0.620900909214195</c:v>
                </c:pt>
                <c:pt idx="805">
                  <c:v>0.612342219047622</c:v>
                </c:pt>
                <c:pt idx="806">
                  <c:v>0.60064774605242</c:v>
                </c:pt>
                <c:pt idx="807">
                  <c:v>0.601278423309262</c:v>
                </c:pt>
                <c:pt idx="808">
                  <c:v>0.597899810413186</c:v>
                </c:pt>
                <c:pt idx="809">
                  <c:v>0.606600969659203</c:v>
                </c:pt>
                <c:pt idx="810">
                  <c:v>0.617104365386784</c:v>
                </c:pt>
                <c:pt idx="811">
                  <c:v>0.601849458742595</c:v>
                </c:pt>
                <c:pt idx="812">
                  <c:v>0.608262805419352</c:v>
                </c:pt>
                <c:pt idx="813">
                  <c:v>0.587969559157194</c:v>
                </c:pt>
                <c:pt idx="814">
                  <c:v>0.579425355454004</c:v>
                </c:pt>
                <c:pt idx="815">
                  <c:v>0.640688332824083</c:v>
                </c:pt>
                <c:pt idx="816">
                  <c:v>0.619394242048734</c:v>
                </c:pt>
                <c:pt idx="817">
                  <c:v>0.632281074419804</c:v>
                </c:pt>
                <c:pt idx="818">
                  <c:v>0.596074959014743</c:v>
                </c:pt>
                <c:pt idx="819">
                  <c:v>0.606522821895753</c:v>
                </c:pt>
                <c:pt idx="820">
                  <c:v>0.614948858469107</c:v>
                </c:pt>
                <c:pt idx="821">
                  <c:v>0.607869424348137</c:v>
                </c:pt>
                <c:pt idx="822">
                  <c:v>0.609371186609016</c:v>
                </c:pt>
                <c:pt idx="823">
                  <c:v>0.62068532146382</c:v>
                </c:pt>
                <c:pt idx="824">
                  <c:v>0.614981135733639</c:v>
                </c:pt>
                <c:pt idx="825">
                  <c:v>0.658405053624309</c:v>
                </c:pt>
                <c:pt idx="826">
                  <c:v>0.601118846926544</c:v>
                </c:pt>
                <c:pt idx="827">
                  <c:v>0.701880954609042</c:v>
                </c:pt>
                <c:pt idx="828">
                  <c:v>0.689830082819383</c:v>
                </c:pt>
                <c:pt idx="829">
                  <c:v>0.635330515723275</c:v>
                </c:pt>
                <c:pt idx="830">
                  <c:v>0.6293015482435</c:v>
                </c:pt>
                <c:pt idx="831">
                  <c:v>0.617462966153168</c:v>
                </c:pt>
                <c:pt idx="832">
                  <c:v>0.649910180951865</c:v>
                </c:pt>
                <c:pt idx="833">
                  <c:v>0.591215564008325</c:v>
                </c:pt>
                <c:pt idx="834">
                  <c:v>0.604451488044106</c:v>
                </c:pt>
                <c:pt idx="835">
                  <c:v>0.639234200623421</c:v>
                </c:pt>
                <c:pt idx="836">
                  <c:v>0.578758475555255</c:v>
                </c:pt>
                <c:pt idx="837">
                  <c:v>0.605985410556713</c:v>
                </c:pt>
                <c:pt idx="838">
                  <c:v>0.663076142393743</c:v>
                </c:pt>
                <c:pt idx="839">
                  <c:v>0.615776431087601</c:v>
                </c:pt>
                <c:pt idx="840">
                  <c:v>0.614846475536594</c:v>
                </c:pt>
                <c:pt idx="841">
                  <c:v>0.694610315986719</c:v>
                </c:pt>
                <c:pt idx="842">
                  <c:v>0.611223123015235</c:v>
                </c:pt>
                <c:pt idx="843">
                  <c:v>0.624777623407312</c:v>
                </c:pt>
                <c:pt idx="844">
                  <c:v>0.68990603972162</c:v>
                </c:pt>
                <c:pt idx="845">
                  <c:v>0.585260694401712</c:v>
                </c:pt>
                <c:pt idx="846">
                  <c:v>0.620830006393401</c:v>
                </c:pt>
                <c:pt idx="847">
                  <c:v>0.716906720365441</c:v>
                </c:pt>
                <c:pt idx="848">
                  <c:v>0.616617155384532</c:v>
                </c:pt>
                <c:pt idx="849">
                  <c:v>0.642664592716768</c:v>
                </c:pt>
                <c:pt idx="850">
                  <c:v>0.669255807900497</c:v>
                </c:pt>
                <c:pt idx="851">
                  <c:v>0.581619674354136</c:v>
                </c:pt>
                <c:pt idx="852">
                  <c:v>0.678114013745848</c:v>
                </c:pt>
                <c:pt idx="853">
                  <c:v>0.596303599179022</c:v>
                </c:pt>
                <c:pt idx="854">
                  <c:v>0.600600584565432</c:v>
                </c:pt>
                <c:pt idx="855">
                  <c:v>0.673495148126577</c:v>
                </c:pt>
                <c:pt idx="856">
                  <c:v>0.616686872847822</c:v>
                </c:pt>
                <c:pt idx="857">
                  <c:v>0.597962832774736</c:v>
                </c:pt>
                <c:pt idx="858">
                  <c:v>0.709050042357503</c:v>
                </c:pt>
                <c:pt idx="859">
                  <c:v>0.604852043898714</c:v>
                </c:pt>
                <c:pt idx="860">
                  <c:v>0.679330945924825</c:v>
                </c:pt>
                <c:pt idx="861">
                  <c:v>0.662644097303009</c:v>
                </c:pt>
                <c:pt idx="862">
                  <c:v>0.599545554738743</c:v>
                </c:pt>
                <c:pt idx="863">
                  <c:v>0.670289863848611</c:v>
                </c:pt>
                <c:pt idx="864">
                  <c:v>0.649567913271052</c:v>
                </c:pt>
                <c:pt idx="865">
                  <c:v>0.581525703561709</c:v>
                </c:pt>
                <c:pt idx="866">
                  <c:v>0.61940318550553</c:v>
                </c:pt>
                <c:pt idx="867">
                  <c:v>0.602207323742035</c:v>
                </c:pt>
                <c:pt idx="868">
                  <c:v>0.570830196900815</c:v>
                </c:pt>
                <c:pt idx="869">
                  <c:v>0.629669145802972</c:v>
                </c:pt>
                <c:pt idx="870">
                  <c:v>0.638166702065784</c:v>
                </c:pt>
                <c:pt idx="871">
                  <c:v>0.579589471921604</c:v>
                </c:pt>
                <c:pt idx="872">
                  <c:v>0.644126042360932</c:v>
                </c:pt>
                <c:pt idx="873">
                  <c:v>0.600292982583775</c:v>
                </c:pt>
                <c:pt idx="874">
                  <c:v>0.606203396281901</c:v>
                </c:pt>
                <c:pt idx="875">
                  <c:v>0.563653329611454</c:v>
                </c:pt>
                <c:pt idx="876">
                  <c:v>0.560088037791913</c:v>
                </c:pt>
                <c:pt idx="877">
                  <c:v>0.56479719232161</c:v>
                </c:pt>
                <c:pt idx="878">
                  <c:v>0.568718074897889</c:v>
                </c:pt>
                <c:pt idx="879">
                  <c:v>0.59349283969892</c:v>
                </c:pt>
                <c:pt idx="880">
                  <c:v>0.599278761684887</c:v>
                </c:pt>
                <c:pt idx="881">
                  <c:v>0.582006590952711</c:v>
                </c:pt>
                <c:pt idx="882">
                  <c:v>0.590332335565981</c:v>
                </c:pt>
                <c:pt idx="883">
                  <c:v>0.598395641254951</c:v>
                </c:pt>
                <c:pt idx="884">
                  <c:v>0.568747066653601</c:v>
                </c:pt>
                <c:pt idx="885">
                  <c:v>0.584808973146501</c:v>
                </c:pt>
                <c:pt idx="886">
                  <c:v>0.575279435595073</c:v>
                </c:pt>
                <c:pt idx="887">
                  <c:v>0.588632647142208</c:v>
                </c:pt>
                <c:pt idx="888">
                  <c:v>0.576431242220436</c:v>
                </c:pt>
                <c:pt idx="889">
                  <c:v>0.580112937461327</c:v>
                </c:pt>
                <c:pt idx="890">
                  <c:v>0.6027499106133</c:v>
                </c:pt>
                <c:pt idx="891">
                  <c:v>0.562106912008024</c:v>
                </c:pt>
                <c:pt idx="892">
                  <c:v>0.58333292274715</c:v>
                </c:pt>
                <c:pt idx="893">
                  <c:v>0.617745808366938</c:v>
                </c:pt>
                <c:pt idx="894">
                  <c:v>0.58898777117035</c:v>
                </c:pt>
                <c:pt idx="895">
                  <c:v>0.584683095187846</c:v>
                </c:pt>
                <c:pt idx="896">
                  <c:v>0.615445671616467</c:v>
                </c:pt>
                <c:pt idx="897">
                  <c:v>0.607053060844496</c:v>
                </c:pt>
                <c:pt idx="898">
                  <c:v>0.58559474986834</c:v>
                </c:pt>
                <c:pt idx="899">
                  <c:v>0.593687084008467</c:v>
                </c:pt>
                <c:pt idx="900">
                  <c:v>0.579301609272007</c:v>
                </c:pt>
                <c:pt idx="901">
                  <c:v>0.592552628883165</c:v>
                </c:pt>
                <c:pt idx="902">
                  <c:v>0.578176218638151</c:v>
                </c:pt>
                <c:pt idx="903">
                  <c:v>0.591837304884097</c:v>
                </c:pt>
                <c:pt idx="904">
                  <c:v>0.601777832883769</c:v>
                </c:pt>
                <c:pt idx="905">
                  <c:v>0.633197051886517</c:v>
                </c:pt>
                <c:pt idx="906">
                  <c:v>0.588636455289467</c:v>
                </c:pt>
                <c:pt idx="907">
                  <c:v>0.591682700689869</c:v>
                </c:pt>
                <c:pt idx="908">
                  <c:v>0.62905876701557</c:v>
                </c:pt>
                <c:pt idx="909">
                  <c:v>0.588515332759088</c:v>
                </c:pt>
                <c:pt idx="910">
                  <c:v>0.586669530521051</c:v>
                </c:pt>
                <c:pt idx="911">
                  <c:v>0.599735838729528</c:v>
                </c:pt>
                <c:pt idx="912">
                  <c:v>0.621320609387032</c:v>
                </c:pt>
                <c:pt idx="913">
                  <c:v>0.59273361257238</c:v>
                </c:pt>
                <c:pt idx="914">
                  <c:v>0.603863799060245</c:v>
                </c:pt>
                <c:pt idx="915">
                  <c:v>0.632201840154302</c:v>
                </c:pt>
                <c:pt idx="916">
                  <c:v>0.594816330248733</c:v>
                </c:pt>
                <c:pt idx="917">
                  <c:v>0.582672625821732</c:v>
                </c:pt>
                <c:pt idx="918">
                  <c:v>0.575109196207356</c:v>
                </c:pt>
                <c:pt idx="919">
                  <c:v>0.592713368007094</c:v>
                </c:pt>
                <c:pt idx="920">
                  <c:v>0.589968829821099</c:v>
                </c:pt>
                <c:pt idx="921">
                  <c:v>0.573320200825353</c:v>
                </c:pt>
                <c:pt idx="922">
                  <c:v>0.611394903047894</c:v>
                </c:pt>
                <c:pt idx="923">
                  <c:v>0.658537195356999</c:v>
                </c:pt>
                <c:pt idx="924">
                  <c:v>0.559916394488143</c:v>
                </c:pt>
                <c:pt idx="925">
                  <c:v>0.616804403384091</c:v>
                </c:pt>
                <c:pt idx="926">
                  <c:v>0.639268700342876</c:v>
                </c:pt>
                <c:pt idx="927">
                  <c:v>0.594118208985579</c:v>
                </c:pt>
                <c:pt idx="928">
                  <c:v>0.593412789259781</c:v>
                </c:pt>
                <c:pt idx="929">
                  <c:v>0.601769690973803</c:v>
                </c:pt>
                <c:pt idx="930">
                  <c:v>0.566402359508604</c:v>
                </c:pt>
                <c:pt idx="931">
                  <c:v>0.602529279582594</c:v>
                </c:pt>
                <c:pt idx="932">
                  <c:v>0.62253504290416</c:v>
                </c:pt>
                <c:pt idx="933">
                  <c:v>0.609063275450104</c:v>
                </c:pt>
                <c:pt idx="934">
                  <c:v>0.571911517725785</c:v>
                </c:pt>
                <c:pt idx="935">
                  <c:v>0.628886578557054</c:v>
                </c:pt>
                <c:pt idx="936">
                  <c:v>0.596527304273891</c:v>
                </c:pt>
                <c:pt idx="937">
                  <c:v>0.604844698497847</c:v>
                </c:pt>
                <c:pt idx="938">
                  <c:v>0.643977037112586</c:v>
                </c:pt>
                <c:pt idx="939">
                  <c:v>0.61506232454563</c:v>
                </c:pt>
                <c:pt idx="940">
                  <c:v>0.59690123443781</c:v>
                </c:pt>
                <c:pt idx="941">
                  <c:v>0.669245816171508</c:v>
                </c:pt>
                <c:pt idx="942">
                  <c:v>0.577225279069601</c:v>
                </c:pt>
                <c:pt idx="943">
                  <c:v>0.595120042766483</c:v>
                </c:pt>
                <c:pt idx="944">
                  <c:v>0.644751210844481</c:v>
                </c:pt>
                <c:pt idx="945">
                  <c:v>0.59728931306429</c:v>
                </c:pt>
                <c:pt idx="946">
                  <c:v>0.575352273382697</c:v>
                </c:pt>
                <c:pt idx="947">
                  <c:v>0.600365203405774</c:v>
                </c:pt>
                <c:pt idx="948">
                  <c:v>0.592135284622268</c:v>
                </c:pt>
                <c:pt idx="949">
                  <c:v>0.57447373062759</c:v>
                </c:pt>
                <c:pt idx="950">
                  <c:v>0.593659261335754</c:v>
                </c:pt>
                <c:pt idx="951">
                  <c:v>0.568222305776505</c:v>
                </c:pt>
                <c:pt idx="952">
                  <c:v>0.640802303383304</c:v>
                </c:pt>
                <c:pt idx="953">
                  <c:v>0.640456325643094</c:v>
                </c:pt>
                <c:pt idx="954">
                  <c:v>0.582975263280529</c:v>
                </c:pt>
                <c:pt idx="955">
                  <c:v>0.576513676381463</c:v>
                </c:pt>
                <c:pt idx="956">
                  <c:v>0.596599141842869</c:v>
                </c:pt>
                <c:pt idx="957">
                  <c:v>0.575542074392862</c:v>
                </c:pt>
                <c:pt idx="958">
                  <c:v>0.596971087596104</c:v>
                </c:pt>
                <c:pt idx="959">
                  <c:v>0.598924282006791</c:v>
                </c:pt>
                <c:pt idx="960">
                  <c:v>0.584725534030016</c:v>
                </c:pt>
                <c:pt idx="961">
                  <c:v>0.562019924953521</c:v>
                </c:pt>
                <c:pt idx="962">
                  <c:v>0.58049066850738</c:v>
                </c:pt>
                <c:pt idx="963">
                  <c:v>0.558822663179459</c:v>
                </c:pt>
                <c:pt idx="964">
                  <c:v>0.553282119888231</c:v>
                </c:pt>
                <c:pt idx="965">
                  <c:v>0.590959226392727</c:v>
                </c:pt>
                <c:pt idx="966">
                  <c:v>0.636965275634367</c:v>
                </c:pt>
                <c:pt idx="967">
                  <c:v>0.593728964357444</c:v>
                </c:pt>
                <c:pt idx="968">
                  <c:v>0.573306227005138</c:v>
                </c:pt>
                <c:pt idx="969">
                  <c:v>0.574584231172811</c:v>
                </c:pt>
                <c:pt idx="970">
                  <c:v>0.583291594009997</c:v>
                </c:pt>
                <c:pt idx="971">
                  <c:v>0.551181219434219</c:v>
                </c:pt>
                <c:pt idx="972">
                  <c:v>0.602402615720463</c:v>
                </c:pt>
                <c:pt idx="973">
                  <c:v>0.59165499078966</c:v>
                </c:pt>
                <c:pt idx="974">
                  <c:v>0.568324050471782</c:v>
                </c:pt>
                <c:pt idx="975">
                  <c:v>0.58170056831935</c:v>
                </c:pt>
                <c:pt idx="976">
                  <c:v>0.633925400904824</c:v>
                </c:pt>
                <c:pt idx="977">
                  <c:v>0.5910986889216</c:v>
                </c:pt>
                <c:pt idx="978">
                  <c:v>0.573979325611929</c:v>
                </c:pt>
                <c:pt idx="979">
                  <c:v>0.551419167274306</c:v>
                </c:pt>
                <c:pt idx="980">
                  <c:v>0.620592582367246</c:v>
                </c:pt>
                <c:pt idx="981">
                  <c:v>0.570800913042772</c:v>
                </c:pt>
                <c:pt idx="982">
                  <c:v>0.63344938463104</c:v>
                </c:pt>
                <c:pt idx="983">
                  <c:v>0.63054000236239</c:v>
                </c:pt>
                <c:pt idx="984">
                  <c:v>0.599404553716922</c:v>
                </c:pt>
                <c:pt idx="985">
                  <c:v>0.637834000445603</c:v>
                </c:pt>
                <c:pt idx="986">
                  <c:v>0.630785484997636</c:v>
                </c:pt>
                <c:pt idx="987">
                  <c:v>0.610112917508076</c:v>
                </c:pt>
                <c:pt idx="988">
                  <c:v>0.724316651266368</c:v>
                </c:pt>
                <c:pt idx="989">
                  <c:v>0.554335586647269</c:v>
                </c:pt>
                <c:pt idx="990">
                  <c:v>0.718916699320588</c:v>
                </c:pt>
                <c:pt idx="991">
                  <c:v>0.665790375622496</c:v>
                </c:pt>
                <c:pt idx="992">
                  <c:v>0.700004732910037</c:v>
                </c:pt>
                <c:pt idx="993">
                  <c:v>0.752595180358683</c:v>
                </c:pt>
                <c:pt idx="994">
                  <c:v>0.722518564078442</c:v>
                </c:pt>
                <c:pt idx="995">
                  <c:v>0.718289385301476</c:v>
                </c:pt>
                <c:pt idx="996">
                  <c:v>0.625453216270036</c:v>
                </c:pt>
                <c:pt idx="997">
                  <c:v>0.745457328964857</c:v>
                </c:pt>
                <c:pt idx="998">
                  <c:v>0.696382563458074</c:v>
                </c:pt>
                <c:pt idx="999">
                  <c:v>0.615598871373949</c:v>
                </c:pt>
                <c:pt idx="1000">
                  <c:v>0.703470121819301</c:v>
                </c:pt>
                <c:pt idx="1001">
                  <c:v>0.668295389103669</c:v>
                </c:pt>
                <c:pt idx="1002">
                  <c:v>0.637773162931957</c:v>
                </c:pt>
                <c:pt idx="1003">
                  <c:v>0.629526110018534</c:v>
                </c:pt>
                <c:pt idx="1004">
                  <c:v>0.592375057428695</c:v>
                </c:pt>
                <c:pt idx="1005">
                  <c:v>0.623571766806603</c:v>
                </c:pt>
                <c:pt idx="1006">
                  <c:v>0.578899639916623</c:v>
                </c:pt>
                <c:pt idx="1007">
                  <c:v>0.607560823284752</c:v>
                </c:pt>
                <c:pt idx="1008">
                  <c:v>0.552535986592765</c:v>
                </c:pt>
                <c:pt idx="1009">
                  <c:v>0.596026505459527</c:v>
                </c:pt>
                <c:pt idx="1010">
                  <c:v>0.570646721865255</c:v>
                </c:pt>
                <c:pt idx="1011">
                  <c:v>0.583269202829137</c:v>
                </c:pt>
                <c:pt idx="1012">
                  <c:v>0.571934321164969</c:v>
                </c:pt>
                <c:pt idx="1013">
                  <c:v>0.583110358924931</c:v>
                </c:pt>
                <c:pt idx="1014">
                  <c:v>0.572286004696201</c:v>
                </c:pt>
                <c:pt idx="1015">
                  <c:v>0.560986545630828</c:v>
                </c:pt>
                <c:pt idx="1016">
                  <c:v>0.552947332249356</c:v>
                </c:pt>
                <c:pt idx="1017">
                  <c:v>0.579125876201135</c:v>
                </c:pt>
                <c:pt idx="1018">
                  <c:v>0.577067926414834</c:v>
                </c:pt>
                <c:pt idx="1019">
                  <c:v>0.549311543470685</c:v>
                </c:pt>
                <c:pt idx="1020">
                  <c:v>0.580995762933439</c:v>
                </c:pt>
                <c:pt idx="1021">
                  <c:v>0.559861661242246</c:v>
                </c:pt>
                <c:pt idx="1022">
                  <c:v>0.563940966857806</c:v>
                </c:pt>
                <c:pt idx="1023">
                  <c:v>0.554837167204078</c:v>
                </c:pt>
                <c:pt idx="1024">
                  <c:v>0.554184590377702</c:v>
                </c:pt>
                <c:pt idx="1025">
                  <c:v>0.549383879386301</c:v>
                </c:pt>
                <c:pt idx="1026">
                  <c:v>0.55919762138967</c:v>
                </c:pt>
                <c:pt idx="1027">
                  <c:v>0.581363746777218</c:v>
                </c:pt>
                <c:pt idx="1028">
                  <c:v>0.568758476034615</c:v>
                </c:pt>
                <c:pt idx="1029">
                  <c:v>0.551481166184767</c:v>
                </c:pt>
                <c:pt idx="1030">
                  <c:v>0.566114408810345</c:v>
                </c:pt>
                <c:pt idx="1031">
                  <c:v>0.57870135739531</c:v>
                </c:pt>
                <c:pt idx="1032">
                  <c:v>0.562116845454093</c:v>
                </c:pt>
                <c:pt idx="1033">
                  <c:v>0.599234685254529</c:v>
                </c:pt>
                <c:pt idx="1034">
                  <c:v>0.582500955006484</c:v>
                </c:pt>
                <c:pt idx="1035">
                  <c:v>0.558683821286956</c:v>
                </c:pt>
                <c:pt idx="1036">
                  <c:v>0.567346740165263</c:v>
                </c:pt>
                <c:pt idx="1037">
                  <c:v>0.582685600173075</c:v>
                </c:pt>
                <c:pt idx="1038">
                  <c:v>0.551382247874548</c:v>
                </c:pt>
                <c:pt idx="1039">
                  <c:v>0.537832582656165</c:v>
                </c:pt>
                <c:pt idx="1040">
                  <c:v>0.550702446787628</c:v>
                </c:pt>
                <c:pt idx="1041">
                  <c:v>0.558647802113093</c:v>
                </c:pt>
                <c:pt idx="1042">
                  <c:v>0.565055779096922</c:v>
                </c:pt>
                <c:pt idx="1043">
                  <c:v>0.567166464473196</c:v>
                </c:pt>
                <c:pt idx="1044">
                  <c:v>0.539707937548279</c:v>
                </c:pt>
                <c:pt idx="1045">
                  <c:v>0.547202410195274</c:v>
                </c:pt>
                <c:pt idx="1046">
                  <c:v>0.561365980404677</c:v>
                </c:pt>
                <c:pt idx="1047">
                  <c:v>0.548780603556446</c:v>
                </c:pt>
                <c:pt idx="1048">
                  <c:v>0.556660537772411</c:v>
                </c:pt>
                <c:pt idx="1049">
                  <c:v>0.532022581538362</c:v>
                </c:pt>
                <c:pt idx="1050">
                  <c:v>0.536509045466945</c:v>
                </c:pt>
                <c:pt idx="1051">
                  <c:v>0.545974523864156</c:v>
                </c:pt>
                <c:pt idx="1052">
                  <c:v>0.56441472749859</c:v>
                </c:pt>
                <c:pt idx="1053">
                  <c:v>0.55773600553037</c:v>
                </c:pt>
                <c:pt idx="1054">
                  <c:v>0.54485644607151</c:v>
                </c:pt>
                <c:pt idx="1055">
                  <c:v>0.562831460396487</c:v>
                </c:pt>
                <c:pt idx="1056">
                  <c:v>0.555749751515667</c:v>
                </c:pt>
                <c:pt idx="1057">
                  <c:v>0.561327808008429</c:v>
                </c:pt>
                <c:pt idx="1058">
                  <c:v>0.556732599587527</c:v>
                </c:pt>
                <c:pt idx="1059">
                  <c:v>0.55773858029893</c:v>
                </c:pt>
                <c:pt idx="1060">
                  <c:v>0.550133963147251</c:v>
                </c:pt>
                <c:pt idx="1061">
                  <c:v>0.573533733418497</c:v>
                </c:pt>
                <c:pt idx="1062">
                  <c:v>0.542475909414231</c:v>
                </c:pt>
                <c:pt idx="1063">
                  <c:v>0.5616609787234</c:v>
                </c:pt>
                <c:pt idx="1064">
                  <c:v>0.597197681154483</c:v>
                </c:pt>
                <c:pt idx="1065">
                  <c:v>0.548640287249935</c:v>
                </c:pt>
                <c:pt idx="1066">
                  <c:v>0.563012651614198</c:v>
                </c:pt>
                <c:pt idx="1067">
                  <c:v>0.561863253198277</c:v>
                </c:pt>
                <c:pt idx="1068">
                  <c:v>0.549221950640201</c:v>
                </c:pt>
                <c:pt idx="1069">
                  <c:v>0.552933369626272</c:v>
                </c:pt>
                <c:pt idx="1070">
                  <c:v>0.564601915982467</c:v>
                </c:pt>
                <c:pt idx="1071">
                  <c:v>0.570277133199792</c:v>
                </c:pt>
                <c:pt idx="1072">
                  <c:v>0.555160495004062</c:v>
                </c:pt>
                <c:pt idx="1073">
                  <c:v>0.580569203755469</c:v>
                </c:pt>
                <c:pt idx="1074">
                  <c:v>0.589262200000309</c:v>
                </c:pt>
                <c:pt idx="1075">
                  <c:v>0.538616272009259</c:v>
                </c:pt>
                <c:pt idx="1076">
                  <c:v>0.559338876638978</c:v>
                </c:pt>
                <c:pt idx="1077">
                  <c:v>0.594865768768525</c:v>
                </c:pt>
                <c:pt idx="1078">
                  <c:v>0.57832217906241</c:v>
                </c:pt>
                <c:pt idx="1079">
                  <c:v>0.566517666634707</c:v>
                </c:pt>
                <c:pt idx="1080">
                  <c:v>0.604621081501318</c:v>
                </c:pt>
                <c:pt idx="1081">
                  <c:v>0.548462012400961</c:v>
                </c:pt>
                <c:pt idx="1082">
                  <c:v>0.579026583521281</c:v>
                </c:pt>
                <c:pt idx="1083">
                  <c:v>0.569423854405892</c:v>
                </c:pt>
                <c:pt idx="1084">
                  <c:v>0.551257587307405</c:v>
                </c:pt>
                <c:pt idx="1085">
                  <c:v>0.558210950109442</c:v>
                </c:pt>
                <c:pt idx="1086">
                  <c:v>0.576585557412458</c:v>
                </c:pt>
                <c:pt idx="1087">
                  <c:v>0.551375537909073</c:v>
                </c:pt>
                <c:pt idx="1088">
                  <c:v>0.582634950453481</c:v>
                </c:pt>
                <c:pt idx="1089">
                  <c:v>0.592198895244499</c:v>
                </c:pt>
                <c:pt idx="1090">
                  <c:v>0.548190175389208</c:v>
                </c:pt>
                <c:pt idx="1091">
                  <c:v>0.60131256772158</c:v>
                </c:pt>
                <c:pt idx="1092">
                  <c:v>0.564350337792692</c:v>
                </c:pt>
                <c:pt idx="1093">
                  <c:v>0.598198227722232</c:v>
                </c:pt>
                <c:pt idx="1094">
                  <c:v>0.609548637857258</c:v>
                </c:pt>
                <c:pt idx="1095">
                  <c:v>0.575664386236156</c:v>
                </c:pt>
                <c:pt idx="1096">
                  <c:v>0.599534336989556</c:v>
                </c:pt>
                <c:pt idx="1097">
                  <c:v>0.620364157713397</c:v>
                </c:pt>
                <c:pt idx="1098">
                  <c:v>0.560268282372974</c:v>
                </c:pt>
                <c:pt idx="1099">
                  <c:v>0.613092820052737</c:v>
                </c:pt>
                <c:pt idx="1100">
                  <c:v>0.591434226916029</c:v>
                </c:pt>
                <c:pt idx="1101">
                  <c:v>0.544364891196099</c:v>
                </c:pt>
                <c:pt idx="1102">
                  <c:v>0.573168616707228</c:v>
                </c:pt>
                <c:pt idx="1103">
                  <c:v>0.547199667972788</c:v>
                </c:pt>
                <c:pt idx="1104">
                  <c:v>0.564352751047836</c:v>
                </c:pt>
                <c:pt idx="1105">
                  <c:v>0.558312738999085</c:v>
                </c:pt>
                <c:pt idx="1106">
                  <c:v>0.546363886867975</c:v>
                </c:pt>
                <c:pt idx="1107">
                  <c:v>0.55736566722141</c:v>
                </c:pt>
                <c:pt idx="1108">
                  <c:v>0.607730247084541</c:v>
                </c:pt>
                <c:pt idx="1109">
                  <c:v>0.551359119751751</c:v>
                </c:pt>
                <c:pt idx="1110">
                  <c:v>0.55999406683391</c:v>
                </c:pt>
                <c:pt idx="1111">
                  <c:v>0.562144095820388</c:v>
                </c:pt>
                <c:pt idx="1112">
                  <c:v>0.547652271020894</c:v>
                </c:pt>
                <c:pt idx="1113">
                  <c:v>0.544781689968711</c:v>
                </c:pt>
                <c:pt idx="1114">
                  <c:v>0.573465512738054</c:v>
                </c:pt>
                <c:pt idx="1115">
                  <c:v>0.568625414782322</c:v>
                </c:pt>
                <c:pt idx="1116">
                  <c:v>0.548482947414497</c:v>
                </c:pt>
                <c:pt idx="1117">
                  <c:v>0.554216675216749</c:v>
                </c:pt>
                <c:pt idx="1118">
                  <c:v>0.552991455853206</c:v>
                </c:pt>
                <c:pt idx="1119">
                  <c:v>0.550940690788759</c:v>
                </c:pt>
                <c:pt idx="1120">
                  <c:v>0.552745897839372</c:v>
                </c:pt>
                <c:pt idx="1121">
                  <c:v>0.554722954260384</c:v>
                </c:pt>
                <c:pt idx="1122">
                  <c:v>0.565780921901107</c:v>
                </c:pt>
                <c:pt idx="1123">
                  <c:v>0.56362452813179</c:v>
                </c:pt>
                <c:pt idx="1124">
                  <c:v>0.544525187639588</c:v>
                </c:pt>
                <c:pt idx="1125">
                  <c:v>0.5364367891462</c:v>
                </c:pt>
                <c:pt idx="1126">
                  <c:v>0.542084559286252</c:v>
                </c:pt>
                <c:pt idx="1127">
                  <c:v>0.558058984064535</c:v>
                </c:pt>
                <c:pt idx="1128">
                  <c:v>0.535018159294059</c:v>
                </c:pt>
                <c:pt idx="1129">
                  <c:v>0.547920000722994</c:v>
                </c:pt>
                <c:pt idx="1130">
                  <c:v>0.546134911453086</c:v>
                </c:pt>
                <c:pt idx="1131">
                  <c:v>0.552402350796317</c:v>
                </c:pt>
                <c:pt idx="1132">
                  <c:v>0.541191454805611</c:v>
                </c:pt>
                <c:pt idx="1133">
                  <c:v>0.52078518073811</c:v>
                </c:pt>
                <c:pt idx="1134">
                  <c:v>0.564795267734604</c:v>
                </c:pt>
                <c:pt idx="1135">
                  <c:v>0.542983760739087</c:v>
                </c:pt>
                <c:pt idx="1136">
                  <c:v>0.559860322951183</c:v>
                </c:pt>
                <c:pt idx="1137">
                  <c:v>0.529292069821401</c:v>
                </c:pt>
                <c:pt idx="1138">
                  <c:v>0.554493086790435</c:v>
                </c:pt>
                <c:pt idx="1139">
                  <c:v>0.600107131098466</c:v>
                </c:pt>
                <c:pt idx="1140">
                  <c:v>0.561606791637786</c:v>
                </c:pt>
                <c:pt idx="1141">
                  <c:v>0.547326952160055</c:v>
                </c:pt>
                <c:pt idx="1142">
                  <c:v>0.615508879674323</c:v>
                </c:pt>
                <c:pt idx="1143">
                  <c:v>0.567154576168552</c:v>
                </c:pt>
                <c:pt idx="1144">
                  <c:v>0.570448126042738</c:v>
                </c:pt>
                <c:pt idx="1145">
                  <c:v>0.597967410004583</c:v>
                </c:pt>
                <c:pt idx="1146">
                  <c:v>0.558906459002045</c:v>
                </c:pt>
                <c:pt idx="1147">
                  <c:v>0.596764166336566</c:v>
                </c:pt>
                <c:pt idx="1148">
                  <c:v>0.626042276810987</c:v>
                </c:pt>
                <c:pt idx="1149">
                  <c:v>0.553729566582659</c:v>
                </c:pt>
                <c:pt idx="1150">
                  <c:v>0.56362400642026</c:v>
                </c:pt>
                <c:pt idx="1151">
                  <c:v>0.561599358251724</c:v>
                </c:pt>
                <c:pt idx="1152">
                  <c:v>0.547168476997518</c:v>
                </c:pt>
                <c:pt idx="1153">
                  <c:v>0.522828286785107</c:v>
                </c:pt>
                <c:pt idx="1154">
                  <c:v>0.535469602717777</c:v>
                </c:pt>
                <c:pt idx="1155">
                  <c:v>0.54083069205133</c:v>
                </c:pt>
                <c:pt idx="1156">
                  <c:v>0.550512053572433</c:v>
                </c:pt>
                <c:pt idx="1157">
                  <c:v>0.584844966217304</c:v>
                </c:pt>
                <c:pt idx="1158">
                  <c:v>0.564188205619085</c:v>
                </c:pt>
                <c:pt idx="1159">
                  <c:v>0.560902186128245</c:v>
                </c:pt>
                <c:pt idx="1160">
                  <c:v>0.614349661340711</c:v>
                </c:pt>
                <c:pt idx="1161">
                  <c:v>0.555692211278923</c:v>
                </c:pt>
                <c:pt idx="1162">
                  <c:v>0.647867873439855</c:v>
                </c:pt>
                <c:pt idx="1163">
                  <c:v>0.583307727221501</c:v>
                </c:pt>
                <c:pt idx="1164">
                  <c:v>0.527421673397109</c:v>
                </c:pt>
                <c:pt idx="1165">
                  <c:v>0.630311673190368</c:v>
                </c:pt>
                <c:pt idx="1166">
                  <c:v>0.588309928366609</c:v>
                </c:pt>
                <c:pt idx="1167">
                  <c:v>0.538936309831533</c:v>
                </c:pt>
                <c:pt idx="1168">
                  <c:v>0.591774412719937</c:v>
                </c:pt>
                <c:pt idx="1169">
                  <c:v>0.53837262920368</c:v>
                </c:pt>
                <c:pt idx="1170">
                  <c:v>0.611495882658678</c:v>
                </c:pt>
                <c:pt idx="1171">
                  <c:v>0.588656166294909</c:v>
                </c:pt>
                <c:pt idx="1172">
                  <c:v>0.571013047083222</c:v>
                </c:pt>
                <c:pt idx="1173">
                  <c:v>0.576425043877527</c:v>
                </c:pt>
                <c:pt idx="1174">
                  <c:v>0.546971715711437</c:v>
                </c:pt>
                <c:pt idx="1175">
                  <c:v>0.556425151858312</c:v>
                </c:pt>
                <c:pt idx="1176">
                  <c:v>0.553009703129224</c:v>
                </c:pt>
                <c:pt idx="1177">
                  <c:v>0.541802057245492</c:v>
                </c:pt>
                <c:pt idx="1178">
                  <c:v>0.556359890226394</c:v>
                </c:pt>
                <c:pt idx="1179">
                  <c:v>0.596097973018583</c:v>
                </c:pt>
                <c:pt idx="1180">
                  <c:v>0.520365220392403</c:v>
                </c:pt>
                <c:pt idx="1181">
                  <c:v>0.595878071752808</c:v>
                </c:pt>
                <c:pt idx="1182">
                  <c:v>0.56779198707968</c:v>
                </c:pt>
                <c:pt idx="1183">
                  <c:v>0.542449060816969</c:v>
                </c:pt>
                <c:pt idx="1184">
                  <c:v>0.55227958388627</c:v>
                </c:pt>
                <c:pt idx="1185">
                  <c:v>0.538264890934581</c:v>
                </c:pt>
                <c:pt idx="1186">
                  <c:v>0.548193452016162</c:v>
                </c:pt>
                <c:pt idx="1187">
                  <c:v>0.542150899810239</c:v>
                </c:pt>
                <c:pt idx="1188">
                  <c:v>0.521994063913474</c:v>
                </c:pt>
                <c:pt idx="1189">
                  <c:v>0.545030720054578</c:v>
                </c:pt>
                <c:pt idx="1190">
                  <c:v>0.529333106865703</c:v>
                </c:pt>
                <c:pt idx="1191">
                  <c:v>0.531826760372767</c:v>
                </c:pt>
                <c:pt idx="1192">
                  <c:v>0.535910841380563</c:v>
                </c:pt>
                <c:pt idx="1193">
                  <c:v>0.541503715754936</c:v>
                </c:pt>
                <c:pt idx="1194">
                  <c:v>0.537156581920125</c:v>
                </c:pt>
                <c:pt idx="1195">
                  <c:v>0.553252158403189</c:v>
                </c:pt>
                <c:pt idx="1196">
                  <c:v>0.557214068056888</c:v>
                </c:pt>
                <c:pt idx="1197">
                  <c:v>0.53471883992347</c:v>
                </c:pt>
                <c:pt idx="1198">
                  <c:v>0.552716360647726</c:v>
                </c:pt>
                <c:pt idx="1199">
                  <c:v>0.539833873288385</c:v>
                </c:pt>
                <c:pt idx="1200">
                  <c:v>0.532302853942746</c:v>
                </c:pt>
                <c:pt idx="1201">
                  <c:v>0.560822523145471</c:v>
                </c:pt>
                <c:pt idx="1202">
                  <c:v>0.534105704764532</c:v>
                </c:pt>
                <c:pt idx="1203">
                  <c:v>0.538459734371459</c:v>
                </c:pt>
                <c:pt idx="1204">
                  <c:v>0.539097978412273</c:v>
                </c:pt>
                <c:pt idx="1205">
                  <c:v>0.568819672094969</c:v>
                </c:pt>
                <c:pt idx="1206">
                  <c:v>0.552824252115949</c:v>
                </c:pt>
                <c:pt idx="1207">
                  <c:v>0.516423700017556</c:v>
                </c:pt>
                <c:pt idx="1208">
                  <c:v>0.548574880579349</c:v>
                </c:pt>
                <c:pt idx="1209">
                  <c:v>0.540557685900792</c:v>
                </c:pt>
                <c:pt idx="1210">
                  <c:v>0.528402784425023</c:v>
                </c:pt>
                <c:pt idx="1211">
                  <c:v>0.53723746568828</c:v>
                </c:pt>
                <c:pt idx="1212">
                  <c:v>0.55763750066382</c:v>
                </c:pt>
                <c:pt idx="1213">
                  <c:v>0.53529832897466</c:v>
                </c:pt>
                <c:pt idx="1214">
                  <c:v>0.540016625706922</c:v>
                </c:pt>
                <c:pt idx="1215">
                  <c:v>0.5347693655814</c:v>
                </c:pt>
                <c:pt idx="1216">
                  <c:v>0.538726378007559</c:v>
                </c:pt>
                <c:pt idx="1217">
                  <c:v>0.519997099025541</c:v>
                </c:pt>
                <c:pt idx="1218">
                  <c:v>0.53050383080699</c:v>
                </c:pt>
                <c:pt idx="1219">
                  <c:v>0.532289360371927</c:v>
                </c:pt>
                <c:pt idx="1220">
                  <c:v>0.537983282684748</c:v>
                </c:pt>
                <c:pt idx="1221">
                  <c:v>0.51681777273075</c:v>
                </c:pt>
                <c:pt idx="1222">
                  <c:v>0.557666923959519</c:v>
                </c:pt>
                <c:pt idx="1223">
                  <c:v>0.548321999555231</c:v>
                </c:pt>
                <c:pt idx="1224">
                  <c:v>0.560500283734948</c:v>
                </c:pt>
                <c:pt idx="1225">
                  <c:v>0.546600400130729</c:v>
                </c:pt>
                <c:pt idx="1226">
                  <c:v>0.534411949407956</c:v>
                </c:pt>
                <c:pt idx="1227">
                  <c:v>0.544814637504323</c:v>
                </c:pt>
                <c:pt idx="1228">
                  <c:v>0.546768100283623</c:v>
                </c:pt>
                <c:pt idx="1229">
                  <c:v>0.559696105883521</c:v>
                </c:pt>
                <c:pt idx="1230">
                  <c:v>0.523871618981839</c:v>
                </c:pt>
                <c:pt idx="1231">
                  <c:v>0.533612370239105</c:v>
                </c:pt>
                <c:pt idx="1232">
                  <c:v>0.557570993415222</c:v>
                </c:pt>
                <c:pt idx="1233">
                  <c:v>0.555485701029622</c:v>
                </c:pt>
                <c:pt idx="1234">
                  <c:v>0.563861913546633</c:v>
                </c:pt>
                <c:pt idx="1235">
                  <c:v>0.562368806780896</c:v>
                </c:pt>
                <c:pt idx="1236">
                  <c:v>0.530850989496845</c:v>
                </c:pt>
                <c:pt idx="1237">
                  <c:v>0.566614461590936</c:v>
                </c:pt>
                <c:pt idx="1238">
                  <c:v>0.546607124448654</c:v>
                </c:pt>
                <c:pt idx="1239">
                  <c:v>0.5688228145913</c:v>
                </c:pt>
                <c:pt idx="1240">
                  <c:v>0.563664215561993</c:v>
                </c:pt>
                <c:pt idx="1241">
                  <c:v>0.567476466601753</c:v>
                </c:pt>
                <c:pt idx="1242">
                  <c:v>0.542238752193724</c:v>
                </c:pt>
                <c:pt idx="1243">
                  <c:v>0.563241296843541</c:v>
                </c:pt>
                <c:pt idx="1244">
                  <c:v>0.539914021831863</c:v>
                </c:pt>
                <c:pt idx="1245">
                  <c:v>0.52296560734669</c:v>
                </c:pt>
                <c:pt idx="1246">
                  <c:v>0.53870104827094</c:v>
                </c:pt>
                <c:pt idx="1247">
                  <c:v>0.538768612683325</c:v>
                </c:pt>
                <c:pt idx="1248">
                  <c:v>0.546633021802407</c:v>
                </c:pt>
                <c:pt idx="1249">
                  <c:v>0.527536006787551</c:v>
                </c:pt>
                <c:pt idx="1250">
                  <c:v>0.528747478296269</c:v>
                </c:pt>
                <c:pt idx="1251">
                  <c:v>0.549670998145608</c:v>
                </c:pt>
                <c:pt idx="1252">
                  <c:v>0.522759386165681</c:v>
                </c:pt>
                <c:pt idx="1253">
                  <c:v>0.527870459409999</c:v>
                </c:pt>
                <c:pt idx="1254">
                  <c:v>0.540316391938204</c:v>
                </c:pt>
                <c:pt idx="1255">
                  <c:v>0.537278714464137</c:v>
                </c:pt>
                <c:pt idx="1256">
                  <c:v>0.547486816037875</c:v>
                </c:pt>
                <c:pt idx="1257">
                  <c:v>0.530098141299836</c:v>
                </c:pt>
                <c:pt idx="1258">
                  <c:v>0.538194713858951</c:v>
                </c:pt>
                <c:pt idx="1259">
                  <c:v>0.53610554649568</c:v>
                </c:pt>
                <c:pt idx="1260">
                  <c:v>0.550017336007044</c:v>
                </c:pt>
                <c:pt idx="1261">
                  <c:v>0.540135723955702</c:v>
                </c:pt>
                <c:pt idx="1262">
                  <c:v>0.55099822299251</c:v>
                </c:pt>
                <c:pt idx="1263">
                  <c:v>0.560003329430896</c:v>
                </c:pt>
                <c:pt idx="1264">
                  <c:v>0.561569611074206</c:v>
                </c:pt>
                <c:pt idx="1265">
                  <c:v>0.542592483938815</c:v>
                </c:pt>
                <c:pt idx="1266">
                  <c:v>0.531089976657428</c:v>
                </c:pt>
                <c:pt idx="1267">
                  <c:v>0.547221626264414</c:v>
                </c:pt>
                <c:pt idx="1268">
                  <c:v>0.570885396705429</c:v>
                </c:pt>
                <c:pt idx="1269">
                  <c:v>0.535933087996815</c:v>
                </c:pt>
                <c:pt idx="1270">
                  <c:v>0.567549611695364</c:v>
                </c:pt>
                <c:pt idx="1271">
                  <c:v>0.598513424144272</c:v>
                </c:pt>
                <c:pt idx="1272">
                  <c:v>0.533412892253721</c:v>
                </c:pt>
                <c:pt idx="1273">
                  <c:v>0.567455539953986</c:v>
                </c:pt>
                <c:pt idx="1274">
                  <c:v>0.555784722410045</c:v>
                </c:pt>
                <c:pt idx="1275">
                  <c:v>0.550158754952165</c:v>
                </c:pt>
                <c:pt idx="1276">
                  <c:v>0.519331305039062</c:v>
                </c:pt>
                <c:pt idx="1277">
                  <c:v>0.611648945085611</c:v>
                </c:pt>
                <c:pt idx="1278">
                  <c:v>0.511759978038365</c:v>
                </c:pt>
                <c:pt idx="1279">
                  <c:v>0.558135488671381</c:v>
                </c:pt>
                <c:pt idx="1280">
                  <c:v>0.562136090731989</c:v>
                </c:pt>
                <c:pt idx="1281">
                  <c:v>0.537755004502271</c:v>
                </c:pt>
                <c:pt idx="1282">
                  <c:v>0.561688291646375</c:v>
                </c:pt>
                <c:pt idx="1283">
                  <c:v>0.589565448099844</c:v>
                </c:pt>
                <c:pt idx="1284">
                  <c:v>0.544200496577068</c:v>
                </c:pt>
                <c:pt idx="1285">
                  <c:v>0.541843735522782</c:v>
                </c:pt>
                <c:pt idx="1286">
                  <c:v>0.564453187782415</c:v>
                </c:pt>
                <c:pt idx="1287">
                  <c:v>0.537075707302864</c:v>
                </c:pt>
                <c:pt idx="1288">
                  <c:v>0.546737276301852</c:v>
                </c:pt>
                <c:pt idx="1289">
                  <c:v>0.563487664937517</c:v>
                </c:pt>
                <c:pt idx="1290">
                  <c:v>0.526330305789263</c:v>
                </c:pt>
                <c:pt idx="1291">
                  <c:v>0.563551178305857</c:v>
                </c:pt>
                <c:pt idx="1292">
                  <c:v>0.57144167020269</c:v>
                </c:pt>
                <c:pt idx="1293">
                  <c:v>0.513335118366859</c:v>
                </c:pt>
                <c:pt idx="1294">
                  <c:v>0.562397650299956</c:v>
                </c:pt>
                <c:pt idx="1295">
                  <c:v>0.524015479141906</c:v>
                </c:pt>
                <c:pt idx="1296">
                  <c:v>0.53873300336484</c:v>
                </c:pt>
                <c:pt idx="1297">
                  <c:v>0.519640221218942</c:v>
                </c:pt>
                <c:pt idx="1298">
                  <c:v>0.580180961487888</c:v>
                </c:pt>
                <c:pt idx="1299">
                  <c:v>0.555721081774626</c:v>
                </c:pt>
                <c:pt idx="1300">
                  <c:v>0.512554329086081</c:v>
                </c:pt>
                <c:pt idx="1301">
                  <c:v>0.543586775445668</c:v>
                </c:pt>
                <c:pt idx="1302">
                  <c:v>0.540142098851457</c:v>
                </c:pt>
                <c:pt idx="1303">
                  <c:v>0.530835947571131</c:v>
                </c:pt>
                <c:pt idx="1304">
                  <c:v>0.54169534600292</c:v>
                </c:pt>
                <c:pt idx="1305">
                  <c:v>0.569683486802813</c:v>
                </c:pt>
                <c:pt idx="1306">
                  <c:v>0.533746793050875</c:v>
                </c:pt>
                <c:pt idx="1307">
                  <c:v>0.537716980106487</c:v>
                </c:pt>
                <c:pt idx="1308">
                  <c:v>0.526642782736268</c:v>
                </c:pt>
                <c:pt idx="1309">
                  <c:v>0.544787250379957</c:v>
                </c:pt>
                <c:pt idx="1310">
                  <c:v>0.534752285077143</c:v>
                </c:pt>
                <c:pt idx="1311">
                  <c:v>0.539695341606308</c:v>
                </c:pt>
                <c:pt idx="1312">
                  <c:v>0.567825499116242</c:v>
                </c:pt>
                <c:pt idx="1313">
                  <c:v>0.529491934924982</c:v>
                </c:pt>
                <c:pt idx="1314">
                  <c:v>0.537766884595566</c:v>
                </c:pt>
                <c:pt idx="1315">
                  <c:v>0.542224728405893</c:v>
                </c:pt>
                <c:pt idx="1316">
                  <c:v>0.534744509065287</c:v>
                </c:pt>
                <c:pt idx="1317">
                  <c:v>0.514147991698314</c:v>
                </c:pt>
                <c:pt idx="1318">
                  <c:v>0.519220310342693</c:v>
                </c:pt>
                <c:pt idx="1319">
                  <c:v>0.515009730583218</c:v>
                </c:pt>
                <c:pt idx="1320">
                  <c:v>0.546751370535699</c:v>
                </c:pt>
                <c:pt idx="1321">
                  <c:v>0.545481306072123</c:v>
                </c:pt>
                <c:pt idx="1322">
                  <c:v>0.529088268808987</c:v>
                </c:pt>
                <c:pt idx="1323">
                  <c:v>0.578040932560975</c:v>
                </c:pt>
                <c:pt idx="1324">
                  <c:v>0.528925099046807</c:v>
                </c:pt>
                <c:pt idx="1325">
                  <c:v>0.532504632808737</c:v>
                </c:pt>
                <c:pt idx="1326">
                  <c:v>0.511624867302556</c:v>
                </c:pt>
                <c:pt idx="1327">
                  <c:v>0.534563910284427</c:v>
                </c:pt>
                <c:pt idx="1328">
                  <c:v>0.529418470233214</c:v>
                </c:pt>
                <c:pt idx="1329">
                  <c:v>0.537161169976473</c:v>
                </c:pt>
                <c:pt idx="1330">
                  <c:v>0.530252441355019</c:v>
                </c:pt>
                <c:pt idx="1331">
                  <c:v>0.53249976992783</c:v>
                </c:pt>
                <c:pt idx="1332">
                  <c:v>0.561709029029779</c:v>
                </c:pt>
                <c:pt idx="1333">
                  <c:v>0.525796710838135</c:v>
                </c:pt>
                <c:pt idx="1334">
                  <c:v>0.534484056438586</c:v>
                </c:pt>
                <c:pt idx="1335">
                  <c:v>0.528725745719312</c:v>
                </c:pt>
                <c:pt idx="1336">
                  <c:v>0.527009820512383</c:v>
                </c:pt>
                <c:pt idx="1337">
                  <c:v>0.535631852879358</c:v>
                </c:pt>
                <c:pt idx="1338">
                  <c:v>0.532360087537769</c:v>
                </c:pt>
                <c:pt idx="1339">
                  <c:v>0.530371777330007</c:v>
                </c:pt>
                <c:pt idx="1340">
                  <c:v>0.518149438545424</c:v>
                </c:pt>
                <c:pt idx="1341">
                  <c:v>0.536725781480522</c:v>
                </c:pt>
                <c:pt idx="1342">
                  <c:v>0.531468002192927</c:v>
                </c:pt>
                <c:pt idx="1343">
                  <c:v>0.518753060200752</c:v>
                </c:pt>
                <c:pt idx="1344">
                  <c:v>0.553255429381994</c:v>
                </c:pt>
                <c:pt idx="1345">
                  <c:v>0.562762889348023</c:v>
                </c:pt>
                <c:pt idx="1346">
                  <c:v>0.51453814863719</c:v>
                </c:pt>
                <c:pt idx="1347">
                  <c:v>0.542160671825129</c:v>
                </c:pt>
                <c:pt idx="1348">
                  <c:v>0.567899705873411</c:v>
                </c:pt>
                <c:pt idx="1349">
                  <c:v>0.530868466993872</c:v>
                </c:pt>
                <c:pt idx="1350">
                  <c:v>0.525629551445471</c:v>
                </c:pt>
                <c:pt idx="1351">
                  <c:v>0.506955836416441</c:v>
                </c:pt>
                <c:pt idx="1352">
                  <c:v>0.521672809419548</c:v>
                </c:pt>
                <c:pt idx="1353">
                  <c:v>0.551865946394251</c:v>
                </c:pt>
                <c:pt idx="1354">
                  <c:v>0.56426619979035</c:v>
                </c:pt>
                <c:pt idx="1355">
                  <c:v>0.512876917238233</c:v>
                </c:pt>
                <c:pt idx="1356">
                  <c:v>0.564196257768971</c:v>
                </c:pt>
                <c:pt idx="1357">
                  <c:v>0.594327723945395</c:v>
                </c:pt>
                <c:pt idx="1358">
                  <c:v>0.532830146719388</c:v>
                </c:pt>
                <c:pt idx="1359">
                  <c:v>0.590726251076742</c:v>
                </c:pt>
                <c:pt idx="1360">
                  <c:v>0.589494782981667</c:v>
                </c:pt>
                <c:pt idx="1361">
                  <c:v>0.524633781558744</c:v>
                </c:pt>
                <c:pt idx="1362">
                  <c:v>0.592942960804207</c:v>
                </c:pt>
                <c:pt idx="1363">
                  <c:v>0.546569311592007</c:v>
                </c:pt>
                <c:pt idx="1364">
                  <c:v>0.531358316036675</c:v>
                </c:pt>
                <c:pt idx="1365">
                  <c:v>0.559636556631824</c:v>
                </c:pt>
                <c:pt idx="1366">
                  <c:v>0.533137016213197</c:v>
                </c:pt>
                <c:pt idx="1367">
                  <c:v>0.525858910812848</c:v>
                </c:pt>
                <c:pt idx="1368">
                  <c:v>0.567812358047582</c:v>
                </c:pt>
                <c:pt idx="1369">
                  <c:v>0.579359497140021</c:v>
                </c:pt>
                <c:pt idx="1370">
                  <c:v>0.508196890400487</c:v>
                </c:pt>
                <c:pt idx="1371">
                  <c:v>0.645742313439308</c:v>
                </c:pt>
                <c:pt idx="1372">
                  <c:v>0.573020412375155</c:v>
                </c:pt>
                <c:pt idx="1373">
                  <c:v>0.560455887545604</c:v>
                </c:pt>
                <c:pt idx="1374">
                  <c:v>0.621020026783011</c:v>
                </c:pt>
                <c:pt idx="1375">
                  <c:v>0.50062600279263</c:v>
                </c:pt>
                <c:pt idx="1376">
                  <c:v>0.58503799010174</c:v>
                </c:pt>
                <c:pt idx="1377">
                  <c:v>0.550493357904579</c:v>
                </c:pt>
                <c:pt idx="1378">
                  <c:v>0.515540003191355</c:v>
                </c:pt>
                <c:pt idx="1379">
                  <c:v>0.536038026381077</c:v>
                </c:pt>
                <c:pt idx="1380">
                  <c:v>0.521440853790592</c:v>
                </c:pt>
                <c:pt idx="1381">
                  <c:v>0.523411286253312</c:v>
                </c:pt>
                <c:pt idx="1382">
                  <c:v>0.543912867452449</c:v>
                </c:pt>
                <c:pt idx="1383">
                  <c:v>0.543837124843698</c:v>
                </c:pt>
                <c:pt idx="1384">
                  <c:v>0.524362300623896</c:v>
                </c:pt>
                <c:pt idx="1385">
                  <c:v>0.55577529264922</c:v>
                </c:pt>
                <c:pt idx="1386">
                  <c:v>0.531637968739528</c:v>
                </c:pt>
                <c:pt idx="1387">
                  <c:v>0.521522857054533</c:v>
                </c:pt>
                <c:pt idx="1388">
                  <c:v>0.51150342455211</c:v>
                </c:pt>
                <c:pt idx="1389">
                  <c:v>0.507237848589015</c:v>
                </c:pt>
                <c:pt idx="1390">
                  <c:v>0.499313470048948</c:v>
                </c:pt>
                <c:pt idx="1391">
                  <c:v>0.510523669808675</c:v>
                </c:pt>
                <c:pt idx="1392">
                  <c:v>0.515984402032364</c:v>
                </c:pt>
                <c:pt idx="1393">
                  <c:v>0.533614922222652</c:v>
                </c:pt>
                <c:pt idx="1394">
                  <c:v>0.528488946954243</c:v>
                </c:pt>
                <c:pt idx="1395">
                  <c:v>0.514089517859999</c:v>
                </c:pt>
                <c:pt idx="1396">
                  <c:v>0.505992613488771</c:v>
                </c:pt>
                <c:pt idx="1397">
                  <c:v>0.496971215859598</c:v>
                </c:pt>
                <c:pt idx="1398">
                  <c:v>0.512157612087945</c:v>
                </c:pt>
                <c:pt idx="1399">
                  <c:v>0.501919694243999</c:v>
                </c:pt>
                <c:pt idx="1400">
                  <c:v>0.508050689120566</c:v>
                </c:pt>
                <c:pt idx="1401">
                  <c:v>0.531683848180445</c:v>
                </c:pt>
                <c:pt idx="1402">
                  <c:v>0.528981937838476</c:v>
                </c:pt>
                <c:pt idx="1403">
                  <c:v>0.523586118370959</c:v>
                </c:pt>
                <c:pt idx="1404">
                  <c:v>0.507836312051627</c:v>
                </c:pt>
                <c:pt idx="1405">
                  <c:v>0.52167876052849</c:v>
                </c:pt>
                <c:pt idx="1406">
                  <c:v>0.531354152060755</c:v>
                </c:pt>
                <c:pt idx="1407">
                  <c:v>0.504228993434172</c:v>
                </c:pt>
                <c:pt idx="1408">
                  <c:v>0.525370828708632</c:v>
                </c:pt>
                <c:pt idx="1409">
                  <c:v>0.531381864770941</c:v>
                </c:pt>
                <c:pt idx="1410">
                  <c:v>0.493299205909414</c:v>
                </c:pt>
                <c:pt idx="1411">
                  <c:v>0.519939088845877</c:v>
                </c:pt>
                <c:pt idx="1412">
                  <c:v>0.494172789099602</c:v>
                </c:pt>
                <c:pt idx="1413">
                  <c:v>0.5035368092668</c:v>
                </c:pt>
                <c:pt idx="1414">
                  <c:v>0.501776841498282</c:v>
                </c:pt>
                <c:pt idx="1415">
                  <c:v>0.539026362849221</c:v>
                </c:pt>
                <c:pt idx="1416">
                  <c:v>0.509610534405819</c:v>
                </c:pt>
                <c:pt idx="1417">
                  <c:v>0.503279767618208</c:v>
                </c:pt>
                <c:pt idx="1418">
                  <c:v>0.509023953057094</c:v>
                </c:pt>
                <c:pt idx="1419">
                  <c:v>0.522354562968807</c:v>
                </c:pt>
                <c:pt idx="1420">
                  <c:v>0.526354008741175</c:v>
                </c:pt>
                <c:pt idx="1421">
                  <c:v>0.54356569576411</c:v>
                </c:pt>
                <c:pt idx="1422">
                  <c:v>0.499607913989514</c:v>
                </c:pt>
                <c:pt idx="1423">
                  <c:v>0.518118364282279</c:v>
                </c:pt>
                <c:pt idx="1424">
                  <c:v>0.539695887685736</c:v>
                </c:pt>
                <c:pt idx="1425">
                  <c:v>0.537348583382715</c:v>
                </c:pt>
                <c:pt idx="1426">
                  <c:v>0.503126434051519</c:v>
                </c:pt>
                <c:pt idx="1427">
                  <c:v>0.507575186967875</c:v>
                </c:pt>
                <c:pt idx="1428">
                  <c:v>0.507306418731509</c:v>
                </c:pt>
                <c:pt idx="1429">
                  <c:v>0.509090380441924</c:v>
                </c:pt>
                <c:pt idx="1430">
                  <c:v>0.519838733479594</c:v>
                </c:pt>
                <c:pt idx="1431">
                  <c:v>0.488759830790418</c:v>
                </c:pt>
                <c:pt idx="1432">
                  <c:v>0.503590013720751</c:v>
                </c:pt>
                <c:pt idx="1433">
                  <c:v>0.541965893780305</c:v>
                </c:pt>
                <c:pt idx="1434">
                  <c:v>0.499941542305166</c:v>
                </c:pt>
                <c:pt idx="1435">
                  <c:v>0.501243521374161</c:v>
                </c:pt>
                <c:pt idx="1436">
                  <c:v>0.518985965234649</c:v>
                </c:pt>
                <c:pt idx="1437">
                  <c:v>0.497681659027542</c:v>
                </c:pt>
                <c:pt idx="1438">
                  <c:v>0.502286541203669</c:v>
                </c:pt>
                <c:pt idx="1439">
                  <c:v>0.510927223879528</c:v>
                </c:pt>
                <c:pt idx="1440">
                  <c:v>0.514713890542856</c:v>
                </c:pt>
                <c:pt idx="1441">
                  <c:v>0.521834857475743</c:v>
                </c:pt>
                <c:pt idx="1442">
                  <c:v>0.512426737746644</c:v>
                </c:pt>
                <c:pt idx="1443">
                  <c:v>0.500717143857783</c:v>
                </c:pt>
                <c:pt idx="1444">
                  <c:v>0.544277079275924</c:v>
                </c:pt>
                <c:pt idx="1445">
                  <c:v>0.522127009033241</c:v>
                </c:pt>
                <c:pt idx="1446">
                  <c:v>0.505733491854886</c:v>
                </c:pt>
                <c:pt idx="1447">
                  <c:v>0.494300333319144</c:v>
                </c:pt>
                <c:pt idx="1448">
                  <c:v>0.526134259449611</c:v>
                </c:pt>
                <c:pt idx="1449">
                  <c:v>0.524007122672869</c:v>
                </c:pt>
                <c:pt idx="1450">
                  <c:v>0.519108106303508</c:v>
                </c:pt>
                <c:pt idx="1451">
                  <c:v>0.493926706547318</c:v>
                </c:pt>
                <c:pt idx="1452">
                  <c:v>0.512004280976589</c:v>
                </c:pt>
                <c:pt idx="1453">
                  <c:v>0.519369522311448</c:v>
                </c:pt>
                <c:pt idx="1454">
                  <c:v>0.537717124430611</c:v>
                </c:pt>
                <c:pt idx="1455">
                  <c:v>0.513784857541545</c:v>
                </c:pt>
                <c:pt idx="1456">
                  <c:v>0.518535374414263</c:v>
                </c:pt>
                <c:pt idx="1457">
                  <c:v>0.508895669429341</c:v>
                </c:pt>
                <c:pt idx="1458">
                  <c:v>0.525447526661375</c:v>
                </c:pt>
                <c:pt idx="1459">
                  <c:v>0.516656594553802</c:v>
                </c:pt>
                <c:pt idx="1460">
                  <c:v>0.506909249619783</c:v>
                </c:pt>
                <c:pt idx="1461">
                  <c:v>0.510681499736843</c:v>
                </c:pt>
                <c:pt idx="1462">
                  <c:v>0.527151396709451</c:v>
                </c:pt>
                <c:pt idx="1463">
                  <c:v>0.514257743650343</c:v>
                </c:pt>
                <c:pt idx="1464">
                  <c:v>0.538855652917254</c:v>
                </c:pt>
                <c:pt idx="1465">
                  <c:v>0.510845815527268</c:v>
                </c:pt>
                <c:pt idx="1466">
                  <c:v>0.497757411951527</c:v>
                </c:pt>
                <c:pt idx="1467">
                  <c:v>0.511827091479937</c:v>
                </c:pt>
                <c:pt idx="1468">
                  <c:v>0.529507728989405</c:v>
                </c:pt>
                <c:pt idx="1469">
                  <c:v>0.486521910509569</c:v>
                </c:pt>
                <c:pt idx="1470">
                  <c:v>0.522561473935848</c:v>
                </c:pt>
                <c:pt idx="1471">
                  <c:v>0.566093869560207</c:v>
                </c:pt>
                <c:pt idx="1472">
                  <c:v>0.514281076551916</c:v>
                </c:pt>
                <c:pt idx="1473">
                  <c:v>0.524354109982064</c:v>
                </c:pt>
                <c:pt idx="1474">
                  <c:v>0.538452700112421</c:v>
                </c:pt>
                <c:pt idx="1475">
                  <c:v>0.527388060343563</c:v>
                </c:pt>
                <c:pt idx="1476">
                  <c:v>0.511296873937867</c:v>
                </c:pt>
                <c:pt idx="1477">
                  <c:v>0.531719056709819</c:v>
                </c:pt>
                <c:pt idx="1478">
                  <c:v>0.530249459615456</c:v>
                </c:pt>
                <c:pt idx="1479">
                  <c:v>0.520849950400968</c:v>
                </c:pt>
                <c:pt idx="1480">
                  <c:v>0.518849857217733</c:v>
                </c:pt>
                <c:pt idx="1481">
                  <c:v>0.548843496196198</c:v>
                </c:pt>
                <c:pt idx="1482">
                  <c:v>0.528662163198149</c:v>
                </c:pt>
                <c:pt idx="1483">
                  <c:v>0.525170866176926</c:v>
                </c:pt>
                <c:pt idx="1484">
                  <c:v>0.515792210864572</c:v>
                </c:pt>
                <c:pt idx="1485">
                  <c:v>0.515681258666432</c:v>
                </c:pt>
                <c:pt idx="1486">
                  <c:v>0.514583171949757</c:v>
                </c:pt>
                <c:pt idx="1487">
                  <c:v>0.515155348952598</c:v>
                </c:pt>
                <c:pt idx="1488">
                  <c:v>0.503001361831665</c:v>
                </c:pt>
                <c:pt idx="1489">
                  <c:v>0.528335975928293</c:v>
                </c:pt>
                <c:pt idx="1490">
                  <c:v>0.52811407066991</c:v>
                </c:pt>
                <c:pt idx="1491">
                  <c:v>0.514881257955316</c:v>
                </c:pt>
                <c:pt idx="1492">
                  <c:v>0.501503478374258</c:v>
                </c:pt>
                <c:pt idx="1493">
                  <c:v>0.509540330507546</c:v>
                </c:pt>
                <c:pt idx="1494">
                  <c:v>0.507182549743444</c:v>
                </c:pt>
                <c:pt idx="1495">
                  <c:v>0.507514512164134</c:v>
                </c:pt>
                <c:pt idx="1496">
                  <c:v>0.512815574341994</c:v>
                </c:pt>
                <c:pt idx="1497">
                  <c:v>0.501536937122952</c:v>
                </c:pt>
                <c:pt idx="1498">
                  <c:v>0.494149781310764</c:v>
                </c:pt>
                <c:pt idx="1499">
                  <c:v>0.498013474759245</c:v>
                </c:pt>
                <c:pt idx="1500">
                  <c:v>0.51363463248011</c:v>
                </c:pt>
                <c:pt idx="1501">
                  <c:v>0.519768536905546</c:v>
                </c:pt>
                <c:pt idx="1502">
                  <c:v>0.498414570231692</c:v>
                </c:pt>
                <c:pt idx="1503">
                  <c:v>0.503684975708254</c:v>
                </c:pt>
                <c:pt idx="1504">
                  <c:v>0.520564118632087</c:v>
                </c:pt>
                <c:pt idx="1505">
                  <c:v>0.508524761750411</c:v>
                </c:pt>
                <c:pt idx="1506">
                  <c:v>0.522770758389877</c:v>
                </c:pt>
                <c:pt idx="1507">
                  <c:v>0.573623319975675</c:v>
                </c:pt>
                <c:pt idx="1508">
                  <c:v>0.603969502301906</c:v>
                </c:pt>
                <c:pt idx="1509">
                  <c:v>0.513431585668091</c:v>
                </c:pt>
                <c:pt idx="1510">
                  <c:v>0.595855926359835</c:v>
                </c:pt>
                <c:pt idx="1511">
                  <c:v>0.60980772898504</c:v>
                </c:pt>
                <c:pt idx="1512">
                  <c:v>0.523352792042947</c:v>
                </c:pt>
                <c:pt idx="1513">
                  <c:v>0.546714553497699</c:v>
                </c:pt>
                <c:pt idx="1514">
                  <c:v>0.586744446236</c:v>
                </c:pt>
                <c:pt idx="1515">
                  <c:v>0.50673016709521</c:v>
                </c:pt>
                <c:pt idx="1516">
                  <c:v>0.619091121765067</c:v>
                </c:pt>
                <c:pt idx="1517">
                  <c:v>0.536318346326853</c:v>
                </c:pt>
                <c:pt idx="1518">
                  <c:v>0.513327084679342</c:v>
                </c:pt>
                <c:pt idx="1519">
                  <c:v>0.565618092462425</c:v>
                </c:pt>
                <c:pt idx="1520">
                  <c:v>0.541813349337169</c:v>
                </c:pt>
                <c:pt idx="1521">
                  <c:v>0.520462580063448</c:v>
                </c:pt>
                <c:pt idx="1522">
                  <c:v>0.568875186497416</c:v>
                </c:pt>
                <c:pt idx="1523">
                  <c:v>0.544934252579117</c:v>
                </c:pt>
                <c:pt idx="1524">
                  <c:v>0.523699706116898</c:v>
                </c:pt>
                <c:pt idx="1525">
                  <c:v>0.558767309462923</c:v>
                </c:pt>
                <c:pt idx="1526">
                  <c:v>0.500027039374884</c:v>
                </c:pt>
                <c:pt idx="1527">
                  <c:v>0.544298460969476</c:v>
                </c:pt>
                <c:pt idx="1528">
                  <c:v>0.512294141155584</c:v>
                </c:pt>
                <c:pt idx="1529">
                  <c:v>0.52784777180764</c:v>
                </c:pt>
                <c:pt idx="1530">
                  <c:v>0.491517899733631</c:v>
                </c:pt>
                <c:pt idx="1531">
                  <c:v>0.514766295758748</c:v>
                </c:pt>
                <c:pt idx="1532">
                  <c:v>0.500665018732582</c:v>
                </c:pt>
                <c:pt idx="1533">
                  <c:v>0.509457954765457</c:v>
                </c:pt>
                <c:pt idx="1534">
                  <c:v>0.505358124748005</c:v>
                </c:pt>
                <c:pt idx="1535">
                  <c:v>0.517396729636013</c:v>
                </c:pt>
                <c:pt idx="1536">
                  <c:v>0.502302994482639</c:v>
                </c:pt>
                <c:pt idx="1537">
                  <c:v>0.541278659928631</c:v>
                </c:pt>
                <c:pt idx="1538">
                  <c:v>0.499153348051554</c:v>
                </c:pt>
                <c:pt idx="1539">
                  <c:v>0.509391627702741</c:v>
                </c:pt>
                <c:pt idx="1540">
                  <c:v>0.504409930274915</c:v>
                </c:pt>
                <c:pt idx="1541">
                  <c:v>0.5025797196301</c:v>
                </c:pt>
                <c:pt idx="1542">
                  <c:v>0.510025605489844</c:v>
                </c:pt>
                <c:pt idx="1543">
                  <c:v>0.491441602573604</c:v>
                </c:pt>
                <c:pt idx="1544">
                  <c:v>0.52824471942761</c:v>
                </c:pt>
                <c:pt idx="1545">
                  <c:v>0.512173551722851</c:v>
                </c:pt>
                <c:pt idx="1546">
                  <c:v>0.571254600881396</c:v>
                </c:pt>
                <c:pt idx="1547">
                  <c:v>0.543659051882949</c:v>
                </c:pt>
                <c:pt idx="1548">
                  <c:v>0.520797622083324</c:v>
                </c:pt>
                <c:pt idx="1549">
                  <c:v>0.555980967976102</c:v>
                </c:pt>
                <c:pt idx="1550">
                  <c:v>0.526124223950154</c:v>
                </c:pt>
                <c:pt idx="1551">
                  <c:v>0.491878359508588</c:v>
                </c:pt>
                <c:pt idx="1552">
                  <c:v>0.529495790980137</c:v>
                </c:pt>
                <c:pt idx="1553">
                  <c:v>0.51627864056562</c:v>
                </c:pt>
                <c:pt idx="1554">
                  <c:v>0.499627677550088</c:v>
                </c:pt>
                <c:pt idx="1555">
                  <c:v>0.527472908737791</c:v>
                </c:pt>
                <c:pt idx="1556">
                  <c:v>0.509542709785282</c:v>
                </c:pt>
                <c:pt idx="1557">
                  <c:v>0.521746077914571</c:v>
                </c:pt>
                <c:pt idx="1558">
                  <c:v>0.4962686595208</c:v>
                </c:pt>
                <c:pt idx="1559">
                  <c:v>0.502804652786499</c:v>
                </c:pt>
                <c:pt idx="1560">
                  <c:v>0.516734366826662</c:v>
                </c:pt>
                <c:pt idx="1561">
                  <c:v>0.496256949034643</c:v>
                </c:pt>
                <c:pt idx="1562">
                  <c:v>0.502513896815935</c:v>
                </c:pt>
                <c:pt idx="1563">
                  <c:v>0.485977170680497</c:v>
                </c:pt>
                <c:pt idx="1564">
                  <c:v>0.513060307531475</c:v>
                </c:pt>
                <c:pt idx="1565">
                  <c:v>0.492245654985081</c:v>
                </c:pt>
                <c:pt idx="1566">
                  <c:v>0.514689616395855</c:v>
                </c:pt>
                <c:pt idx="1567">
                  <c:v>0.493802440282171</c:v>
                </c:pt>
                <c:pt idx="1568">
                  <c:v>0.521910376962602</c:v>
                </c:pt>
                <c:pt idx="1569">
                  <c:v>0.489212369604286</c:v>
                </c:pt>
                <c:pt idx="1570">
                  <c:v>0.496170660844665</c:v>
                </c:pt>
                <c:pt idx="1571">
                  <c:v>0.493524885383107</c:v>
                </c:pt>
                <c:pt idx="1572">
                  <c:v>0.523503965293337</c:v>
                </c:pt>
                <c:pt idx="1573">
                  <c:v>0.518813834010831</c:v>
                </c:pt>
                <c:pt idx="1574">
                  <c:v>0.533050170545053</c:v>
                </c:pt>
                <c:pt idx="1575">
                  <c:v>0.50625918254766</c:v>
                </c:pt>
                <c:pt idx="1576">
                  <c:v>0.542441809914378</c:v>
                </c:pt>
                <c:pt idx="1577">
                  <c:v>0.522443210197601</c:v>
                </c:pt>
                <c:pt idx="1578">
                  <c:v>0.500666006236493</c:v>
                </c:pt>
                <c:pt idx="1579">
                  <c:v>0.510115429519936</c:v>
                </c:pt>
                <c:pt idx="1580">
                  <c:v>0.506821728193522</c:v>
                </c:pt>
                <c:pt idx="1581">
                  <c:v>0.536088871441239</c:v>
                </c:pt>
                <c:pt idx="1582">
                  <c:v>0.509713594948717</c:v>
                </c:pt>
                <c:pt idx="1583">
                  <c:v>0.517597574386539</c:v>
                </c:pt>
                <c:pt idx="1584">
                  <c:v>0.521705084251789</c:v>
                </c:pt>
                <c:pt idx="1585">
                  <c:v>0.53833459747851</c:v>
                </c:pt>
                <c:pt idx="1586">
                  <c:v>0.502689288863664</c:v>
                </c:pt>
                <c:pt idx="1587">
                  <c:v>0.493392541451555</c:v>
                </c:pt>
                <c:pt idx="1588">
                  <c:v>0.513577747513582</c:v>
                </c:pt>
                <c:pt idx="1589">
                  <c:v>0.51300626582639</c:v>
                </c:pt>
                <c:pt idx="1590">
                  <c:v>0.487778710296951</c:v>
                </c:pt>
                <c:pt idx="1591">
                  <c:v>0.498316393992328</c:v>
                </c:pt>
                <c:pt idx="1592">
                  <c:v>0.509361205143056</c:v>
                </c:pt>
                <c:pt idx="1593">
                  <c:v>0.51514956601532</c:v>
                </c:pt>
                <c:pt idx="1594">
                  <c:v>0.502215526264169</c:v>
                </c:pt>
                <c:pt idx="1595">
                  <c:v>0.502619413306428</c:v>
                </c:pt>
                <c:pt idx="1596">
                  <c:v>0.496990042824565</c:v>
                </c:pt>
                <c:pt idx="1597">
                  <c:v>0.502729581653627</c:v>
                </c:pt>
                <c:pt idx="1598">
                  <c:v>0.510664869234688</c:v>
                </c:pt>
                <c:pt idx="1599">
                  <c:v>0.500487166615632</c:v>
                </c:pt>
                <c:pt idx="1600">
                  <c:v>0.511395101332107</c:v>
                </c:pt>
                <c:pt idx="1601">
                  <c:v>0.501696795003771</c:v>
                </c:pt>
                <c:pt idx="1602">
                  <c:v>0.514106066856061</c:v>
                </c:pt>
                <c:pt idx="1603">
                  <c:v>0.489276457637689</c:v>
                </c:pt>
                <c:pt idx="1604">
                  <c:v>0.532990853592674</c:v>
                </c:pt>
                <c:pt idx="1605">
                  <c:v>0.554799363627358</c:v>
                </c:pt>
                <c:pt idx="1606">
                  <c:v>0.515280609567911</c:v>
                </c:pt>
                <c:pt idx="1607">
                  <c:v>0.513158361249237</c:v>
                </c:pt>
                <c:pt idx="1608">
                  <c:v>0.553049040774144</c:v>
                </c:pt>
                <c:pt idx="1609">
                  <c:v>0.526134696947361</c:v>
                </c:pt>
                <c:pt idx="1610">
                  <c:v>0.497540758089632</c:v>
                </c:pt>
                <c:pt idx="1611">
                  <c:v>0.509411504100864</c:v>
                </c:pt>
                <c:pt idx="1612">
                  <c:v>0.512188135655703</c:v>
                </c:pt>
                <c:pt idx="1613">
                  <c:v>0.498507718083115</c:v>
                </c:pt>
                <c:pt idx="1614">
                  <c:v>0.48623206722036</c:v>
                </c:pt>
                <c:pt idx="1615">
                  <c:v>0.503446050525926</c:v>
                </c:pt>
                <c:pt idx="1616">
                  <c:v>0.495190616374474</c:v>
                </c:pt>
                <c:pt idx="1617">
                  <c:v>0.498056548047018</c:v>
                </c:pt>
                <c:pt idx="1618">
                  <c:v>0.499667310257813</c:v>
                </c:pt>
                <c:pt idx="1619">
                  <c:v>0.516085578470268</c:v>
                </c:pt>
                <c:pt idx="1620">
                  <c:v>0.509269420938314</c:v>
                </c:pt>
                <c:pt idx="1621">
                  <c:v>0.500113240160061</c:v>
                </c:pt>
                <c:pt idx="1622">
                  <c:v>0.482489019852395</c:v>
                </c:pt>
                <c:pt idx="1623">
                  <c:v>0.514745043892426</c:v>
                </c:pt>
                <c:pt idx="1624">
                  <c:v>0.512265181761649</c:v>
                </c:pt>
                <c:pt idx="1625">
                  <c:v>0.492945174854743</c:v>
                </c:pt>
                <c:pt idx="1626">
                  <c:v>0.507712148803438</c:v>
                </c:pt>
                <c:pt idx="1627">
                  <c:v>0.485130537780359</c:v>
                </c:pt>
                <c:pt idx="1628">
                  <c:v>0.492761709738526</c:v>
                </c:pt>
                <c:pt idx="1629">
                  <c:v>0.496230554914798</c:v>
                </c:pt>
                <c:pt idx="1630">
                  <c:v>0.486370871198746</c:v>
                </c:pt>
                <c:pt idx="1631">
                  <c:v>0.508128794743753</c:v>
                </c:pt>
                <c:pt idx="1632">
                  <c:v>0.497194861413672</c:v>
                </c:pt>
                <c:pt idx="1633">
                  <c:v>0.496313535904115</c:v>
                </c:pt>
                <c:pt idx="1634">
                  <c:v>0.504098617006322</c:v>
                </c:pt>
                <c:pt idx="1635">
                  <c:v>0.517390251730282</c:v>
                </c:pt>
                <c:pt idx="1636">
                  <c:v>0.522876604779963</c:v>
                </c:pt>
                <c:pt idx="1637">
                  <c:v>0.518341579151753</c:v>
                </c:pt>
                <c:pt idx="1638">
                  <c:v>0.506642877768514</c:v>
                </c:pt>
                <c:pt idx="1639">
                  <c:v>0.554904759902336</c:v>
                </c:pt>
                <c:pt idx="1640">
                  <c:v>0.49054862992604</c:v>
                </c:pt>
                <c:pt idx="1641">
                  <c:v>0.53501704829696</c:v>
                </c:pt>
                <c:pt idx="1642">
                  <c:v>0.565365552645802</c:v>
                </c:pt>
                <c:pt idx="1643">
                  <c:v>0.532419729252151</c:v>
                </c:pt>
                <c:pt idx="1644">
                  <c:v>0.506921783245205</c:v>
                </c:pt>
                <c:pt idx="1645">
                  <c:v>0.516216920092465</c:v>
                </c:pt>
                <c:pt idx="1646">
                  <c:v>0.547360860093094</c:v>
                </c:pt>
                <c:pt idx="1647">
                  <c:v>0.489073444562852</c:v>
                </c:pt>
                <c:pt idx="1648">
                  <c:v>0.505305812010003</c:v>
                </c:pt>
                <c:pt idx="1649">
                  <c:v>0.506414967922456</c:v>
                </c:pt>
                <c:pt idx="1650">
                  <c:v>0.513249823685917</c:v>
                </c:pt>
                <c:pt idx="1651">
                  <c:v>0.493749963780757</c:v>
                </c:pt>
                <c:pt idx="1652">
                  <c:v>0.485721749022965</c:v>
                </c:pt>
                <c:pt idx="1653">
                  <c:v>0.5074907494203</c:v>
                </c:pt>
                <c:pt idx="1654">
                  <c:v>0.497578690944188</c:v>
                </c:pt>
                <c:pt idx="1655">
                  <c:v>0.504553838899216</c:v>
                </c:pt>
                <c:pt idx="1656">
                  <c:v>0.502023951037833</c:v>
                </c:pt>
                <c:pt idx="1657">
                  <c:v>0.501953038661044</c:v>
                </c:pt>
                <c:pt idx="1658">
                  <c:v>0.494191624643634</c:v>
                </c:pt>
                <c:pt idx="1659">
                  <c:v>0.585866685251703</c:v>
                </c:pt>
                <c:pt idx="1660">
                  <c:v>0.560678866246787</c:v>
                </c:pt>
                <c:pt idx="1661">
                  <c:v>0.496265861267829</c:v>
                </c:pt>
                <c:pt idx="1662">
                  <c:v>0.639424515513754</c:v>
                </c:pt>
                <c:pt idx="1663">
                  <c:v>0.536324868316937</c:v>
                </c:pt>
                <c:pt idx="1664">
                  <c:v>0.545494340393189</c:v>
                </c:pt>
                <c:pt idx="1665">
                  <c:v>0.608931165595205</c:v>
                </c:pt>
                <c:pt idx="1666">
                  <c:v>0.510790044865089</c:v>
                </c:pt>
                <c:pt idx="1667">
                  <c:v>0.549476674225268</c:v>
                </c:pt>
                <c:pt idx="1668">
                  <c:v>0.544873604907628</c:v>
                </c:pt>
                <c:pt idx="1669">
                  <c:v>0.518974305093753</c:v>
                </c:pt>
                <c:pt idx="1670">
                  <c:v>0.523130081771171</c:v>
                </c:pt>
                <c:pt idx="1671">
                  <c:v>0.513072615767167</c:v>
                </c:pt>
                <c:pt idx="1672">
                  <c:v>0.49847401191184</c:v>
                </c:pt>
                <c:pt idx="1673">
                  <c:v>0.538942106817747</c:v>
                </c:pt>
                <c:pt idx="1674">
                  <c:v>0.576090223533346</c:v>
                </c:pt>
                <c:pt idx="1675">
                  <c:v>0.507520260757801</c:v>
                </c:pt>
                <c:pt idx="1676">
                  <c:v>0.507413872341467</c:v>
                </c:pt>
                <c:pt idx="1677">
                  <c:v>0.512291620346535</c:v>
                </c:pt>
                <c:pt idx="1678">
                  <c:v>0.513951790364913</c:v>
                </c:pt>
                <c:pt idx="1679">
                  <c:v>0.499532765106042</c:v>
                </c:pt>
                <c:pt idx="1680">
                  <c:v>0.510278468052531</c:v>
                </c:pt>
                <c:pt idx="1681">
                  <c:v>0.520299641786252</c:v>
                </c:pt>
                <c:pt idx="1682">
                  <c:v>0.489740341633016</c:v>
                </c:pt>
                <c:pt idx="1683">
                  <c:v>0.497865720796614</c:v>
                </c:pt>
                <c:pt idx="1684">
                  <c:v>0.509221176079008</c:v>
                </c:pt>
                <c:pt idx="1685">
                  <c:v>0.519322715049286</c:v>
                </c:pt>
                <c:pt idx="1686">
                  <c:v>0.497061480330946</c:v>
                </c:pt>
                <c:pt idx="1687">
                  <c:v>0.491238725101095</c:v>
                </c:pt>
                <c:pt idx="1688">
                  <c:v>0.538849160376853</c:v>
                </c:pt>
                <c:pt idx="1689">
                  <c:v>0.543998781859188</c:v>
                </c:pt>
                <c:pt idx="1690">
                  <c:v>0.52353007579119</c:v>
                </c:pt>
                <c:pt idx="1691">
                  <c:v>0.511914405926921</c:v>
                </c:pt>
                <c:pt idx="1692">
                  <c:v>0.516286655790142</c:v>
                </c:pt>
                <c:pt idx="1693">
                  <c:v>0.523352462716208</c:v>
                </c:pt>
                <c:pt idx="1694">
                  <c:v>0.516139051995642</c:v>
                </c:pt>
                <c:pt idx="1695">
                  <c:v>0.523740602855022</c:v>
                </c:pt>
                <c:pt idx="1696">
                  <c:v>0.487369106097301</c:v>
                </c:pt>
                <c:pt idx="1697">
                  <c:v>0.55643357005931</c:v>
                </c:pt>
                <c:pt idx="1698">
                  <c:v>0.518706006746939</c:v>
                </c:pt>
                <c:pt idx="1699">
                  <c:v>0.508420118311426</c:v>
                </c:pt>
                <c:pt idx="1700">
                  <c:v>0.493716997740115</c:v>
                </c:pt>
                <c:pt idx="1701">
                  <c:v>0.504707298948753</c:v>
                </c:pt>
                <c:pt idx="1702">
                  <c:v>0.535148538141776</c:v>
                </c:pt>
                <c:pt idx="1703">
                  <c:v>0.484347925375179</c:v>
                </c:pt>
                <c:pt idx="1704">
                  <c:v>0.506789469909113</c:v>
                </c:pt>
                <c:pt idx="1705">
                  <c:v>0.511738135290508</c:v>
                </c:pt>
                <c:pt idx="1706">
                  <c:v>0.51690114626108</c:v>
                </c:pt>
                <c:pt idx="1707">
                  <c:v>0.502696612569946</c:v>
                </c:pt>
                <c:pt idx="1708">
                  <c:v>0.50217261986012</c:v>
                </c:pt>
                <c:pt idx="1709">
                  <c:v>0.509586110573192</c:v>
                </c:pt>
                <c:pt idx="1710">
                  <c:v>0.528889478528686</c:v>
                </c:pt>
                <c:pt idx="1711">
                  <c:v>0.514554145003675</c:v>
                </c:pt>
                <c:pt idx="1712">
                  <c:v>0.532824891902877</c:v>
                </c:pt>
                <c:pt idx="1713">
                  <c:v>0.490489356606284</c:v>
                </c:pt>
                <c:pt idx="1714">
                  <c:v>0.510503677429028</c:v>
                </c:pt>
                <c:pt idx="1715">
                  <c:v>0.5106807235753</c:v>
                </c:pt>
                <c:pt idx="1716">
                  <c:v>0.498721746715021</c:v>
                </c:pt>
                <c:pt idx="1717">
                  <c:v>0.491763638291505</c:v>
                </c:pt>
                <c:pt idx="1718">
                  <c:v>0.516909728103223</c:v>
                </c:pt>
                <c:pt idx="1719">
                  <c:v>0.516263345541936</c:v>
                </c:pt>
                <c:pt idx="1720">
                  <c:v>0.494902099768445</c:v>
                </c:pt>
                <c:pt idx="1721">
                  <c:v>0.506938799230283</c:v>
                </c:pt>
                <c:pt idx="1722">
                  <c:v>0.568571265338983</c:v>
                </c:pt>
                <c:pt idx="1723">
                  <c:v>0.580573561368452</c:v>
                </c:pt>
                <c:pt idx="1724">
                  <c:v>0.488823641668619</c:v>
                </c:pt>
                <c:pt idx="1725">
                  <c:v>0.547347860595722</c:v>
                </c:pt>
                <c:pt idx="1726">
                  <c:v>0.595015544167637</c:v>
                </c:pt>
                <c:pt idx="1727">
                  <c:v>0.513582282778864</c:v>
                </c:pt>
                <c:pt idx="1728">
                  <c:v>0.629469236946774</c:v>
                </c:pt>
                <c:pt idx="1729">
                  <c:v>0.549083101068429</c:v>
                </c:pt>
                <c:pt idx="1730">
                  <c:v>0.538526657720536</c:v>
                </c:pt>
                <c:pt idx="1731">
                  <c:v>0.659014738870218</c:v>
                </c:pt>
                <c:pt idx="1732">
                  <c:v>0.518772651803623</c:v>
                </c:pt>
                <c:pt idx="1733">
                  <c:v>0.55124776061484</c:v>
                </c:pt>
                <c:pt idx="1734">
                  <c:v>0.597409322351547</c:v>
                </c:pt>
                <c:pt idx="1735">
                  <c:v>0.531462395756118</c:v>
                </c:pt>
                <c:pt idx="1736">
                  <c:v>0.569466335420938</c:v>
                </c:pt>
                <c:pt idx="1737">
                  <c:v>0.54407899724407</c:v>
                </c:pt>
                <c:pt idx="1738">
                  <c:v>0.50638997770565</c:v>
                </c:pt>
                <c:pt idx="1739">
                  <c:v>0.555774036634883</c:v>
                </c:pt>
                <c:pt idx="1740">
                  <c:v>0.524245705730617</c:v>
                </c:pt>
                <c:pt idx="1741">
                  <c:v>0.509661520725495</c:v>
                </c:pt>
                <c:pt idx="1742">
                  <c:v>0.51908170216664</c:v>
                </c:pt>
                <c:pt idx="1743">
                  <c:v>0.507570127548713</c:v>
                </c:pt>
                <c:pt idx="1744">
                  <c:v>0.478428599388832</c:v>
                </c:pt>
                <c:pt idx="1745">
                  <c:v>0.501496098245515</c:v>
                </c:pt>
                <c:pt idx="1746">
                  <c:v>0.497746955413947</c:v>
                </c:pt>
                <c:pt idx="1747">
                  <c:v>0.506617945214034</c:v>
                </c:pt>
                <c:pt idx="1748">
                  <c:v>0.496295562422802</c:v>
                </c:pt>
                <c:pt idx="1749">
                  <c:v>0.49177181705944</c:v>
                </c:pt>
                <c:pt idx="1750">
                  <c:v>0.523149696974811</c:v>
                </c:pt>
                <c:pt idx="1751">
                  <c:v>0.509859731603842</c:v>
                </c:pt>
                <c:pt idx="1752">
                  <c:v>0.512526278647256</c:v>
                </c:pt>
                <c:pt idx="1753">
                  <c:v>0.494733034698387</c:v>
                </c:pt>
                <c:pt idx="1754">
                  <c:v>0.489356485736684</c:v>
                </c:pt>
                <c:pt idx="1755">
                  <c:v>0.485069741396105</c:v>
                </c:pt>
                <c:pt idx="1756">
                  <c:v>0.507998106842792</c:v>
                </c:pt>
                <c:pt idx="1757">
                  <c:v>0.51216125665789</c:v>
                </c:pt>
                <c:pt idx="1758">
                  <c:v>0.490105058611605</c:v>
                </c:pt>
                <c:pt idx="1759">
                  <c:v>0.470739243167516</c:v>
                </c:pt>
                <c:pt idx="1760">
                  <c:v>0.49505067594622</c:v>
                </c:pt>
                <c:pt idx="1761">
                  <c:v>0.515222926332938</c:v>
                </c:pt>
                <c:pt idx="1762">
                  <c:v>0.490639883398334</c:v>
                </c:pt>
                <c:pt idx="1763">
                  <c:v>0.506794157355804</c:v>
                </c:pt>
                <c:pt idx="1764">
                  <c:v>0.567830366191231</c:v>
                </c:pt>
                <c:pt idx="1765">
                  <c:v>0.505440150523899</c:v>
                </c:pt>
                <c:pt idx="1766">
                  <c:v>0.49338358797264</c:v>
                </c:pt>
                <c:pt idx="1767">
                  <c:v>0.503637074450104</c:v>
                </c:pt>
                <c:pt idx="1768">
                  <c:v>0.509110867460961</c:v>
                </c:pt>
                <c:pt idx="1769">
                  <c:v>0.483641839419131</c:v>
                </c:pt>
                <c:pt idx="1770">
                  <c:v>0.497727557571112</c:v>
                </c:pt>
                <c:pt idx="1771">
                  <c:v>0.492541375811587</c:v>
                </c:pt>
                <c:pt idx="1772">
                  <c:v>0.511858506744553</c:v>
                </c:pt>
                <c:pt idx="1773">
                  <c:v>0.501032109929176</c:v>
                </c:pt>
                <c:pt idx="1774">
                  <c:v>0.485101318548822</c:v>
                </c:pt>
                <c:pt idx="1775">
                  <c:v>0.491627752289922</c:v>
                </c:pt>
                <c:pt idx="1776">
                  <c:v>0.478818685485538</c:v>
                </c:pt>
                <c:pt idx="1777">
                  <c:v>0.483325125754355</c:v>
                </c:pt>
                <c:pt idx="1778">
                  <c:v>0.503224825725503</c:v>
                </c:pt>
                <c:pt idx="1779">
                  <c:v>0.494938409232803</c:v>
                </c:pt>
                <c:pt idx="1780">
                  <c:v>0.482604820246536</c:v>
                </c:pt>
                <c:pt idx="1781">
                  <c:v>0.502045793510849</c:v>
                </c:pt>
                <c:pt idx="1782">
                  <c:v>0.507025897562449</c:v>
                </c:pt>
                <c:pt idx="1783">
                  <c:v>0.471677915023363</c:v>
                </c:pt>
                <c:pt idx="1784">
                  <c:v>0.504105206005961</c:v>
                </c:pt>
                <c:pt idx="1785">
                  <c:v>0.535345042975875</c:v>
                </c:pt>
                <c:pt idx="1786">
                  <c:v>0.509152708136154</c:v>
                </c:pt>
                <c:pt idx="1787">
                  <c:v>0.480024604660878</c:v>
                </c:pt>
                <c:pt idx="1788">
                  <c:v>0.511687542904441</c:v>
                </c:pt>
                <c:pt idx="1789">
                  <c:v>0.507772126211983</c:v>
                </c:pt>
                <c:pt idx="1790">
                  <c:v>0.488693365711484</c:v>
                </c:pt>
                <c:pt idx="1791">
                  <c:v>0.537835534425307</c:v>
                </c:pt>
                <c:pt idx="1792">
                  <c:v>0.529665011748007</c:v>
                </c:pt>
                <c:pt idx="1793">
                  <c:v>0.504720458197907</c:v>
                </c:pt>
                <c:pt idx="1794">
                  <c:v>0.504956787726601</c:v>
                </c:pt>
                <c:pt idx="1795">
                  <c:v>0.519178709232505</c:v>
                </c:pt>
                <c:pt idx="1796">
                  <c:v>0.503550128520311</c:v>
                </c:pt>
                <c:pt idx="1797">
                  <c:v>0.512992272028665</c:v>
                </c:pt>
                <c:pt idx="1798">
                  <c:v>0.512814838268801</c:v>
                </c:pt>
                <c:pt idx="1799">
                  <c:v>0.492356135682992</c:v>
                </c:pt>
                <c:pt idx="1800">
                  <c:v>0.498316182286206</c:v>
                </c:pt>
                <c:pt idx="1801">
                  <c:v>0.496119377272755</c:v>
                </c:pt>
                <c:pt idx="1802">
                  <c:v>0.486296938002878</c:v>
                </c:pt>
                <c:pt idx="1803">
                  <c:v>0.483087784666086</c:v>
                </c:pt>
                <c:pt idx="1804">
                  <c:v>0.488752571738377</c:v>
                </c:pt>
                <c:pt idx="1805">
                  <c:v>0.515627378838164</c:v>
                </c:pt>
                <c:pt idx="1806">
                  <c:v>0.49752430641329</c:v>
                </c:pt>
                <c:pt idx="1807">
                  <c:v>0.496386818953979</c:v>
                </c:pt>
                <c:pt idx="1808">
                  <c:v>0.509975846852849</c:v>
                </c:pt>
                <c:pt idx="1809">
                  <c:v>0.502356797394825</c:v>
                </c:pt>
                <c:pt idx="1810">
                  <c:v>0.509983242411676</c:v>
                </c:pt>
                <c:pt idx="1811">
                  <c:v>0.4896417630378</c:v>
                </c:pt>
                <c:pt idx="1812">
                  <c:v>0.494634514120603</c:v>
                </c:pt>
                <c:pt idx="1813">
                  <c:v>0.481400833432373</c:v>
                </c:pt>
                <c:pt idx="1814">
                  <c:v>0.493070753607684</c:v>
                </c:pt>
                <c:pt idx="1815">
                  <c:v>0.480097849132379</c:v>
                </c:pt>
                <c:pt idx="1816">
                  <c:v>0.48618617262128</c:v>
                </c:pt>
                <c:pt idx="1817">
                  <c:v>0.484902417849812</c:v>
                </c:pt>
                <c:pt idx="1818">
                  <c:v>0.506499402428942</c:v>
                </c:pt>
                <c:pt idx="1819">
                  <c:v>0.515418110091969</c:v>
                </c:pt>
                <c:pt idx="1820">
                  <c:v>0.490507371954211</c:v>
                </c:pt>
                <c:pt idx="1821">
                  <c:v>0.487156041386296</c:v>
                </c:pt>
                <c:pt idx="1822">
                  <c:v>0.503637827803844</c:v>
                </c:pt>
                <c:pt idx="1823">
                  <c:v>0.503215985282492</c:v>
                </c:pt>
                <c:pt idx="1824">
                  <c:v>0.480400914599748</c:v>
                </c:pt>
                <c:pt idx="1825">
                  <c:v>0.48089946498819</c:v>
                </c:pt>
                <c:pt idx="1826">
                  <c:v>0.494159925129474</c:v>
                </c:pt>
                <c:pt idx="1827">
                  <c:v>0.473723238982942</c:v>
                </c:pt>
                <c:pt idx="1828">
                  <c:v>0.485308124822769</c:v>
                </c:pt>
                <c:pt idx="1829">
                  <c:v>0.501395198537369</c:v>
                </c:pt>
                <c:pt idx="1830">
                  <c:v>0.477371345027259</c:v>
                </c:pt>
                <c:pt idx="1831">
                  <c:v>0.481354851159653</c:v>
                </c:pt>
                <c:pt idx="1832">
                  <c:v>0.507047851446074</c:v>
                </c:pt>
                <c:pt idx="1833">
                  <c:v>0.513497398827554</c:v>
                </c:pt>
                <c:pt idx="1834">
                  <c:v>0.489081569627332</c:v>
                </c:pt>
                <c:pt idx="1835">
                  <c:v>0.504078622880289</c:v>
                </c:pt>
                <c:pt idx="1836">
                  <c:v>0.531442912268549</c:v>
                </c:pt>
                <c:pt idx="1837">
                  <c:v>0.487405129059503</c:v>
                </c:pt>
                <c:pt idx="1838">
                  <c:v>0.493708269199487</c:v>
                </c:pt>
                <c:pt idx="1839">
                  <c:v>0.535098431609239</c:v>
                </c:pt>
                <c:pt idx="1840">
                  <c:v>0.535722626727031</c:v>
                </c:pt>
                <c:pt idx="1841">
                  <c:v>0.475737060448178</c:v>
                </c:pt>
                <c:pt idx="1842">
                  <c:v>0.508765509631506</c:v>
                </c:pt>
                <c:pt idx="1843">
                  <c:v>0.551402959285238</c:v>
                </c:pt>
                <c:pt idx="1844">
                  <c:v>0.481809992877822</c:v>
                </c:pt>
                <c:pt idx="1845">
                  <c:v>0.551732862152923</c:v>
                </c:pt>
                <c:pt idx="1846">
                  <c:v>0.58780247455263</c:v>
                </c:pt>
                <c:pt idx="1847">
                  <c:v>0.470125513733512</c:v>
                </c:pt>
                <c:pt idx="1848">
                  <c:v>0.547921185563209</c:v>
                </c:pt>
                <c:pt idx="1849">
                  <c:v>0.585587685517222</c:v>
                </c:pt>
                <c:pt idx="1850">
                  <c:v>0.53023369273923</c:v>
                </c:pt>
                <c:pt idx="1851">
                  <c:v>0.637215683527357</c:v>
                </c:pt>
                <c:pt idx="1852">
                  <c:v>0.536290474271803</c:v>
                </c:pt>
                <c:pt idx="1853">
                  <c:v>0.549981797342151</c:v>
                </c:pt>
                <c:pt idx="1854">
                  <c:v>0.603410983471907</c:v>
                </c:pt>
                <c:pt idx="1855">
                  <c:v>0.489751729641057</c:v>
                </c:pt>
                <c:pt idx="1856">
                  <c:v>0.602953297121198</c:v>
                </c:pt>
                <c:pt idx="1857">
                  <c:v>0.542547283344655</c:v>
                </c:pt>
                <c:pt idx="1858">
                  <c:v>0.519612000389607</c:v>
                </c:pt>
                <c:pt idx="1859">
                  <c:v>0.573831915265216</c:v>
                </c:pt>
                <c:pt idx="1860">
                  <c:v>0.500669665416103</c:v>
                </c:pt>
                <c:pt idx="1861">
                  <c:v>0.561429601161846</c:v>
                </c:pt>
                <c:pt idx="1862">
                  <c:v>0.520579408087709</c:v>
                </c:pt>
                <c:pt idx="1863">
                  <c:v>0.500680721767946</c:v>
                </c:pt>
                <c:pt idx="1864">
                  <c:v>0.556891650979511</c:v>
                </c:pt>
                <c:pt idx="1865">
                  <c:v>0.523018079249087</c:v>
                </c:pt>
                <c:pt idx="1866">
                  <c:v>0.496216929528009</c:v>
                </c:pt>
                <c:pt idx="1867">
                  <c:v>0.511026235472649</c:v>
                </c:pt>
                <c:pt idx="1868">
                  <c:v>0.511752020659175</c:v>
                </c:pt>
                <c:pt idx="1869">
                  <c:v>0.517726239494324</c:v>
                </c:pt>
                <c:pt idx="1870">
                  <c:v>0.520046425366077</c:v>
                </c:pt>
                <c:pt idx="1871">
                  <c:v>0.526098485425509</c:v>
                </c:pt>
                <c:pt idx="1872">
                  <c:v>0.493631310396104</c:v>
                </c:pt>
                <c:pt idx="1873">
                  <c:v>0.495519509028475</c:v>
                </c:pt>
                <c:pt idx="1874">
                  <c:v>0.499991213602944</c:v>
                </c:pt>
                <c:pt idx="1875">
                  <c:v>0.509612974521677</c:v>
                </c:pt>
                <c:pt idx="1876">
                  <c:v>0.505194107289081</c:v>
                </c:pt>
                <c:pt idx="1877">
                  <c:v>0.508818131553388</c:v>
                </c:pt>
                <c:pt idx="1878">
                  <c:v>0.499196922978045</c:v>
                </c:pt>
                <c:pt idx="1879">
                  <c:v>0.514667368026627</c:v>
                </c:pt>
                <c:pt idx="1880">
                  <c:v>0.531358127142144</c:v>
                </c:pt>
                <c:pt idx="1881">
                  <c:v>0.485175360788744</c:v>
                </c:pt>
                <c:pt idx="1882">
                  <c:v>0.500447960289124</c:v>
                </c:pt>
                <c:pt idx="1883">
                  <c:v>0.540309520069127</c:v>
                </c:pt>
                <c:pt idx="1884">
                  <c:v>0.464488040755759</c:v>
                </c:pt>
                <c:pt idx="1885">
                  <c:v>0.486398522190208</c:v>
                </c:pt>
                <c:pt idx="1886">
                  <c:v>0.510229970184125</c:v>
                </c:pt>
                <c:pt idx="1887">
                  <c:v>0.487691295111879</c:v>
                </c:pt>
                <c:pt idx="1888">
                  <c:v>0.483701329976502</c:v>
                </c:pt>
                <c:pt idx="1889">
                  <c:v>0.511408897970249</c:v>
                </c:pt>
                <c:pt idx="1890">
                  <c:v>0.485757836130316</c:v>
                </c:pt>
                <c:pt idx="1891">
                  <c:v>0.472704288933258</c:v>
                </c:pt>
                <c:pt idx="1892">
                  <c:v>0.484353693637409</c:v>
                </c:pt>
                <c:pt idx="1893">
                  <c:v>0.489164644110726</c:v>
                </c:pt>
                <c:pt idx="1894">
                  <c:v>0.47502938784267</c:v>
                </c:pt>
                <c:pt idx="1895">
                  <c:v>0.485859878836786</c:v>
                </c:pt>
                <c:pt idx="1896">
                  <c:v>0.511335568443356</c:v>
                </c:pt>
                <c:pt idx="1897">
                  <c:v>0.494776645883426</c:v>
                </c:pt>
                <c:pt idx="1898">
                  <c:v>0.487624981782582</c:v>
                </c:pt>
                <c:pt idx="1899">
                  <c:v>0.480503049866874</c:v>
                </c:pt>
                <c:pt idx="1900">
                  <c:v>0.496276989597558</c:v>
                </c:pt>
                <c:pt idx="1901">
                  <c:v>0.522605002208133</c:v>
                </c:pt>
                <c:pt idx="1902">
                  <c:v>0.517255288904861</c:v>
                </c:pt>
                <c:pt idx="1903">
                  <c:v>0.482528781229749</c:v>
                </c:pt>
                <c:pt idx="1904">
                  <c:v>0.513881510331533</c:v>
                </c:pt>
                <c:pt idx="1905">
                  <c:v>0.516883486155528</c:v>
                </c:pt>
                <c:pt idx="1906">
                  <c:v>0.50089783436726</c:v>
                </c:pt>
                <c:pt idx="1907">
                  <c:v>0.492766403837267</c:v>
                </c:pt>
                <c:pt idx="1908">
                  <c:v>0.502648815755322</c:v>
                </c:pt>
                <c:pt idx="1909">
                  <c:v>0.462892793389196</c:v>
                </c:pt>
                <c:pt idx="1910">
                  <c:v>0.49929984038296</c:v>
                </c:pt>
                <c:pt idx="1911">
                  <c:v>0.492740875440252</c:v>
                </c:pt>
                <c:pt idx="1912">
                  <c:v>0.485042837296083</c:v>
                </c:pt>
                <c:pt idx="1913">
                  <c:v>0.492790079964995</c:v>
                </c:pt>
                <c:pt idx="1914">
                  <c:v>0.485868465745293</c:v>
                </c:pt>
                <c:pt idx="1915">
                  <c:v>0.490569163123233</c:v>
                </c:pt>
                <c:pt idx="1916">
                  <c:v>0.473388523244268</c:v>
                </c:pt>
                <c:pt idx="1917">
                  <c:v>0.486134263204563</c:v>
                </c:pt>
                <c:pt idx="1918">
                  <c:v>0.512214749507866</c:v>
                </c:pt>
                <c:pt idx="1919">
                  <c:v>0.4961131710617</c:v>
                </c:pt>
                <c:pt idx="1920">
                  <c:v>0.46910249485486</c:v>
                </c:pt>
                <c:pt idx="1921">
                  <c:v>0.504274992380734</c:v>
                </c:pt>
                <c:pt idx="1922">
                  <c:v>0.490740392485863</c:v>
                </c:pt>
                <c:pt idx="1923">
                  <c:v>0.499432543223409</c:v>
                </c:pt>
                <c:pt idx="1924">
                  <c:v>0.488844749281854</c:v>
                </c:pt>
                <c:pt idx="1925">
                  <c:v>0.486539559950659</c:v>
                </c:pt>
                <c:pt idx="1926">
                  <c:v>0.498342351213334</c:v>
                </c:pt>
                <c:pt idx="1927">
                  <c:v>0.490430614709315</c:v>
                </c:pt>
                <c:pt idx="1928">
                  <c:v>0.479642303195061</c:v>
                </c:pt>
                <c:pt idx="1929">
                  <c:v>0.500957356717994</c:v>
                </c:pt>
                <c:pt idx="1930">
                  <c:v>0.508863946633224</c:v>
                </c:pt>
                <c:pt idx="1931">
                  <c:v>0.492962815017969</c:v>
                </c:pt>
                <c:pt idx="1932">
                  <c:v>0.506868828069005</c:v>
                </c:pt>
                <c:pt idx="1933">
                  <c:v>0.478548680492645</c:v>
                </c:pt>
                <c:pt idx="1934">
                  <c:v>0.502756412602045</c:v>
                </c:pt>
                <c:pt idx="1935">
                  <c:v>0.498750235833607</c:v>
                </c:pt>
                <c:pt idx="1936">
                  <c:v>0.468945756212229</c:v>
                </c:pt>
                <c:pt idx="1937">
                  <c:v>0.514495835326048</c:v>
                </c:pt>
                <c:pt idx="1938">
                  <c:v>0.483643705460027</c:v>
                </c:pt>
                <c:pt idx="1939">
                  <c:v>0.485000147166721</c:v>
                </c:pt>
                <c:pt idx="1940">
                  <c:v>0.496947416951975</c:v>
                </c:pt>
                <c:pt idx="1941">
                  <c:v>0.488320728905557</c:v>
                </c:pt>
                <c:pt idx="1942">
                  <c:v>0.485093893470213</c:v>
                </c:pt>
                <c:pt idx="1943">
                  <c:v>0.499512730638359</c:v>
                </c:pt>
                <c:pt idx="1944">
                  <c:v>0.482827322618281</c:v>
                </c:pt>
                <c:pt idx="1945">
                  <c:v>0.471944932504492</c:v>
                </c:pt>
                <c:pt idx="1946">
                  <c:v>0.4946070196797</c:v>
                </c:pt>
                <c:pt idx="1947">
                  <c:v>0.499349019036495</c:v>
                </c:pt>
                <c:pt idx="1948">
                  <c:v>0.490897017606759</c:v>
                </c:pt>
                <c:pt idx="1949">
                  <c:v>0.487614728818481</c:v>
                </c:pt>
                <c:pt idx="1950">
                  <c:v>0.494875693683788</c:v>
                </c:pt>
                <c:pt idx="1951">
                  <c:v>0.494648456797863</c:v>
                </c:pt>
                <c:pt idx="1952">
                  <c:v>0.514647655832714</c:v>
                </c:pt>
                <c:pt idx="1953">
                  <c:v>0.514012946450781</c:v>
                </c:pt>
                <c:pt idx="1954">
                  <c:v>0.47580013527787</c:v>
                </c:pt>
                <c:pt idx="1955">
                  <c:v>0.475881104928965</c:v>
                </c:pt>
                <c:pt idx="1956">
                  <c:v>0.524549959924806</c:v>
                </c:pt>
                <c:pt idx="1957">
                  <c:v>0.517419055016847</c:v>
                </c:pt>
                <c:pt idx="1958">
                  <c:v>0.493976281094078</c:v>
                </c:pt>
                <c:pt idx="1959">
                  <c:v>0.489034912128084</c:v>
                </c:pt>
                <c:pt idx="1960">
                  <c:v>0.480310627331928</c:v>
                </c:pt>
                <c:pt idx="1961">
                  <c:v>0.499058777040337</c:v>
                </c:pt>
                <c:pt idx="1962">
                  <c:v>0.509783465510559</c:v>
                </c:pt>
                <c:pt idx="1963">
                  <c:v>0.49768967204423</c:v>
                </c:pt>
                <c:pt idx="1964">
                  <c:v>0.496494153090586</c:v>
                </c:pt>
                <c:pt idx="1965">
                  <c:v>0.495536389169843</c:v>
                </c:pt>
                <c:pt idx="1966">
                  <c:v>0.490378852592815</c:v>
                </c:pt>
                <c:pt idx="1967">
                  <c:v>0.507843346817601</c:v>
                </c:pt>
                <c:pt idx="1968">
                  <c:v>0.483681707681725</c:v>
                </c:pt>
                <c:pt idx="1969">
                  <c:v>0.465351624980708</c:v>
                </c:pt>
                <c:pt idx="1970">
                  <c:v>0.496520275583019</c:v>
                </c:pt>
                <c:pt idx="1971">
                  <c:v>0.491795567801477</c:v>
                </c:pt>
                <c:pt idx="1972">
                  <c:v>0.50637418196322</c:v>
                </c:pt>
                <c:pt idx="1973">
                  <c:v>0.47821886010811</c:v>
                </c:pt>
                <c:pt idx="1974">
                  <c:v>0.510919986346212</c:v>
                </c:pt>
                <c:pt idx="1975">
                  <c:v>0.510458119523786</c:v>
                </c:pt>
                <c:pt idx="1976">
                  <c:v>0.467879053128344</c:v>
                </c:pt>
                <c:pt idx="1977">
                  <c:v>0.501138100119857</c:v>
                </c:pt>
                <c:pt idx="1978">
                  <c:v>0.527358852039704</c:v>
                </c:pt>
                <c:pt idx="1979">
                  <c:v>0.51626265399512</c:v>
                </c:pt>
                <c:pt idx="1980">
                  <c:v>0.468248318962958</c:v>
                </c:pt>
                <c:pt idx="1981">
                  <c:v>0.498694931512958</c:v>
                </c:pt>
                <c:pt idx="1982">
                  <c:v>0.51269422508454</c:v>
                </c:pt>
                <c:pt idx="1983">
                  <c:v>0.479471462097468</c:v>
                </c:pt>
                <c:pt idx="1984">
                  <c:v>0.516347384538164</c:v>
                </c:pt>
                <c:pt idx="1985">
                  <c:v>0.545485191376354</c:v>
                </c:pt>
                <c:pt idx="1986">
                  <c:v>0.513413709230208</c:v>
                </c:pt>
                <c:pt idx="1987">
                  <c:v>0.463258294818943</c:v>
                </c:pt>
                <c:pt idx="1988">
                  <c:v>0.556987982748141</c:v>
                </c:pt>
                <c:pt idx="1989">
                  <c:v>0.536630892162242</c:v>
                </c:pt>
                <c:pt idx="1990">
                  <c:v>0.498567036566874</c:v>
                </c:pt>
                <c:pt idx="1991">
                  <c:v>0.605922411493025</c:v>
                </c:pt>
                <c:pt idx="1992">
                  <c:v>0.4971079228957</c:v>
                </c:pt>
                <c:pt idx="1993">
                  <c:v>0.502228383614522</c:v>
                </c:pt>
                <c:pt idx="1994">
                  <c:v>0.53618855156032</c:v>
                </c:pt>
                <c:pt idx="1995">
                  <c:v>0.48061296926711</c:v>
                </c:pt>
                <c:pt idx="1996">
                  <c:v>0.498168276576574</c:v>
                </c:pt>
                <c:pt idx="1997">
                  <c:v>0.506807047424729</c:v>
                </c:pt>
                <c:pt idx="1998">
                  <c:v>0.514256206710001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sage_loss_mae</c15:sqref>
                        </c15:formulaRef>
                      </c:ext>
                    </c:extLst>
                    <c:strCache>
                      <c:ptCount val="1"/>
                      <c:pt idx="0">
                        <c:v>sage_loss_mae</c:v>
                      </c:pt>
                    </c:strCache>
                  </c:strRef>
                </c15:tx>
              </c15:filteredSeries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660578832"/>
        <c:axId val="1660577168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Sheet1!$A:$A</c15:sqref>
                        </c15:formulaRef>
                      </c:ext>
                    </c:extLst>
                    <c:strCache>
                      <c:ptCount val="2000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  <c:pt idx="11">
                        <c:v>12</c:v>
                      </c:pt>
                      <c:pt idx="12">
                        <c:v>13</c:v>
                      </c:pt>
                      <c:pt idx="13">
                        <c:v>14</c:v>
                      </c:pt>
                      <c:pt idx="14">
                        <c:v>15</c:v>
                      </c:pt>
                      <c:pt idx="15">
                        <c:v>16</c:v>
                      </c:pt>
                      <c:pt idx="16">
                        <c:v>17</c:v>
                      </c:pt>
                      <c:pt idx="17">
                        <c:v>18</c:v>
                      </c:pt>
                      <c:pt idx="18">
                        <c:v>19</c:v>
                      </c:pt>
                      <c:pt idx="19">
                        <c:v>20</c:v>
                      </c:pt>
                      <c:pt idx="20">
                        <c:v>21</c:v>
                      </c:pt>
                      <c:pt idx="21">
                        <c:v>22</c:v>
                      </c:pt>
                      <c:pt idx="22">
                        <c:v>23</c:v>
                      </c:pt>
                      <c:pt idx="23">
                        <c:v>24</c:v>
                      </c:pt>
                      <c:pt idx="24">
                        <c:v>25</c:v>
                      </c:pt>
                      <c:pt idx="25">
                        <c:v>26</c:v>
                      </c:pt>
                      <c:pt idx="26">
                        <c:v>27</c:v>
                      </c:pt>
                      <c:pt idx="27">
                        <c:v>28</c:v>
                      </c:pt>
                      <c:pt idx="28">
                        <c:v>29</c:v>
                      </c:pt>
                      <c:pt idx="29">
                        <c:v>30</c:v>
                      </c:pt>
                      <c:pt idx="30">
                        <c:v>31</c:v>
                      </c:pt>
                      <c:pt idx="31">
                        <c:v>32</c:v>
                      </c:pt>
                      <c:pt idx="32">
                        <c:v>33</c:v>
                      </c:pt>
                      <c:pt idx="33">
                        <c:v>34</c:v>
                      </c:pt>
                      <c:pt idx="34">
                        <c:v>35</c:v>
                      </c:pt>
                      <c:pt idx="35">
                        <c:v>36</c:v>
                      </c:pt>
                      <c:pt idx="36">
                        <c:v>37</c:v>
                      </c:pt>
                      <c:pt idx="37">
                        <c:v>38</c:v>
                      </c:pt>
                      <c:pt idx="38">
                        <c:v>39</c:v>
                      </c:pt>
                      <c:pt idx="39">
                        <c:v>40</c:v>
                      </c:pt>
                      <c:pt idx="40">
                        <c:v>41</c:v>
                      </c:pt>
                      <c:pt idx="41">
                        <c:v>42</c:v>
                      </c:pt>
                      <c:pt idx="42">
                        <c:v>43</c:v>
                      </c:pt>
                      <c:pt idx="43">
                        <c:v>44</c:v>
                      </c:pt>
                      <c:pt idx="44">
                        <c:v>45</c:v>
                      </c:pt>
                      <c:pt idx="45">
                        <c:v>46</c:v>
                      </c:pt>
                      <c:pt idx="46">
                        <c:v>47</c:v>
                      </c:pt>
                      <c:pt idx="47">
                        <c:v>48</c:v>
                      </c:pt>
                      <c:pt idx="48">
                        <c:v>49</c:v>
                      </c:pt>
                      <c:pt idx="49">
                        <c:v>50</c:v>
                      </c:pt>
                      <c:pt idx="50">
                        <c:v>51</c:v>
                      </c:pt>
                      <c:pt idx="51">
                        <c:v>52</c:v>
                      </c:pt>
                      <c:pt idx="52">
                        <c:v>53</c:v>
                      </c:pt>
                      <c:pt idx="53">
                        <c:v>54</c:v>
                      </c:pt>
                      <c:pt idx="54">
                        <c:v>55</c:v>
                      </c:pt>
                      <c:pt idx="55">
                        <c:v>56</c:v>
                      </c:pt>
                      <c:pt idx="56">
                        <c:v>57</c:v>
                      </c:pt>
                      <c:pt idx="57">
                        <c:v>58</c:v>
                      </c:pt>
                      <c:pt idx="58">
                        <c:v>59</c:v>
                      </c:pt>
                      <c:pt idx="59">
                        <c:v>60</c:v>
                      </c:pt>
                      <c:pt idx="60">
                        <c:v>61</c:v>
                      </c:pt>
                      <c:pt idx="61">
                        <c:v>62</c:v>
                      </c:pt>
                      <c:pt idx="62">
                        <c:v>63</c:v>
                      </c:pt>
                      <c:pt idx="63">
                        <c:v>64</c:v>
                      </c:pt>
                      <c:pt idx="64">
                        <c:v>65</c:v>
                      </c:pt>
                      <c:pt idx="65">
                        <c:v>66</c:v>
                      </c:pt>
                      <c:pt idx="66">
                        <c:v>67</c:v>
                      </c:pt>
                      <c:pt idx="67">
                        <c:v>68</c:v>
                      </c:pt>
                      <c:pt idx="68">
                        <c:v>69</c:v>
                      </c:pt>
                      <c:pt idx="69">
                        <c:v>70</c:v>
                      </c:pt>
                      <c:pt idx="70">
                        <c:v>71</c:v>
                      </c:pt>
                      <c:pt idx="71">
                        <c:v>72</c:v>
                      </c:pt>
                      <c:pt idx="72">
                        <c:v>73</c:v>
                      </c:pt>
                      <c:pt idx="73">
                        <c:v>74</c:v>
                      </c:pt>
                      <c:pt idx="74">
                        <c:v>75</c:v>
                      </c:pt>
                      <c:pt idx="75">
                        <c:v>76</c:v>
                      </c:pt>
                      <c:pt idx="76">
                        <c:v>77</c:v>
                      </c:pt>
                      <c:pt idx="77">
                        <c:v>78</c:v>
                      </c:pt>
                      <c:pt idx="78">
                        <c:v>79</c:v>
                      </c:pt>
                      <c:pt idx="79">
                        <c:v>80</c:v>
                      </c:pt>
                      <c:pt idx="80">
                        <c:v>81</c:v>
                      </c:pt>
                      <c:pt idx="81">
                        <c:v>82</c:v>
                      </c:pt>
                      <c:pt idx="82">
                        <c:v>83</c:v>
                      </c:pt>
                      <c:pt idx="83">
                        <c:v>84</c:v>
                      </c:pt>
                      <c:pt idx="84">
                        <c:v>85</c:v>
                      </c:pt>
                      <c:pt idx="85">
                        <c:v>86</c:v>
                      </c:pt>
                      <c:pt idx="86">
                        <c:v>87</c:v>
                      </c:pt>
                      <c:pt idx="87">
                        <c:v>88</c:v>
                      </c:pt>
                      <c:pt idx="88">
                        <c:v>89</c:v>
                      </c:pt>
                      <c:pt idx="89">
                        <c:v>90</c:v>
                      </c:pt>
                      <c:pt idx="90">
                        <c:v>91</c:v>
                      </c:pt>
                      <c:pt idx="91">
                        <c:v>92</c:v>
                      </c:pt>
                      <c:pt idx="92">
                        <c:v>93</c:v>
                      </c:pt>
                      <c:pt idx="93">
                        <c:v>94</c:v>
                      </c:pt>
                      <c:pt idx="94">
                        <c:v>95</c:v>
                      </c:pt>
                      <c:pt idx="95">
                        <c:v>96</c:v>
                      </c:pt>
                      <c:pt idx="96">
                        <c:v>97</c:v>
                      </c:pt>
                      <c:pt idx="97">
                        <c:v>98</c:v>
                      </c:pt>
                      <c:pt idx="98">
                        <c:v>99</c:v>
                      </c:pt>
                      <c:pt idx="99">
                        <c:v>100</c:v>
                      </c:pt>
                      <c:pt idx="100">
                        <c:v>101</c:v>
                      </c:pt>
                      <c:pt idx="101">
                        <c:v>102</c:v>
                      </c:pt>
                      <c:pt idx="102">
                        <c:v>103</c:v>
                      </c:pt>
                      <c:pt idx="103">
                        <c:v>104</c:v>
                      </c:pt>
                      <c:pt idx="104">
                        <c:v>105</c:v>
                      </c:pt>
                      <c:pt idx="105">
                        <c:v>106</c:v>
                      </c:pt>
                      <c:pt idx="106">
                        <c:v>107</c:v>
                      </c:pt>
                      <c:pt idx="107">
                        <c:v>108</c:v>
                      </c:pt>
                      <c:pt idx="108">
                        <c:v>109</c:v>
                      </c:pt>
                      <c:pt idx="109">
                        <c:v>110</c:v>
                      </c:pt>
                      <c:pt idx="110">
                        <c:v>111</c:v>
                      </c:pt>
                      <c:pt idx="111">
                        <c:v>112</c:v>
                      </c:pt>
                      <c:pt idx="112">
                        <c:v>113</c:v>
                      </c:pt>
                      <c:pt idx="113">
                        <c:v>114</c:v>
                      </c:pt>
                      <c:pt idx="114">
                        <c:v>115</c:v>
                      </c:pt>
                      <c:pt idx="115">
                        <c:v>116</c:v>
                      </c:pt>
                      <c:pt idx="116">
                        <c:v>117</c:v>
                      </c:pt>
                      <c:pt idx="117">
                        <c:v>118</c:v>
                      </c:pt>
                      <c:pt idx="118">
                        <c:v>119</c:v>
                      </c:pt>
                      <c:pt idx="119">
                        <c:v>120</c:v>
                      </c:pt>
                      <c:pt idx="120">
                        <c:v>121</c:v>
                      </c:pt>
                      <c:pt idx="121">
                        <c:v>122</c:v>
                      </c:pt>
                      <c:pt idx="122">
                        <c:v>123</c:v>
                      </c:pt>
                      <c:pt idx="123">
                        <c:v>124</c:v>
                      </c:pt>
                      <c:pt idx="124">
                        <c:v>125</c:v>
                      </c:pt>
                      <c:pt idx="125">
                        <c:v>126</c:v>
                      </c:pt>
                      <c:pt idx="126">
                        <c:v>127</c:v>
                      </c:pt>
                      <c:pt idx="127">
                        <c:v>128</c:v>
                      </c:pt>
                      <c:pt idx="128">
                        <c:v>129</c:v>
                      </c:pt>
                      <c:pt idx="129">
                        <c:v>130</c:v>
                      </c:pt>
                      <c:pt idx="130">
                        <c:v>131</c:v>
                      </c:pt>
                      <c:pt idx="131">
                        <c:v>132</c:v>
                      </c:pt>
                      <c:pt idx="132">
                        <c:v>133</c:v>
                      </c:pt>
                      <c:pt idx="133">
                        <c:v>134</c:v>
                      </c:pt>
                      <c:pt idx="134">
                        <c:v>135</c:v>
                      </c:pt>
                      <c:pt idx="135">
                        <c:v>136</c:v>
                      </c:pt>
                      <c:pt idx="136">
                        <c:v>137</c:v>
                      </c:pt>
                      <c:pt idx="137">
                        <c:v>138</c:v>
                      </c:pt>
                      <c:pt idx="138">
                        <c:v>139</c:v>
                      </c:pt>
                      <c:pt idx="139">
                        <c:v>140</c:v>
                      </c:pt>
                      <c:pt idx="140">
                        <c:v>141</c:v>
                      </c:pt>
                      <c:pt idx="141">
                        <c:v>142</c:v>
                      </c:pt>
                      <c:pt idx="142">
                        <c:v>143</c:v>
                      </c:pt>
                      <c:pt idx="143">
                        <c:v>144</c:v>
                      </c:pt>
                      <c:pt idx="144">
                        <c:v>145</c:v>
                      </c:pt>
                      <c:pt idx="145">
                        <c:v>146</c:v>
                      </c:pt>
                      <c:pt idx="146">
                        <c:v>147</c:v>
                      </c:pt>
                      <c:pt idx="147">
                        <c:v>148</c:v>
                      </c:pt>
                      <c:pt idx="148">
                        <c:v>149</c:v>
                      </c:pt>
                      <c:pt idx="149">
                        <c:v>150</c:v>
                      </c:pt>
                      <c:pt idx="150">
                        <c:v>151</c:v>
                      </c:pt>
                      <c:pt idx="151">
                        <c:v>152</c:v>
                      </c:pt>
                      <c:pt idx="152">
                        <c:v>153</c:v>
                      </c:pt>
                      <c:pt idx="153">
                        <c:v>154</c:v>
                      </c:pt>
                      <c:pt idx="154">
                        <c:v>155</c:v>
                      </c:pt>
                      <c:pt idx="155">
                        <c:v>156</c:v>
                      </c:pt>
                      <c:pt idx="156">
                        <c:v>157</c:v>
                      </c:pt>
                      <c:pt idx="157">
                        <c:v>158</c:v>
                      </c:pt>
                      <c:pt idx="158">
                        <c:v>159</c:v>
                      </c:pt>
                      <c:pt idx="159">
                        <c:v>160</c:v>
                      </c:pt>
                      <c:pt idx="160">
                        <c:v>161</c:v>
                      </c:pt>
                      <c:pt idx="161">
                        <c:v>162</c:v>
                      </c:pt>
                      <c:pt idx="162">
                        <c:v>163</c:v>
                      </c:pt>
                      <c:pt idx="163">
                        <c:v>164</c:v>
                      </c:pt>
                      <c:pt idx="164">
                        <c:v>165</c:v>
                      </c:pt>
                      <c:pt idx="165">
                        <c:v>166</c:v>
                      </c:pt>
                      <c:pt idx="166">
                        <c:v>167</c:v>
                      </c:pt>
                      <c:pt idx="167">
                        <c:v>168</c:v>
                      </c:pt>
                      <c:pt idx="168">
                        <c:v>169</c:v>
                      </c:pt>
                      <c:pt idx="169">
                        <c:v>170</c:v>
                      </c:pt>
                      <c:pt idx="170">
                        <c:v>171</c:v>
                      </c:pt>
                      <c:pt idx="171">
                        <c:v>172</c:v>
                      </c:pt>
                      <c:pt idx="172">
                        <c:v>173</c:v>
                      </c:pt>
                      <c:pt idx="173">
                        <c:v>174</c:v>
                      </c:pt>
                      <c:pt idx="174">
                        <c:v>175</c:v>
                      </c:pt>
                      <c:pt idx="175">
                        <c:v>176</c:v>
                      </c:pt>
                      <c:pt idx="176">
                        <c:v>177</c:v>
                      </c:pt>
                      <c:pt idx="177">
                        <c:v>178</c:v>
                      </c:pt>
                      <c:pt idx="178">
                        <c:v>179</c:v>
                      </c:pt>
                      <c:pt idx="179">
                        <c:v>180</c:v>
                      </c:pt>
                      <c:pt idx="180">
                        <c:v>181</c:v>
                      </c:pt>
                      <c:pt idx="181">
                        <c:v>182</c:v>
                      </c:pt>
                      <c:pt idx="182">
                        <c:v>183</c:v>
                      </c:pt>
                      <c:pt idx="183">
                        <c:v>184</c:v>
                      </c:pt>
                      <c:pt idx="184">
                        <c:v>185</c:v>
                      </c:pt>
                      <c:pt idx="185">
                        <c:v>186</c:v>
                      </c:pt>
                      <c:pt idx="186">
                        <c:v>187</c:v>
                      </c:pt>
                      <c:pt idx="187">
                        <c:v>188</c:v>
                      </c:pt>
                      <c:pt idx="188">
                        <c:v>189</c:v>
                      </c:pt>
                      <c:pt idx="189">
                        <c:v>190</c:v>
                      </c:pt>
                      <c:pt idx="190">
                        <c:v>191</c:v>
                      </c:pt>
                      <c:pt idx="191">
                        <c:v>192</c:v>
                      </c:pt>
                      <c:pt idx="192">
                        <c:v>193</c:v>
                      </c:pt>
                      <c:pt idx="193">
                        <c:v>194</c:v>
                      </c:pt>
                      <c:pt idx="194">
                        <c:v>195</c:v>
                      </c:pt>
                      <c:pt idx="195">
                        <c:v>196</c:v>
                      </c:pt>
                      <c:pt idx="196">
                        <c:v>197</c:v>
                      </c:pt>
                      <c:pt idx="197">
                        <c:v>198</c:v>
                      </c:pt>
                      <c:pt idx="198">
                        <c:v>199</c:v>
                      </c:pt>
                      <c:pt idx="199">
                        <c:v>200</c:v>
                      </c:pt>
                      <c:pt idx="200">
                        <c:v>201</c:v>
                      </c:pt>
                      <c:pt idx="201">
                        <c:v>202</c:v>
                      </c:pt>
                      <c:pt idx="202">
                        <c:v>203</c:v>
                      </c:pt>
                      <c:pt idx="203">
                        <c:v>204</c:v>
                      </c:pt>
                      <c:pt idx="204">
                        <c:v>205</c:v>
                      </c:pt>
                      <c:pt idx="205">
                        <c:v>206</c:v>
                      </c:pt>
                      <c:pt idx="206">
                        <c:v>207</c:v>
                      </c:pt>
                      <c:pt idx="207">
                        <c:v>208</c:v>
                      </c:pt>
                      <c:pt idx="208">
                        <c:v>209</c:v>
                      </c:pt>
                      <c:pt idx="209">
                        <c:v>210</c:v>
                      </c:pt>
                      <c:pt idx="210">
                        <c:v>211</c:v>
                      </c:pt>
                      <c:pt idx="211">
                        <c:v>212</c:v>
                      </c:pt>
                      <c:pt idx="212">
                        <c:v>213</c:v>
                      </c:pt>
                      <c:pt idx="213">
                        <c:v>214</c:v>
                      </c:pt>
                      <c:pt idx="214">
                        <c:v>215</c:v>
                      </c:pt>
                      <c:pt idx="215">
                        <c:v>216</c:v>
                      </c:pt>
                      <c:pt idx="216">
                        <c:v>217</c:v>
                      </c:pt>
                      <c:pt idx="217">
                        <c:v>218</c:v>
                      </c:pt>
                      <c:pt idx="218">
                        <c:v>219</c:v>
                      </c:pt>
                      <c:pt idx="219">
                        <c:v>220</c:v>
                      </c:pt>
                      <c:pt idx="220">
                        <c:v>221</c:v>
                      </c:pt>
                      <c:pt idx="221">
                        <c:v>222</c:v>
                      </c:pt>
                      <c:pt idx="222">
                        <c:v>223</c:v>
                      </c:pt>
                      <c:pt idx="223">
                        <c:v>224</c:v>
                      </c:pt>
                      <c:pt idx="224">
                        <c:v>225</c:v>
                      </c:pt>
                      <c:pt idx="225">
                        <c:v>226</c:v>
                      </c:pt>
                      <c:pt idx="226">
                        <c:v>227</c:v>
                      </c:pt>
                      <c:pt idx="227">
                        <c:v>228</c:v>
                      </c:pt>
                      <c:pt idx="228">
                        <c:v>229</c:v>
                      </c:pt>
                      <c:pt idx="229">
                        <c:v>230</c:v>
                      </c:pt>
                      <c:pt idx="230">
                        <c:v>231</c:v>
                      </c:pt>
                      <c:pt idx="231">
                        <c:v>232</c:v>
                      </c:pt>
                      <c:pt idx="232">
                        <c:v>233</c:v>
                      </c:pt>
                      <c:pt idx="233">
                        <c:v>234</c:v>
                      </c:pt>
                      <c:pt idx="234">
                        <c:v>235</c:v>
                      </c:pt>
                      <c:pt idx="235">
                        <c:v>236</c:v>
                      </c:pt>
                      <c:pt idx="236">
                        <c:v>237</c:v>
                      </c:pt>
                      <c:pt idx="237">
                        <c:v>238</c:v>
                      </c:pt>
                      <c:pt idx="238">
                        <c:v>239</c:v>
                      </c:pt>
                      <c:pt idx="239">
                        <c:v>240</c:v>
                      </c:pt>
                      <c:pt idx="240">
                        <c:v>241</c:v>
                      </c:pt>
                      <c:pt idx="241">
                        <c:v>242</c:v>
                      </c:pt>
                      <c:pt idx="242">
                        <c:v>243</c:v>
                      </c:pt>
                      <c:pt idx="243">
                        <c:v>244</c:v>
                      </c:pt>
                      <c:pt idx="244">
                        <c:v>245</c:v>
                      </c:pt>
                      <c:pt idx="245">
                        <c:v>246</c:v>
                      </c:pt>
                      <c:pt idx="246">
                        <c:v>247</c:v>
                      </c:pt>
                      <c:pt idx="247">
                        <c:v>248</c:v>
                      </c:pt>
                      <c:pt idx="248">
                        <c:v>249</c:v>
                      </c:pt>
                      <c:pt idx="249">
                        <c:v>250</c:v>
                      </c:pt>
                      <c:pt idx="250">
                        <c:v>251</c:v>
                      </c:pt>
                      <c:pt idx="251">
                        <c:v>252</c:v>
                      </c:pt>
                      <c:pt idx="252">
                        <c:v>253</c:v>
                      </c:pt>
                      <c:pt idx="253">
                        <c:v>254</c:v>
                      </c:pt>
                      <c:pt idx="254">
                        <c:v>255</c:v>
                      </c:pt>
                      <c:pt idx="255">
                        <c:v>256</c:v>
                      </c:pt>
                      <c:pt idx="256">
                        <c:v>257</c:v>
                      </c:pt>
                      <c:pt idx="257">
                        <c:v>258</c:v>
                      </c:pt>
                      <c:pt idx="258">
                        <c:v>259</c:v>
                      </c:pt>
                      <c:pt idx="259">
                        <c:v>260</c:v>
                      </c:pt>
                      <c:pt idx="260">
                        <c:v>261</c:v>
                      </c:pt>
                      <c:pt idx="261">
                        <c:v>262</c:v>
                      </c:pt>
                      <c:pt idx="262">
                        <c:v>263</c:v>
                      </c:pt>
                      <c:pt idx="263">
                        <c:v>264</c:v>
                      </c:pt>
                      <c:pt idx="264">
                        <c:v>265</c:v>
                      </c:pt>
                      <c:pt idx="265">
                        <c:v>266</c:v>
                      </c:pt>
                      <c:pt idx="266">
                        <c:v>267</c:v>
                      </c:pt>
                      <c:pt idx="267">
                        <c:v>268</c:v>
                      </c:pt>
                      <c:pt idx="268">
                        <c:v>269</c:v>
                      </c:pt>
                      <c:pt idx="269">
                        <c:v>270</c:v>
                      </c:pt>
                      <c:pt idx="270">
                        <c:v>271</c:v>
                      </c:pt>
                      <c:pt idx="271">
                        <c:v>272</c:v>
                      </c:pt>
                      <c:pt idx="272">
                        <c:v>273</c:v>
                      </c:pt>
                      <c:pt idx="273">
                        <c:v>274</c:v>
                      </c:pt>
                      <c:pt idx="274">
                        <c:v>275</c:v>
                      </c:pt>
                      <c:pt idx="275">
                        <c:v>276</c:v>
                      </c:pt>
                      <c:pt idx="276">
                        <c:v>277</c:v>
                      </c:pt>
                      <c:pt idx="277">
                        <c:v>278</c:v>
                      </c:pt>
                      <c:pt idx="278">
                        <c:v>279</c:v>
                      </c:pt>
                      <c:pt idx="279">
                        <c:v>280</c:v>
                      </c:pt>
                      <c:pt idx="280">
                        <c:v>281</c:v>
                      </c:pt>
                      <c:pt idx="281">
                        <c:v>282</c:v>
                      </c:pt>
                      <c:pt idx="282">
                        <c:v>283</c:v>
                      </c:pt>
                      <c:pt idx="283">
                        <c:v>284</c:v>
                      </c:pt>
                      <c:pt idx="284">
                        <c:v>285</c:v>
                      </c:pt>
                      <c:pt idx="285">
                        <c:v>286</c:v>
                      </c:pt>
                      <c:pt idx="286">
                        <c:v>287</c:v>
                      </c:pt>
                      <c:pt idx="287">
                        <c:v>288</c:v>
                      </c:pt>
                      <c:pt idx="288">
                        <c:v>289</c:v>
                      </c:pt>
                      <c:pt idx="289">
                        <c:v>290</c:v>
                      </c:pt>
                      <c:pt idx="290">
                        <c:v>291</c:v>
                      </c:pt>
                      <c:pt idx="291">
                        <c:v>292</c:v>
                      </c:pt>
                      <c:pt idx="292">
                        <c:v>293</c:v>
                      </c:pt>
                      <c:pt idx="293">
                        <c:v>294</c:v>
                      </c:pt>
                      <c:pt idx="294">
                        <c:v>295</c:v>
                      </c:pt>
                      <c:pt idx="295">
                        <c:v>296</c:v>
                      </c:pt>
                      <c:pt idx="296">
                        <c:v>297</c:v>
                      </c:pt>
                      <c:pt idx="297">
                        <c:v>298</c:v>
                      </c:pt>
                      <c:pt idx="298">
                        <c:v>299</c:v>
                      </c:pt>
                      <c:pt idx="299">
                        <c:v>300</c:v>
                      </c:pt>
                      <c:pt idx="300">
                        <c:v>301</c:v>
                      </c:pt>
                      <c:pt idx="301">
                        <c:v>302</c:v>
                      </c:pt>
                      <c:pt idx="302">
                        <c:v>303</c:v>
                      </c:pt>
                      <c:pt idx="303">
                        <c:v>304</c:v>
                      </c:pt>
                      <c:pt idx="304">
                        <c:v>305</c:v>
                      </c:pt>
                      <c:pt idx="305">
                        <c:v>306</c:v>
                      </c:pt>
                      <c:pt idx="306">
                        <c:v>307</c:v>
                      </c:pt>
                      <c:pt idx="307">
                        <c:v>308</c:v>
                      </c:pt>
                      <c:pt idx="308">
                        <c:v>309</c:v>
                      </c:pt>
                      <c:pt idx="309">
                        <c:v>310</c:v>
                      </c:pt>
                      <c:pt idx="310">
                        <c:v>311</c:v>
                      </c:pt>
                      <c:pt idx="311">
                        <c:v>312</c:v>
                      </c:pt>
                      <c:pt idx="312">
                        <c:v>313</c:v>
                      </c:pt>
                      <c:pt idx="313">
                        <c:v>314</c:v>
                      </c:pt>
                      <c:pt idx="314">
                        <c:v>315</c:v>
                      </c:pt>
                      <c:pt idx="315">
                        <c:v>316</c:v>
                      </c:pt>
                      <c:pt idx="316">
                        <c:v>317</c:v>
                      </c:pt>
                      <c:pt idx="317">
                        <c:v>318</c:v>
                      </c:pt>
                      <c:pt idx="318">
                        <c:v>319</c:v>
                      </c:pt>
                      <c:pt idx="319">
                        <c:v>320</c:v>
                      </c:pt>
                      <c:pt idx="320">
                        <c:v>321</c:v>
                      </c:pt>
                      <c:pt idx="321">
                        <c:v>322</c:v>
                      </c:pt>
                      <c:pt idx="322">
                        <c:v>323</c:v>
                      </c:pt>
                      <c:pt idx="323">
                        <c:v>324</c:v>
                      </c:pt>
                      <c:pt idx="324">
                        <c:v>325</c:v>
                      </c:pt>
                      <c:pt idx="325">
                        <c:v>326</c:v>
                      </c:pt>
                      <c:pt idx="326">
                        <c:v>327</c:v>
                      </c:pt>
                      <c:pt idx="327">
                        <c:v>328</c:v>
                      </c:pt>
                      <c:pt idx="328">
                        <c:v>329</c:v>
                      </c:pt>
                      <c:pt idx="329">
                        <c:v>330</c:v>
                      </c:pt>
                      <c:pt idx="330">
                        <c:v>331</c:v>
                      </c:pt>
                      <c:pt idx="331">
                        <c:v>332</c:v>
                      </c:pt>
                      <c:pt idx="332">
                        <c:v>333</c:v>
                      </c:pt>
                      <c:pt idx="333">
                        <c:v>334</c:v>
                      </c:pt>
                      <c:pt idx="334">
                        <c:v>335</c:v>
                      </c:pt>
                      <c:pt idx="335">
                        <c:v>336</c:v>
                      </c:pt>
                      <c:pt idx="336">
                        <c:v>337</c:v>
                      </c:pt>
                      <c:pt idx="337">
                        <c:v>338</c:v>
                      </c:pt>
                      <c:pt idx="338">
                        <c:v>339</c:v>
                      </c:pt>
                      <c:pt idx="339">
                        <c:v>340</c:v>
                      </c:pt>
                      <c:pt idx="340">
                        <c:v>341</c:v>
                      </c:pt>
                      <c:pt idx="341">
                        <c:v>342</c:v>
                      </c:pt>
                      <c:pt idx="342">
                        <c:v>343</c:v>
                      </c:pt>
                      <c:pt idx="343">
                        <c:v>344</c:v>
                      </c:pt>
                      <c:pt idx="344">
                        <c:v>345</c:v>
                      </c:pt>
                      <c:pt idx="345">
                        <c:v>346</c:v>
                      </c:pt>
                      <c:pt idx="346">
                        <c:v>347</c:v>
                      </c:pt>
                      <c:pt idx="347">
                        <c:v>348</c:v>
                      </c:pt>
                      <c:pt idx="348">
                        <c:v>349</c:v>
                      </c:pt>
                      <c:pt idx="349">
                        <c:v>350</c:v>
                      </c:pt>
                      <c:pt idx="350">
                        <c:v>351</c:v>
                      </c:pt>
                      <c:pt idx="351">
                        <c:v>352</c:v>
                      </c:pt>
                      <c:pt idx="352">
                        <c:v>353</c:v>
                      </c:pt>
                      <c:pt idx="353">
                        <c:v>354</c:v>
                      </c:pt>
                      <c:pt idx="354">
                        <c:v>355</c:v>
                      </c:pt>
                      <c:pt idx="355">
                        <c:v>356</c:v>
                      </c:pt>
                      <c:pt idx="356">
                        <c:v>357</c:v>
                      </c:pt>
                      <c:pt idx="357">
                        <c:v>358</c:v>
                      </c:pt>
                      <c:pt idx="358">
                        <c:v>359</c:v>
                      </c:pt>
                      <c:pt idx="359">
                        <c:v>360</c:v>
                      </c:pt>
                      <c:pt idx="360">
                        <c:v>361</c:v>
                      </c:pt>
                      <c:pt idx="361">
                        <c:v>362</c:v>
                      </c:pt>
                      <c:pt idx="362">
                        <c:v>363</c:v>
                      </c:pt>
                      <c:pt idx="363">
                        <c:v>364</c:v>
                      </c:pt>
                      <c:pt idx="364">
                        <c:v>365</c:v>
                      </c:pt>
                      <c:pt idx="365">
                        <c:v>366</c:v>
                      </c:pt>
                      <c:pt idx="366">
                        <c:v>367</c:v>
                      </c:pt>
                      <c:pt idx="367">
                        <c:v>368</c:v>
                      </c:pt>
                      <c:pt idx="368">
                        <c:v>369</c:v>
                      </c:pt>
                      <c:pt idx="369">
                        <c:v>370</c:v>
                      </c:pt>
                      <c:pt idx="370">
                        <c:v>371</c:v>
                      </c:pt>
                      <c:pt idx="371">
                        <c:v>372</c:v>
                      </c:pt>
                      <c:pt idx="372">
                        <c:v>373</c:v>
                      </c:pt>
                      <c:pt idx="373">
                        <c:v>374</c:v>
                      </c:pt>
                      <c:pt idx="374">
                        <c:v>375</c:v>
                      </c:pt>
                      <c:pt idx="375">
                        <c:v>376</c:v>
                      </c:pt>
                      <c:pt idx="376">
                        <c:v>377</c:v>
                      </c:pt>
                      <c:pt idx="377">
                        <c:v>378</c:v>
                      </c:pt>
                      <c:pt idx="378">
                        <c:v>379</c:v>
                      </c:pt>
                      <c:pt idx="379">
                        <c:v>380</c:v>
                      </c:pt>
                      <c:pt idx="380">
                        <c:v>381</c:v>
                      </c:pt>
                      <c:pt idx="381">
                        <c:v>382</c:v>
                      </c:pt>
                      <c:pt idx="382">
                        <c:v>383</c:v>
                      </c:pt>
                      <c:pt idx="383">
                        <c:v>384</c:v>
                      </c:pt>
                      <c:pt idx="384">
                        <c:v>385</c:v>
                      </c:pt>
                      <c:pt idx="385">
                        <c:v>386</c:v>
                      </c:pt>
                      <c:pt idx="386">
                        <c:v>387</c:v>
                      </c:pt>
                      <c:pt idx="387">
                        <c:v>388</c:v>
                      </c:pt>
                      <c:pt idx="388">
                        <c:v>389</c:v>
                      </c:pt>
                      <c:pt idx="389">
                        <c:v>390</c:v>
                      </c:pt>
                      <c:pt idx="390">
                        <c:v>391</c:v>
                      </c:pt>
                      <c:pt idx="391">
                        <c:v>392</c:v>
                      </c:pt>
                      <c:pt idx="392">
                        <c:v>393</c:v>
                      </c:pt>
                      <c:pt idx="393">
                        <c:v>394</c:v>
                      </c:pt>
                      <c:pt idx="394">
                        <c:v>395</c:v>
                      </c:pt>
                      <c:pt idx="395">
                        <c:v>396</c:v>
                      </c:pt>
                      <c:pt idx="396">
                        <c:v>397</c:v>
                      </c:pt>
                      <c:pt idx="397">
                        <c:v>398</c:v>
                      </c:pt>
                      <c:pt idx="398">
                        <c:v>399</c:v>
                      </c:pt>
                      <c:pt idx="399">
                        <c:v>400</c:v>
                      </c:pt>
                      <c:pt idx="400">
                        <c:v>401</c:v>
                      </c:pt>
                      <c:pt idx="401">
                        <c:v>402</c:v>
                      </c:pt>
                      <c:pt idx="402">
                        <c:v>403</c:v>
                      </c:pt>
                      <c:pt idx="403">
                        <c:v>404</c:v>
                      </c:pt>
                      <c:pt idx="404">
                        <c:v>405</c:v>
                      </c:pt>
                      <c:pt idx="405">
                        <c:v>406</c:v>
                      </c:pt>
                      <c:pt idx="406">
                        <c:v>407</c:v>
                      </c:pt>
                      <c:pt idx="407">
                        <c:v>408</c:v>
                      </c:pt>
                      <c:pt idx="408">
                        <c:v>409</c:v>
                      </c:pt>
                      <c:pt idx="409">
                        <c:v>410</c:v>
                      </c:pt>
                      <c:pt idx="410">
                        <c:v>411</c:v>
                      </c:pt>
                      <c:pt idx="411">
                        <c:v>412</c:v>
                      </c:pt>
                      <c:pt idx="412">
                        <c:v>413</c:v>
                      </c:pt>
                      <c:pt idx="413">
                        <c:v>414</c:v>
                      </c:pt>
                      <c:pt idx="414">
                        <c:v>415</c:v>
                      </c:pt>
                      <c:pt idx="415">
                        <c:v>416</c:v>
                      </c:pt>
                      <c:pt idx="416">
                        <c:v>417</c:v>
                      </c:pt>
                      <c:pt idx="417">
                        <c:v>418</c:v>
                      </c:pt>
                      <c:pt idx="418">
                        <c:v>419</c:v>
                      </c:pt>
                      <c:pt idx="419">
                        <c:v>420</c:v>
                      </c:pt>
                      <c:pt idx="420">
                        <c:v>421</c:v>
                      </c:pt>
                      <c:pt idx="421">
                        <c:v>422</c:v>
                      </c:pt>
                      <c:pt idx="422">
                        <c:v>423</c:v>
                      </c:pt>
                      <c:pt idx="423">
                        <c:v>424</c:v>
                      </c:pt>
                      <c:pt idx="424">
                        <c:v>425</c:v>
                      </c:pt>
                      <c:pt idx="425">
                        <c:v>426</c:v>
                      </c:pt>
                      <c:pt idx="426">
                        <c:v>427</c:v>
                      </c:pt>
                      <c:pt idx="427">
                        <c:v>428</c:v>
                      </c:pt>
                      <c:pt idx="428">
                        <c:v>429</c:v>
                      </c:pt>
                      <c:pt idx="429">
                        <c:v>430</c:v>
                      </c:pt>
                      <c:pt idx="430">
                        <c:v>431</c:v>
                      </c:pt>
                      <c:pt idx="431">
                        <c:v>432</c:v>
                      </c:pt>
                      <c:pt idx="432">
                        <c:v>433</c:v>
                      </c:pt>
                      <c:pt idx="433">
                        <c:v>434</c:v>
                      </c:pt>
                      <c:pt idx="434">
                        <c:v>435</c:v>
                      </c:pt>
                      <c:pt idx="435">
                        <c:v>436</c:v>
                      </c:pt>
                      <c:pt idx="436">
                        <c:v>437</c:v>
                      </c:pt>
                      <c:pt idx="437">
                        <c:v>438</c:v>
                      </c:pt>
                      <c:pt idx="438">
                        <c:v>439</c:v>
                      </c:pt>
                      <c:pt idx="439">
                        <c:v>440</c:v>
                      </c:pt>
                      <c:pt idx="440">
                        <c:v>441</c:v>
                      </c:pt>
                      <c:pt idx="441">
                        <c:v>442</c:v>
                      </c:pt>
                      <c:pt idx="442">
                        <c:v>443</c:v>
                      </c:pt>
                      <c:pt idx="443">
                        <c:v>444</c:v>
                      </c:pt>
                      <c:pt idx="444">
                        <c:v>445</c:v>
                      </c:pt>
                      <c:pt idx="445">
                        <c:v>446</c:v>
                      </c:pt>
                      <c:pt idx="446">
                        <c:v>447</c:v>
                      </c:pt>
                      <c:pt idx="447">
                        <c:v>448</c:v>
                      </c:pt>
                      <c:pt idx="448">
                        <c:v>449</c:v>
                      </c:pt>
                      <c:pt idx="449">
                        <c:v>450</c:v>
                      </c:pt>
                      <c:pt idx="450">
                        <c:v>451</c:v>
                      </c:pt>
                      <c:pt idx="451">
                        <c:v>452</c:v>
                      </c:pt>
                      <c:pt idx="452">
                        <c:v>453</c:v>
                      </c:pt>
                      <c:pt idx="453">
                        <c:v>454</c:v>
                      </c:pt>
                      <c:pt idx="454">
                        <c:v>455</c:v>
                      </c:pt>
                      <c:pt idx="455">
                        <c:v>456</c:v>
                      </c:pt>
                      <c:pt idx="456">
                        <c:v>457</c:v>
                      </c:pt>
                      <c:pt idx="457">
                        <c:v>458</c:v>
                      </c:pt>
                      <c:pt idx="458">
                        <c:v>459</c:v>
                      </c:pt>
                      <c:pt idx="459">
                        <c:v>460</c:v>
                      </c:pt>
                      <c:pt idx="460">
                        <c:v>461</c:v>
                      </c:pt>
                      <c:pt idx="461">
                        <c:v>462</c:v>
                      </c:pt>
                      <c:pt idx="462">
                        <c:v>463</c:v>
                      </c:pt>
                      <c:pt idx="463">
                        <c:v>464</c:v>
                      </c:pt>
                      <c:pt idx="464">
                        <c:v>465</c:v>
                      </c:pt>
                      <c:pt idx="465">
                        <c:v>466</c:v>
                      </c:pt>
                      <c:pt idx="466">
                        <c:v>467</c:v>
                      </c:pt>
                      <c:pt idx="467">
                        <c:v>468</c:v>
                      </c:pt>
                      <c:pt idx="468">
                        <c:v>469</c:v>
                      </c:pt>
                      <c:pt idx="469">
                        <c:v>470</c:v>
                      </c:pt>
                      <c:pt idx="470">
                        <c:v>471</c:v>
                      </c:pt>
                      <c:pt idx="471">
                        <c:v>472</c:v>
                      </c:pt>
                      <c:pt idx="472">
                        <c:v>473</c:v>
                      </c:pt>
                      <c:pt idx="473">
                        <c:v>474</c:v>
                      </c:pt>
                      <c:pt idx="474">
                        <c:v>475</c:v>
                      </c:pt>
                      <c:pt idx="475">
                        <c:v>476</c:v>
                      </c:pt>
                      <c:pt idx="476">
                        <c:v>477</c:v>
                      </c:pt>
                      <c:pt idx="477">
                        <c:v>478</c:v>
                      </c:pt>
                      <c:pt idx="478">
                        <c:v>479</c:v>
                      </c:pt>
                      <c:pt idx="479">
                        <c:v>480</c:v>
                      </c:pt>
                      <c:pt idx="480">
                        <c:v>481</c:v>
                      </c:pt>
                      <c:pt idx="481">
                        <c:v>482</c:v>
                      </c:pt>
                      <c:pt idx="482">
                        <c:v>483</c:v>
                      </c:pt>
                      <c:pt idx="483">
                        <c:v>484</c:v>
                      </c:pt>
                      <c:pt idx="484">
                        <c:v>485</c:v>
                      </c:pt>
                      <c:pt idx="485">
                        <c:v>486</c:v>
                      </c:pt>
                      <c:pt idx="486">
                        <c:v>487</c:v>
                      </c:pt>
                      <c:pt idx="487">
                        <c:v>488</c:v>
                      </c:pt>
                      <c:pt idx="488">
                        <c:v>489</c:v>
                      </c:pt>
                      <c:pt idx="489">
                        <c:v>490</c:v>
                      </c:pt>
                      <c:pt idx="490">
                        <c:v>491</c:v>
                      </c:pt>
                      <c:pt idx="491">
                        <c:v>492</c:v>
                      </c:pt>
                      <c:pt idx="492">
                        <c:v>493</c:v>
                      </c:pt>
                      <c:pt idx="493">
                        <c:v>494</c:v>
                      </c:pt>
                      <c:pt idx="494">
                        <c:v>495</c:v>
                      </c:pt>
                      <c:pt idx="495">
                        <c:v>496</c:v>
                      </c:pt>
                      <c:pt idx="496">
                        <c:v>497</c:v>
                      </c:pt>
                      <c:pt idx="497">
                        <c:v>498</c:v>
                      </c:pt>
                      <c:pt idx="498">
                        <c:v>499</c:v>
                      </c:pt>
                      <c:pt idx="499">
                        <c:v>500</c:v>
                      </c:pt>
                      <c:pt idx="500">
                        <c:v>501</c:v>
                      </c:pt>
                      <c:pt idx="501">
                        <c:v>502</c:v>
                      </c:pt>
                      <c:pt idx="502">
                        <c:v>503</c:v>
                      </c:pt>
                      <c:pt idx="503">
                        <c:v>504</c:v>
                      </c:pt>
                      <c:pt idx="504">
                        <c:v>505</c:v>
                      </c:pt>
                      <c:pt idx="505">
                        <c:v>506</c:v>
                      </c:pt>
                      <c:pt idx="506">
                        <c:v>507</c:v>
                      </c:pt>
                      <c:pt idx="507">
                        <c:v>508</c:v>
                      </c:pt>
                      <c:pt idx="508">
                        <c:v>509</c:v>
                      </c:pt>
                      <c:pt idx="509">
                        <c:v>510</c:v>
                      </c:pt>
                      <c:pt idx="510">
                        <c:v>511</c:v>
                      </c:pt>
                      <c:pt idx="511">
                        <c:v>512</c:v>
                      </c:pt>
                      <c:pt idx="512">
                        <c:v>513</c:v>
                      </c:pt>
                      <c:pt idx="513">
                        <c:v>514</c:v>
                      </c:pt>
                      <c:pt idx="514">
                        <c:v>515</c:v>
                      </c:pt>
                      <c:pt idx="515">
                        <c:v>516</c:v>
                      </c:pt>
                      <c:pt idx="516">
                        <c:v>517</c:v>
                      </c:pt>
                      <c:pt idx="517">
                        <c:v>518</c:v>
                      </c:pt>
                      <c:pt idx="518">
                        <c:v>519</c:v>
                      </c:pt>
                      <c:pt idx="519">
                        <c:v>520</c:v>
                      </c:pt>
                      <c:pt idx="520">
                        <c:v>521</c:v>
                      </c:pt>
                      <c:pt idx="521">
                        <c:v>522</c:v>
                      </c:pt>
                      <c:pt idx="522">
                        <c:v>523</c:v>
                      </c:pt>
                      <c:pt idx="523">
                        <c:v>524</c:v>
                      </c:pt>
                      <c:pt idx="524">
                        <c:v>525</c:v>
                      </c:pt>
                      <c:pt idx="525">
                        <c:v>526</c:v>
                      </c:pt>
                      <c:pt idx="526">
                        <c:v>527</c:v>
                      </c:pt>
                      <c:pt idx="527">
                        <c:v>528</c:v>
                      </c:pt>
                      <c:pt idx="528">
                        <c:v>529</c:v>
                      </c:pt>
                      <c:pt idx="529">
                        <c:v>530</c:v>
                      </c:pt>
                      <c:pt idx="530">
                        <c:v>531</c:v>
                      </c:pt>
                      <c:pt idx="531">
                        <c:v>532</c:v>
                      </c:pt>
                      <c:pt idx="532">
                        <c:v>533</c:v>
                      </c:pt>
                      <c:pt idx="533">
                        <c:v>534</c:v>
                      </c:pt>
                      <c:pt idx="534">
                        <c:v>535</c:v>
                      </c:pt>
                      <c:pt idx="535">
                        <c:v>536</c:v>
                      </c:pt>
                      <c:pt idx="536">
                        <c:v>537</c:v>
                      </c:pt>
                      <c:pt idx="537">
                        <c:v>538</c:v>
                      </c:pt>
                      <c:pt idx="538">
                        <c:v>539</c:v>
                      </c:pt>
                      <c:pt idx="539">
                        <c:v>540</c:v>
                      </c:pt>
                      <c:pt idx="540">
                        <c:v>541</c:v>
                      </c:pt>
                      <c:pt idx="541">
                        <c:v>542</c:v>
                      </c:pt>
                      <c:pt idx="542">
                        <c:v>543</c:v>
                      </c:pt>
                      <c:pt idx="543">
                        <c:v>544</c:v>
                      </c:pt>
                      <c:pt idx="544">
                        <c:v>545</c:v>
                      </c:pt>
                      <c:pt idx="545">
                        <c:v>546</c:v>
                      </c:pt>
                      <c:pt idx="546">
                        <c:v>547</c:v>
                      </c:pt>
                      <c:pt idx="547">
                        <c:v>548</c:v>
                      </c:pt>
                      <c:pt idx="548">
                        <c:v>549</c:v>
                      </c:pt>
                      <c:pt idx="549">
                        <c:v>550</c:v>
                      </c:pt>
                      <c:pt idx="550">
                        <c:v>551</c:v>
                      </c:pt>
                      <c:pt idx="551">
                        <c:v>552</c:v>
                      </c:pt>
                      <c:pt idx="552">
                        <c:v>553</c:v>
                      </c:pt>
                      <c:pt idx="553">
                        <c:v>554</c:v>
                      </c:pt>
                      <c:pt idx="554">
                        <c:v>555</c:v>
                      </c:pt>
                      <c:pt idx="555">
                        <c:v>556</c:v>
                      </c:pt>
                      <c:pt idx="556">
                        <c:v>557</c:v>
                      </c:pt>
                      <c:pt idx="557">
                        <c:v>558</c:v>
                      </c:pt>
                      <c:pt idx="558">
                        <c:v>559</c:v>
                      </c:pt>
                      <c:pt idx="559">
                        <c:v>560</c:v>
                      </c:pt>
                      <c:pt idx="560">
                        <c:v>561</c:v>
                      </c:pt>
                      <c:pt idx="561">
                        <c:v>562</c:v>
                      </c:pt>
                      <c:pt idx="562">
                        <c:v>563</c:v>
                      </c:pt>
                      <c:pt idx="563">
                        <c:v>564</c:v>
                      </c:pt>
                      <c:pt idx="564">
                        <c:v>565</c:v>
                      </c:pt>
                      <c:pt idx="565">
                        <c:v>566</c:v>
                      </c:pt>
                      <c:pt idx="566">
                        <c:v>567</c:v>
                      </c:pt>
                      <c:pt idx="567">
                        <c:v>568</c:v>
                      </c:pt>
                      <c:pt idx="568">
                        <c:v>569</c:v>
                      </c:pt>
                      <c:pt idx="569">
                        <c:v>570</c:v>
                      </c:pt>
                      <c:pt idx="570">
                        <c:v>571</c:v>
                      </c:pt>
                      <c:pt idx="571">
                        <c:v>572</c:v>
                      </c:pt>
                      <c:pt idx="572">
                        <c:v>573</c:v>
                      </c:pt>
                      <c:pt idx="573">
                        <c:v>574</c:v>
                      </c:pt>
                      <c:pt idx="574">
                        <c:v>575</c:v>
                      </c:pt>
                      <c:pt idx="575">
                        <c:v>576</c:v>
                      </c:pt>
                      <c:pt idx="576">
                        <c:v>577</c:v>
                      </c:pt>
                      <c:pt idx="577">
                        <c:v>578</c:v>
                      </c:pt>
                      <c:pt idx="578">
                        <c:v>579</c:v>
                      </c:pt>
                      <c:pt idx="579">
                        <c:v>580</c:v>
                      </c:pt>
                      <c:pt idx="580">
                        <c:v>581</c:v>
                      </c:pt>
                      <c:pt idx="581">
                        <c:v>582</c:v>
                      </c:pt>
                      <c:pt idx="582">
                        <c:v>583</c:v>
                      </c:pt>
                      <c:pt idx="583">
                        <c:v>584</c:v>
                      </c:pt>
                      <c:pt idx="584">
                        <c:v>585</c:v>
                      </c:pt>
                      <c:pt idx="585">
                        <c:v>586</c:v>
                      </c:pt>
                      <c:pt idx="586">
                        <c:v>587</c:v>
                      </c:pt>
                      <c:pt idx="587">
                        <c:v>588</c:v>
                      </c:pt>
                      <c:pt idx="588">
                        <c:v>589</c:v>
                      </c:pt>
                      <c:pt idx="589">
                        <c:v>590</c:v>
                      </c:pt>
                      <c:pt idx="590">
                        <c:v>591</c:v>
                      </c:pt>
                      <c:pt idx="591">
                        <c:v>592</c:v>
                      </c:pt>
                      <c:pt idx="592">
                        <c:v>593</c:v>
                      </c:pt>
                      <c:pt idx="593">
                        <c:v>594</c:v>
                      </c:pt>
                      <c:pt idx="594">
                        <c:v>595</c:v>
                      </c:pt>
                      <c:pt idx="595">
                        <c:v>596</c:v>
                      </c:pt>
                      <c:pt idx="596">
                        <c:v>597</c:v>
                      </c:pt>
                      <c:pt idx="597">
                        <c:v>598</c:v>
                      </c:pt>
                      <c:pt idx="598">
                        <c:v>599</c:v>
                      </c:pt>
                      <c:pt idx="599">
                        <c:v>600</c:v>
                      </c:pt>
                      <c:pt idx="600">
                        <c:v>601</c:v>
                      </c:pt>
                      <c:pt idx="601">
                        <c:v>602</c:v>
                      </c:pt>
                      <c:pt idx="602">
                        <c:v>603</c:v>
                      </c:pt>
                      <c:pt idx="603">
                        <c:v>604</c:v>
                      </c:pt>
                      <c:pt idx="604">
                        <c:v>605</c:v>
                      </c:pt>
                      <c:pt idx="605">
                        <c:v>606</c:v>
                      </c:pt>
                      <c:pt idx="606">
                        <c:v>607</c:v>
                      </c:pt>
                      <c:pt idx="607">
                        <c:v>608</c:v>
                      </c:pt>
                      <c:pt idx="608">
                        <c:v>609</c:v>
                      </c:pt>
                      <c:pt idx="609">
                        <c:v>610</c:v>
                      </c:pt>
                      <c:pt idx="610">
                        <c:v>611</c:v>
                      </c:pt>
                      <c:pt idx="611">
                        <c:v>612</c:v>
                      </c:pt>
                      <c:pt idx="612">
                        <c:v>613</c:v>
                      </c:pt>
                      <c:pt idx="613">
                        <c:v>614</c:v>
                      </c:pt>
                      <c:pt idx="614">
                        <c:v>615</c:v>
                      </c:pt>
                      <c:pt idx="615">
                        <c:v>616</c:v>
                      </c:pt>
                      <c:pt idx="616">
                        <c:v>617</c:v>
                      </c:pt>
                      <c:pt idx="617">
                        <c:v>618</c:v>
                      </c:pt>
                      <c:pt idx="618">
                        <c:v>619</c:v>
                      </c:pt>
                      <c:pt idx="619">
                        <c:v>620</c:v>
                      </c:pt>
                      <c:pt idx="620">
                        <c:v>621</c:v>
                      </c:pt>
                      <c:pt idx="621">
                        <c:v>622</c:v>
                      </c:pt>
                      <c:pt idx="622">
                        <c:v>623</c:v>
                      </c:pt>
                      <c:pt idx="623">
                        <c:v>624</c:v>
                      </c:pt>
                      <c:pt idx="624">
                        <c:v>625</c:v>
                      </c:pt>
                      <c:pt idx="625">
                        <c:v>626</c:v>
                      </c:pt>
                      <c:pt idx="626">
                        <c:v>627</c:v>
                      </c:pt>
                      <c:pt idx="627">
                        <c:v>628</c:v>
                      </c:pt>
                      <c:pt idx="628">
                        <c:v>629</c:v>
                      </c:pt>
                      <c:pt idx="629">
                        <c:v>630</c:v>
                      </c:pt>
                      <c:pt idx="630">
                        <c:v>631</c:v>
                      </c:pt>
                      <c:pt idx="631">
                        <c:v>632</c:v>
                      </c:pt>
                      <c:pt idx="632">
                        <c:v>633</c:v>
                      </c:pt>
                      <c:pt idx="633">
                        <c:v>634</c:v>
                      </c:pt>
                      <c:pt idx="634">
                        <c:v>635</c:v>
                      </c:pt>
                      <c:pt idx="635">
                        <c:v>636</c:v>
                      </c:pt>
                      <c:pt idx="636">
                        <c:v>637</c:v>
                      </c:pt>
                      <c:pt idx="637">
                        <c:v>638</c:v>
                      </c:pt>
                      <c:pt idx="638">
                        <c:v>639</c:v>
                      </c:pt>
                      <c:pt idx="639">
                        <c:v>640</c:v>
                      </c:pt>
                      <c:pt idx="640">
                        <c:v>641</c:v>
                      </c:pt>
                      <c:pt idx="641">
                        <c:v>642</c:v>
                      </c:pt>
                      <c:pt idx="642">
                        <c:v>643</c:v>
                      </c:pt>
                      <c:pt idx="643">
                        <c:v>644</c:v>
                      </c:pt>
                      <c:pt idx="644">
                        <c:v>645</c:v>
                      </c:pt>
                      <c:pt idx="645">
                        <c:v>646</c:v>
                      </c:pt>
                      <c:pt idx="646">
                        <c:v>647</c:v>
                      </c:pt>
                      <c:pt idx="647">
                        <c:v>648</c:v>
                      </c:pt>
                      <c:pt idx="648">
                        <c:v>649</c:v>
                      </c:pt>
                      <c:pt idx="649">
                        <c:v>650</c:v>
                      </c:pt>
                      <c:pt idx="650">
                        <c:v>651</c:v>
                      </c:pt>
                      <c:pt idx="651">
                        <c:v>652</c:v>
                      </c:pt>
                      <c:pt idx="652">
                        <c:v>653</c:v>
                      </c:pt>
                      <c:pt idx="653">
                        <c:v>654</c:v>
                      </c:pt>
                      <c:pt idx="654">
                        <c:v>655</c:v>
                      </c:pt>
                      <c:pt idx="655">
                        <c:v>656</c:v>
                      </c:pt>
                      <c:pt idx="656">
                        <c:v>657</c:v>
                      </c:pt>
                      <c:pt idx="657">
                        <c:v>658</c:v>
                      </c:pt>
                      <c:pt idx="658">
                        <c:v>659</c:v>
                      </c:pt>
                      <c:pt idx="659">
                        <c:v>660</c:v>
                      </c:pt>
                      <c:pt idx="660">
                        <c:v>661</c:v>
                      </c:pt>
                      <c:pt idx="661">
                        <c:v>662</c:v>
                      </c:pt>
                      <c:pt idx="662">
                        <c:v>663</c:v>
                      </c:pt>
                      <c:pt idx="663">
                        <c:v>664</c:v>
                      </c:pt>
                      <c:pt idx="664">
                        <c:v>665</c:v>
                      </c:pt>
                      <c:pt idx="665">
                        <c:v>666</c:v>
                      </c:pt>
                      <c:pt idx="666">
                        <c:v>667</c:v>
                      </c:pt>
                      <c:pt idx="667">
                        <c:v>668</c:v>
                      </c:pt>
                      <c:pt idx="668">
                        <c:v>669</c:v>
                      </c:pt>
                      <c:pt idx="669">
                        <c:v>670</c:v>
                      </c:pt>
                      <c:pt idx="670">
                        <c:v>671</c:v>
                      </c:pt>
                      <c:pt idx="671">
                        <c:v>672</c:v>
                      </c:pt>
                      <c:pt idx="672">
                        <c:v>673</c:v>
                      </c:pt>
                      <c:pt idx="673">
                        <c:v>674</c:v>
                      </c:pt>
                      <c:pt idx="674">
                        <c:v>675</c:v>
                      </c:pt>
                      <c:pt idx="675">
                        <c:v>676</c:v>
                      </c:pt>
                      <c:pt idx="676">
                        <c:v>677</c:v>
                      </c:pt>
                      <c:pt idx="677">
                        <c:v>678</c:v>
                      </c:pt>
                      <c:pt idx="678">
                        <c:v>679</c:v>
                      </c:pt>
                      <c:pt idx="679">
                        <c:v>680</c:v>
                      </c:pt>
                      <c:pt idx="680">
                        <c:v>681</c:v>
                      </c:pt>
                      <c:pt idx="681">
                        <c:v>682</c:v>
                      </c:pt>
                      <c:pt idx="682">
                        <c:v>683</c:v>
                      </c:pt>
                      <c:pt idx="683">
                        <c:v>684</c:v>
                      </c:pt>
                      <c:pt idx="684">
                        <c:v>685</c:v>
                      </c:pt>
                      <c:pt idx="685">
                        <c:v>686</c:v>
                      </c:pt>
                      <c:pt idx="686">
                        <c:v>687</c:v>
                      </c:pt>
                      <c:pt idx="687">
                        <c:v>688</c:v>
                      </c:pt>
                      <c:pt idx="688">
                        <c:v>689</c:v>
                      </c:pt>
                      <c:pt idx="689">
                        <c:v>690</c:v>
                      </c:pt>
                      <c:pt idx="690">
                        <c:v>691</c:v>
                      </c:pt>
                      <c:pt idx="691">
                        <c:v>692</c:v>
                      </c:pt>
                      <c:pt idx="692">
                        <c:v>693</c:v>
                      </c:pt>
                      <c:pt idx="693">
                        <c:v>694</c:v>
                      </c:pt>
                      <c:pt idx="694">
                        <c:v>695</c:v>
                      </c:pt>
                      <c:pt idx="695">
                        <c:v>696</c:v>
                      </c:pt>
                      <c:pt idx="696">
                        <c:v>697</c:v>
                      </c:pt>
                      <c:pt idx="697">
                        <c:v>698</c:v>
                      </c:pt>
                      <c:pt idx="698">
                        <c:v>699</c:v>
                      </c:pt>
                      <c:pt idx="699">
                        <c:v>700</c:v>
                      </c:pt>
                      <c:pt idx="700">
                        <c:v>701</c:v>
                      </c:pt>
                      <c:pt idx="701">
                        <c:v>702</c:v>
                      </c:pt>
                      <c:pt idx="702">
                        <c:v>703</c:v>
                      </c:pt>
                      <c:pt idx="703">
                        <c:v>704</c:v>
                      </c:pt>
                      <c:pt idx="704">
                        <c:v>705</c:v>
                      </c:pt>
                      <c:pt idx="705">
                        <c:v>706</c:v>
                      </c:pt>
                      <c:pt idx="706">
                        <c:v>707</c:v>
                      </c:pt>
                      <c:pt idx="707">
                        <c:v>708</c:v>
                      </c:pt>
                      <c:pt idx="708">
                        <c:v>709</c:v>
                      </c:pt>
                      <c:pt idx="709">
                        <c:v>710</c:v>
                      </c:pt>
                      <c:pt idx="710">
                        <c:v>711</c:v>
                      </c:pt>
                      <c:pt idx="711">
                        <c:v>712</c:v>
                      </c:pt>
                      <c:pt idx="712">
                        <c:v>713</c:v>
                      </c:pt>
                      <c:pt idx="713">
                        <c:v>714</c:v>
                      </c:pt>
                      <c:pt idx="714">
                        <c:v>715</c:v>
                      </c:pt>
                      <c:pt idx="715">
                        <c:v>716</c:v>
                      </c:pt>
                      <c:pt idx="716">
                        <c:v>717</c:v>
                      </c:pt>
                      <c:pt idx="717">
                        <c:v>718</c:v>
                      </c:pt>
                      <c:pt idx="718">
                        <c:v>719</c:v>
                      </c:pt>
                      <c:pt idx="719">
                        <c:v>720</c:v>
                      </c:pt>
                      <c:pt idx="720">
                        <c:v>721</c:v>
                      </c:pt>
                      <c:pt idx="721">
                        <c:v>722</c:v>
                      </c:pt>
                      <c:pt idx="722">
                        <c:v>723</c:v>
                      </c:pt>
                      <c:pt idx="723">
                        <c:v>724</c:v>
                      </c:pt>
                      <c:pt idx="724">
                        <c:v>725</c:v>
                      </c:pt>
                      <c:pt idx="725">
                        <c:v>726</c:v>
                      </c:pt>
                      <c:pt idx="726">
                        <c:v>727</c:v>
                      </c:pt>
                      <c:pt idx="727">
                        <c:v>728</c:v>
                      </c:pt>
                      <c:pt idx="728">
                        <c:v>729</c:v>
                      </c:pt>
                      <c:pt idx="729">
                        <c:v>730</c:v>
                      </c:pt>
                      <c:pt idx="730">
                        <c:v>731</c:v>
                      </c:pt>
                      <c:pt idx="731">
                        <c:v>732</c:v>
                      </c:pt>
                      <c:pt idx="732">
                        <c:v>733</c:v>
                      </c:pt>
                      <c:pt idx="733">
                        <c:v>734</c:v>
                      </c:pt>
                      <c:pt idx="734">
                        <c:v>735</c:v>
                      </c:pt>
                      <c:pt idx="735">
                        <c:v>736</c:v>
                      </c:pt>
                      <c:pt idx="736">
                        <c:v>737</c:v>
                      </c:pt>
                      <c:pt idx="737">
                        <c:v>738</c:v>
                      </c:pt>
                      <c:pt idx="738">
                        <c:v>739</c:v>
                      </c:pt>
                      <c:pt idx="739">
                        <c:v>740</c:v>
                      </c:pt>
                      <c:pt idx="740">
                        <c:v>741</c:v>
                      </c:pt>
                      <c:pt idx="741">
                        <c:v>742</c:v>
                      </c:pt>
                      <c:pt idx="742">
                        <c:v>743</c:v>
                      </c:pt>
                      <c:pt idx="743">
                        <c:v>744</c:v>
                      </c:pt>
                      <c:pt idx="744">
                        <c:v>745</c:v>
                      </c:pt>
                      <c:pt idx="745">
                        <c:v>746</c:v>
                      </c:pt>
                      <c:pt idx="746">
                        <c:v>747</c:v>
                      </c:pt>
                      <c:pt idx="747">
                        <c:v>748</c:v>
                      </c:pt>
                      <c:pt idx="748">
                        <c:v>749</c:v>
                      </c:pt>
                      <c:pt idx="749">
                        <c:v>750</c:v>
                      </c:pt>
                      <c:pt idx="750">
                        <c:v>751</c:v>
                      </c:pt>
                      <c:pt idx="751">
                        <c:v>752</c:v>
                      </c:pt>
                      <c:pt idx="752">
                        <c:v>753</c:v>
                      </c:pt>
                      <c:pt idx="753">
                        <c:v>754</c:v>
                      </c:pt>
                      <c:pt idx="754">
                        <c:v>755</c:v>
                      </c:pt>
                      <c:pt idx="755">
                        <c:v>756</c:v>
                      </c:pt>
                      <c:pt idx="756">
                        <c:v>757</c:v>
                      </c:pt>
                      <c:pt idx="757">
                        <c:v>758</c:v>
                      </c:pt>
                      <c:pt idx="758">
                        <c:v>759</c:v>
                      </c:pt>
                      <c:pt idx="759">
                        <c:v>760</c:v>
                      </c:pt>
                      <c:pt idx="760">
                        <c:v>761</c:v>
                      </c:pt>
                      <c:pt idx="761">
                        <c:v>762</c:v>
                      </c:pt>
                      <c:pt idx="762">
                        <c:v>763</c:v>
                      </c:pt>
                      <c:pt idx="763">
                        <c:v>764</c:v>
                      </c:pt>
                      <c:pt idx="764">
                        <c:v>765</c:v>
                      </c:pt>
                      <c:pt idx="765">
                        <c:v>766</c:v>
                      </c:pt>
                      <c:pt idx="766">
                        <c:v>767</c:v>
                      </c:pt>
                      <c:pt idx="767">
                        <c:v>768</c:v>
                      </c:pt>
                      <c:pt idx="768">
                        <c:v>769</c:v>
                      </c:pt>
                      <c:pt idx="769">
                        <c:v>770</c:v>
                      </c:pt>
                      <c:pt idx="770">
                        <c:v>771</c:v>
                      </c:pt>
                      <c:pt idx="771">
                        <c:v>772</c:v>
                      </c:pt>
                      <c:pt idx="772">
                        <c:v>773</c:v>
                      </c:pt>
                      <c:pt idx="773">
                        <c:v>774</c:v>
                      </c:pt>
                      <c:pt idx="774">
                        <c:v>775</c:v>
                      </c:pt>
                      <c:pt idx="775">
                        <c:v>776</c:v>
                      </c:pt>
                      <c:pt idx="776">
                        <c:v>777</c:v>
                      </c:pt>
                      <c:pt idx="777">
                        <c:v>778</c:v>
                      </c:pt>
                      <c:pt idx="778">
                        <c:v>779</c:v>
                      </c:pt>
                      <c:pt idx="779">
                        <c:v>780</c:v>
                      </c:pt>
                      <c:pt idx="780">
                        <c:v>781</c:v>
                      </c:pt>
                      <c:pt idx="781">
                        <c:v>782</c:v>
                      </c:pt>
                      <c:pt idx="782">
                        <c:v>783</c:v>
                      </c:pt>
                      <c:pt idx="783">
                        <c:v>784</c:v>
                      </c:pt>
                      <c:pt idx="784">
                        <c:v>785</c:v>
                      </c:pt>
                      <c:pt idx="785">
                        <c:v>786</c:v>
                      </c:pt>
                      <c:pt idx="786">
                        <c:v>787</c:v>
                      </c:pt>
                      <c:pt idx="787">
                        <c:v>788</c:v>
                      </c:pt>
                      <c:pt idx="788">
                        <c:v>789</c:v>
                      </c:pt>
                      <c:pt idx="789">
                        <c:v>790</c:v>
                      </c:pt>
                      <c:pt idx="790">
                        <c:v>791</c:v>
                      </c:pt>
                      <c:pt idx="791">
                        <c:v>792</c:v>
                      </c:pt>
                      <c:pt idx="792">
                        <c:v>793</c:v>
                      </c:pt>
                      <c:pt idx="793">
                        <c:v>794</c:v>
                      </c:pt>
                      <c:pt idx="794">
                        <c:v>795</c:v>
                      </c:pt>
                      <c:pt idx="795">
                        <c:v>796</c:v>
                      </c:pt>
                      <c:pt idx="796">
                        <c:v>797</c:v>
                      </c:pt>
                      <c:pt idx="797">
                        <c:v>798</c:v>
                      </c:pt>
                      <c:pt idx="798">
                        <c:v>799</c:v>
                      </c:pt>
                      <c:pt idx="799">
                        <c:v>800</c:v>
                      </c:pt>
                      <c:pt idx="800">
                        <c:v>801</c:v>
                      </c:pt>
                      <c:pt idx="801">
                        <c:v>802</c:v>
                      </c:pt>
                      <c:pt idx="802">
                        <c:v>803</c:v>
                      </c:pt>
                      <c:pt idx="803">
                        <c:v>804</c:v>
                      </c:pt>
                      <c:pt idx="804">
                        <c:v>805</c:v>
                      </c:pt>
                      <c:pt idx="805">
                        <c:v>806</c:v>
                      </c:pt>
                      <c:pt idx="806">
                        <c:v>807</c:v>
                      </c:pt>
                      <c:pt idx="807">
                        <c:v>808</c:v>
                      </c:pt>
                      <c:pt idx="808">
                        <c:v>809</c:v>
                      </c:pt>
                      <c:pt idx="809">
                        <c:v>810</c:v>
                      </c:pt>
                      <c:pt idx="810">
                        <c:v>811</c:v>
                      </c:pt>
                      <c:pt idx="811">
                        <c:v>812</c:v>
                      </c:pt>
                      <c:pt idx="812">
                        <c:v>813</c:v>
                      </c:pt>
                      <c:pt idx="813">
                        <c:v>814</c:v>
                      </c:pt>
                      <c:pt idx="814">
                        <c:v>815</c:v>
                      </c:pt>
                      <c:pt idx="815">
                        <c:v>816</c:v>
                      </c:pt>
                      <c:pt idx="816">
                        <c:v>817</c:v>
                      </c:pt>
                      <c:pt idx="817">
                        <c:v>818</c:v>
                      </c:pt>
                      <c:pt idx="818">
                        <c:v>819</c:v>
                      </c:pt>
                      <c:pt idx="819">
                        <c:v>820</c:v>
                      </c:pt>
                      <c:pt idx="820">
                        <c:v>821</c:v>
                      </c:pt>
                      <c:pt idx="821">
                        <c:v>822</c:v>
                      </c:pt>
                      <c:pt idx="822">
                        <c:v>823</c:v>
                      </c:pt>
                      <c:pt idx="823">
                        <c:v>824</c:v>
                      </c:pt>
                      <c:pt idx="824">
                        <c:v>825</c:v>
                      </c:pt>
                      <c:pt idx="825">
                        <c:v>826</c:v>
                      </c:pt>
                      <c:pt idx="826">
                        <c:v>827</c:v>
                      </c:pt>
                      <c:pt idx="827">
                        <c:v>828</c:v>
                      </c:pt>
                      <c:pt idx="828">
                        <c:v>829</c:v>
                      </c:pt>
                      <c:pt idx="829">
                        <c:v>830</c:v>
                      </c:pt>
                      <c:pt idx="830">
                        <c:v>831</c:v>
                      </c:pt>
                      <c:pt idx="831">
                        <c:v>832</c:v>
                      </c:pt>
                      <c:pt idx="832">
                        <c:v>833</c:v>
                      </c:pt>
                      <c:pt idx="833">
                        <c:v>834</c:v>
                      </c:pt>
                      <c:pt idx="834">
                        <c:v>835</c:v>
                      </c:pt>
                      <c:pt idx="835">
                        <c:v>836</c:v>
                      </c:pt>
                      <c:pt idx="836">
                        <c:v>837</c:v>
                      </c:pt>
                      <c:pt idx="837">
                        <c:v>838</c:v>
                      </c:pt>
                      <c:pt idx="838">
                        <c:v>839</c:v>
                      </c:pt>
                      <c:pt idx="839">
                        <c:v>840</c:v>
                      </c:pt>
                      <c:pt idx="840">
                        <c:v>841</c:v>
                      </c:pt>
                      <c:pt idx="841">
                        <c:v>842</c:v>
                      </c:pt>
                      <c:pt idx="842">
                        <c:v>843</c:v>
                      </c:pt>
                      <c:pt idx="843">
                        <c:v>844</c:v>
                      </c:pt>
                      <c:pt idx="844">
                        <c:v>845</c:v>
                      </c:pt>
                      <c:pt idx="845">
                        <c:v>846</c:v>
                      </c:pt>
                      <c:pt idx="846">
                        <c:v>847</c:v>
                      </c:pt>
                      <c:pt idx="847">
                        <c:v>848</c:v>
                      </c:pt>
                      <c:pt idx="848">
                        <c:v>849</c:v>
                      </c:pt>
                      <c:pt idx="849">
                        <c:v>850</c:v>
                      </c:pt>
                      <c:pt idx="850">
                        <c:v>851</c:v>
                      </c:pt>
                      <c:pt idx="851">
                        <c:v>852</c:v>
                      </c:pt>
                      <c:pt idx="852">
                        <c:v>853</c:v>
                      </c:pt>
                      <c:pt idx="853">
                        <c:v>854</c:v>
                      </c:pt>
                      <c:pt idx="854">
                        <c:v>855</c:v>
                      </c:pt>
                      <c:pt idx="855">
                        <c:v>856</c:v>
                      </c:pt>
                      <c:pt idx="856">
                        <c:v>857</c:v>
                      </c:pt>
                      <c:pt idx="857">
                        <c:v>858</c:v>
                      </c:pt>
                      <c:pt idx="858">
                        <c:v>859</c:v>
                      </c:pt>
                      <c:pt idx="859">
                        <c:v>860</c:v>
                      </c:pt>
                      <c:pt idx="860">
                        <c:v>861</c:v>
                      </c:pt>
                      <c:pt idx="861">
                        <c:v>862</c:v>
                      </c:pt>
                      <c:pt idx="862">
                        <c:v>863</c:v>
                      </c:pt>
                      <c:pt idx="863">
                        <c:v>864</c:v>
                      </c:pt>
                      <c:pt idx="864">
                        <c:v>865</c:v>
                      </c:pt>
                      <c:pt idx="865">
                        <c:v>866</c:v>
                      </c:pt>
                      <c:pt idx="866">
                        <c:v>867</c:v>
                      </c:pt>
                      <c:pt idx="867">
                        <c:v>868</c:v>
                      </c:pt>
                      <c:pt idx="868">
                        <c:v>869</c:v>
                      </c:pt>
                      <c:pt idx="869">
                        <c:v>870</c:v>
                      </c:pt>
                      <c:pt idx="870">
                        <c:v>871</c:v>
                      </c:pt>
                      <c:pt idx="871">
                        <c:v>872</c:v>
                      </c:pt>
                      <c:pt idx="872">
                        <c:v>873</c:v>
                      </c:pt>
                      <c:pt idx="873">
                        <c:v>874</c:v>
                      </c:pt>
                      <c:pt idx="874">
                        <c:v>875</c:v>
                      </c:pt>
                      <c:pt idx="875">
                        <c:v>876</c:v>
                      </c:pt>
                      <c:pt idx="876">
                        <c:v>877</c:v>
                      </c:pt>
                      <c:pt idx="877">
                        <c:v>878</c:v>
                      </c:pt>
                      <c:pt idx="878">
                        <c:v>879</c:v>
                      </c:pt>
                      <c:pt idx="879">
                        <c:v>880</c:v>
                      </c:pt>
                      <c:pt idx="880">
                        <c:v>881</c:v>
                      </c:pt>
                      <c:pt idx="881">
                        <c:v>882</c:v>
                      </c:pt>
                      <c:pt idx="882">
                        <c:v>883</c:v>
                      </c:pt>
                      <c:pt idx="883">
                        <c:v>884</c:v>
                      </c:pt>
                      <c:pt idx="884">
                        <c:v>885</c:v>
                      </c:pt>
                      <c:pt idx="885">
                        <c:v>886</c:v>
                      </c:pt>
                      <c:pt idx="886">
                        <c:v>887</c:v>
                      </c:pt>
                      <c:pt idx="887">
                        <c:v>888</c:v>
                      </c:pt>
                      <c:pt idx="888">
                        <c:v>889</c:v>
                      </c:pt>
                      <c:pt idx="889">
                        <c:v>890</c:v>
                      </c:pt>
                      <c:pt idx="890">
                        <c:v>891</c:v>
                      </c:pt>
                      <c:pt idx="891">
                        <c:v>892</c:v>
                      </c:pt>
                      <c:pt idx="892">
                        <c:v>893</c:v>
                      </c:pt>
                      <c:pt idx="893">
                        <c:v>894</c:v>
                      </c:pt>
                      <c:pt idx="894">
                        <c:v>895</c:v>
                      </c:pt>
                      <c:pt idx="895">
                        <c:v>896</c:v>
                      </c:pt>
                      <c:pt idx="896">
                        <c:v>897</c:v>
                      </c:pt>
                      <c:pt idx="897">
                        <c:v>898</c:v>
                      </c:pt>
                      <c:pt idx="898">
                        <c:v>899</c:v>
                      </c:pt>
                      <c:pt idx="899">
                        <c:v>900</c:v>
                      </c:pt>
                      <c:pt idx="900">
                        <c:v>901</c:v>
                      </c:pt>
                      <c:pt idx="901">
                        <c:v>902</c:v>
                      </c:pt>
                      <c:pt idx="902">
                        <c:v>903</c:v>
                      </c:pt>
                      <c:pt idx="903">
                        <c:v>904</c:v>
                      </c:pt>
                      <c:pt idx="904">
                        <c:v>905</c:v>
                      </c:pt>
                      <c:pt idx="905">
                        <c:v>906</c:v>
                      </c:pt>
                      <c:pt idx="906">
                        <c:v>907</c:v>
                      </c:pt>
                      <c:pt idx="907">
                        <c:v>908</c:v>
                      </c:pt>
                      <c:pt idx="908">
                        <c:v>909</c:v>
                      </c:pt>
                      <c:pt idx="909">
                        <c:v>910</c:v>
                      </c:pt>
                      <c:pt idx="910">
                        <c:v>911</c:v>
                      </c:pt>
                      <c:pt idx="911">
                        <c:v>912</c:v>
                      </c:pt>
                      <c:pt idx="912">
                        <c:v>913</c:v>
                      </c:pt>
                      <c:pt idx="913">
                        <c:v>914</c:v>
                      </c:pt>
                      <c:pt idx="914">
                        <c:v>915</c:v>
                      </c:pt>
                      <c:pt idx="915">
                        <c:v>916</c:v>
                      </c:pt>
                      <c:pt idx="916">
                        <c:v>917</c:v>
                      </c:pt>
                      <c:pt idx="917">
                        <c:v>918</c:v>
                      </c:pt>
                      <c:pt idx="918">
                        <c:v>919</c:v>
                      </c:pt>
                      <c:pt idx="919">
                        <c:v>920</c:v>
                      </c:pt>
                      <c:pt idx="920">
                        <c:v>921</c:v>
                      </c:pt>
                      <c:pt idx="921">
                        <c:v>922</c:v>
                      </c:pt>
                      <c:pt idx="922">
                        <c:v>923</c:v>
                      </c:pt>
                      <c:pt idx="923">
                        <c:v>924</c:v>
                      </c:pt>
                      <c:pt idx="924">
                        <c:v>925</c:v>
                      </c:pt>
                      <c:pt idx="925">
                        <c:v>926</c:v>
                      </c:pt>
                      <c:pt idx="926">
                        <c:v>927</c:v>
                      </c:pt>
                      <c:pt idx="927">
                        <c:v>928</c:v>
                      </c:pt>
                      <c:pt idx="928">
                        <c:v>929</c:v>
                      </c:pt>
                      <c:pt idx="929">
                        <c:v>930</c:v>
                      </c:pt>
                      <c:pt idx="930">
                        <c:v>931</c:v>
                      </c:pt>
                      <c:pt idx="931">
                        <c:v>932</c:v>
                      </c:pt>
                      <c:pt idx="932">
                        <c:v>933</c:v>
                      </c:pt>
                      <c:pt idx="933">
                        <c:v>934</c:v>
                      </c:pt>
                      <c:pt idx="934">
                        <c:v>935</c:v>
                      </c:pt>
                      <c:pt idx="935">
                        <c:v>936</c:v>
                      </c:pt>
                      <c:pt idx="936">
                        <c:v>937</c:v>
                      </c:pt>
                      <c:pt idx="937">
                        <c:v>938</c:v>
                      </c:pt>
                      <c:pt idx="938">
                        <c:v>939</c:v>
                      </c:pt>
                      <c:pt idx="939">
                        <c:v>940</c:v>
                      </c:pt>
                      <c:pt idx="940">
                        <c:v>941</c:v>
                      </c:pt>
                      <c:pt idx="941">
                        <c:v>942</c:v>
                      </c:pt>
                      <c:pt idx="942">
                        <c:v>943</c:v>
                      </c:pt>
                      <c:pt idx="943">
                        <c:v>944</c:v>
                      </c:pt>
                      <c:pt idx="944">
                        <c:v>945</c:v>
                      </c:pt>
                      <c:pt idx="945">
                        <c:v>946</c:v>
                      </c:pt>
                      <c:pt idx="946">
                        <c:v>947</c:v>
                      </c:pt>
                      <c:pt idx="947">
                        <c:v>948</c:v>
                      </c:pt>
                      <c:pt idx="948">
                        <c:v>949</c:v>
                      </c:pt>
                      <c:pt idx="949">
                        <c:v>950</c:v>
                      </c:pt>
                      <c:pt idx="950">
                        <c:v>951</c:v>
                      </c:pt>
                      <c:pt idx="951">
                        <c:v>952</c:v>
                      </c:pt>
                      <c:pt idx="952">
                        <c:v>953</c:v>
                      </c:pt>
                      <c:pt idx="953">
                        <c:v>954</c:v>
                      </c:pt>
                      <c:pt idx="954">
                        <c:v>955</c:v>
                      </c:pt>
                      <c:pt idx="955">
                        <c:v>956</c:v>
                      </c:pt>
                      <c:pt idx="956">
                        <c:v>957</c:v>
                      </c:pt>
                      <c:pt idx="957">
                        <c:v>958</c:v>
                      </c:pt>
                      <c:pt idx="958">
                        <c:v>959</c:v>
                      </c:pt>
                      <c:pt idx="959">
                        <c:v>960</c:v>
                      </c:pt>
                      <c:pt idx="960">
                        <c:v>961</c:v>
                      </c:pt>
                      <c:pt idx="961">
                        <c:v>962</c:v>
                      </c:pt>
                      <c:pt idx="962">
                        <c:v>963</c:v>
                      </c:pt>
                      <c:pt idx="963">
                        <c:v>964</c:v>
                      </c:pt>
                      <c:pt idx="964">
                        <c:v>965</c:v>
                      </c:pt>
                      <c:pt idx="965">
                        <c:v>966</c:v>
                      </c:pt>
                      <c:pt idx="966">
                        <c:v>967</c:v>
                      </c:pt>
                      <c:pt idx="967">
                        <c:v>968</c:v>
                      </c:pt>
                      <c:pt idx="968">
                        <c:v>969</c:v>
                      </c:pt>
                      <c:pt idx="969">
                        <c:v>970</c:v>
                      </c:pt>
                      <c:pt idx="970">
                        <c:v>971</c:v>
                      </c:pt>
                      <c:pt idx="971">
                        <c:v>972</c:v>
                      </c:pt>
                      <c:pt idx="972">
                        <c:v>973</c:v>
                      </c:pt>
                      <c:pt idx="973">
                        <c:v>974</c:v>
                      </c:pt>
                      <c:pt idx="974">
                        <c:v>975</c:v>
                      </c:pt>
                      <c:pt idx="975">
                        <c:v>976</c:v>
                      </c:pt>
                      <c:pt idx="976">
                        <c:v>977</c:v>
                      </c:pt>
                      <c:pt idx="977">
                        <c:v>978</c:v>
                      </c:pt>
                      <c:pt idx="978">
                        <c:v>979</c:v>
                      </c:pt>
                      <c:pt idx="979">
                        <c:v>980</c:v>
                      </c:pt>
                      <c:pt idx="980">
                        <c:v>981</c:v>
                      </c:pt>
                      <c:pt idx="981">
                        <c:v>982</c:v>
                      </c:pt>
                      <c:pt idx="982">
                        <c:v>983</c:v>
                      </c:pt>
                      <c:pt idx="983">
                        <c:v>984</c:v>
                      </c:pt>
                      <c:pt idx="984">
                        <c:v>985</c:v>
                      </c:pt>
                      <c:pt idx="985">
                        <c:v>986</c:v>
                      </c:pt>
                      <c:pt idx="986">
                        <c:v>987</c:v>
                      </c:pt>
                      <c:pt idx="987">
                        <c:v>988</c:v>
                      </c:pt>
                      <c:pt idx="988">
                        <c:v>989</c:v>
                      </c:pt>
                      <c:pt idx="989">
                        <c:v>990</c:v>
                      </c:pt>
                      <c:pt idx="990">
                        <c:v>991</c:v>
                      </c:pt>
                      <c:pt idx="991">
                        <c:v>992</c:v>
                      </c:pt>
                      <c:pt idx="992">
                        <c:v>993</c:v>
                      </c:pt>
                      <c:pt idx="993">
                        <c:v>994</c:v>
                      </c:pt>
                      <c:pt idx="994">
                        <c:v>995</c:v>
                      </c:pt>
                      <c:pt idx="995">
                        <c:v>996</c:v>
                      </c:pt>
                      <c:pt idx="996">
                        <c:v>997</c:v>
                      </c:pt>
                      <c:pt idx="997">
                        <c:v>998</c:v>
                      </c:pt>
                      <c:pt idx="998">
                        <c:v>999</c:v>
                      </c:pt>
                      <c:pt idx="999">
                        <c:v>1000</c:v>
                      </c:pt>
                      <c:pt idx="1000">
                        <c:v>1001</c:v>
                      </c:pt>
                      <c:pt idx="1001">
                        <c:v>1002</c:v>
                      </c:pt>
                      <c:pt idx="1002">
                        <c:v>1003</c:v>
                      </c:pt>
                      <c:pt idx="1003">
                        <c:v>1004</c:v>
                      </c:pt>
                      <c:pt idx="1004">
                        <c:v>1005</c:v>
                      </c:pt>
                      <c:pt idx="1005">
                        <c:v>1006</c:v>
                      </c:pt>
                      <c:pt idx="1006">
                        <c:v>1007</c:v>
                      </c:pt>
                      <c:pt idx="1007">
                        <c:v>1008</c:v>
                      </c:pt>
                      <c:pt idx="1008">
                        <c:v>1009</c:v>
                      </c:pt>
                      <c:pt idx="1009">
                        <c:v>1010</c:v>
                      </c:pt>
                      <c:pt idx="1010">
                        <c:v>1011</c:v>
                      </c:pt>
                      <c:pt idx="1011">
                        <c:v>1012</c:v>
                      </c:pt>
                      <c:pt idx="1012">
                        <c:v>1013</c:v>
                      </c:pt>
                      <c:pt idx="1013">
                        <c:v>1014</c:v>
                      </c:pt>
                      <c:pt idx="1014">
                        <c:v>1015</c:v>
                      </c:pt>
                      <c:pt idx="1015">
                        <c:v>1016</c:v>
                      </c:pt>
                      <c:pt idx="1016">
                        <c:v>1017</c:v>
                      </c:pt>
                      <c:pt idx="1017">
                        <c:v>1018</c:v>
                      </c:pt>
                      <c:pt idx="1018">
                        <c:v>1019</c:v>
                      </c:pt>
                      <c:pt idx="1019">
                        <c:v>1020</c:v>
                      </c:pt>
                      <c:pt idx="1020">
                        <c:v>1021</c:v>
                      </c:pt>
                      <c:pt idx="1021">
                        <c:v>1022</c:v>
                      </c:pt>
                      <c:pt idx="1022">
                        <c:v>1023</c:v>
                      </c:pt>
                      <c:pt idx="1023">
                        <c:v>1024</c:v>
                      </c:pt>
                      <c:pt idx="1024">
                        <c:v>1025</c:v>
                      </c:pt>
                      <c:pt idx="1025">
                        <c:v>1026</c:v>
                      </c:pt>
                      <c:pt idx="1026">
                        <c:v>1027</c:v>
                      </c:pt>
                      <c:pt idx="1027">
                        <c:v>1028</c:v>
                      </c:pt>
                      <c:pt idx="1028">
                        <c:v>1029</c:v>
                      </c:pt>
                      <c:pt idx="1029">
                        <c:v>1030</c:v>
                      </c:pt>
                      <c:pt idx="1030">
                        <c:v>1031</c:v>
                      </c:pt>
                      <c:pt idx="1031">
                        <c:v>1032</c:v>
                      </c:pt>
                      <c:pt idx="1032">
                        <c:v>1033</c:v>
                      </c:pt>
                      <c:pt idx="1033">
                        <c:v>1034</c:v>
                      </c:pt>
                      <c:pt idx="1034">
                        <c:v>1035</c:v>
                      </c:pt>
                      <c:pt idx="1035">
                        <c:v>1036</c:v>
                      </c:pt>
                      <c:pt idx="1036">
                        <c:v>1037</c:v>
                      </c:pt>
                      <c:pt idx="1037">
                        <c:v>1038</c:v>
                      </c:pt>
                      <c:pt idx="1038">
                        <c:v>1039</c:v>
                      </c:pt>
                      <c:pt idx="1039">
                        <c:v>1040</c:v>
                      </c:pt>
                      <c:pt idx="1040">
                        <c:v>1041</c:v>
                      </c:pt>
                      <c:pt idx="1041">
                        <c:v>1042</c:v>
                      </c:pt>
                      <c:pt idx="1042">
                        <c:v>1043</c:v>
                      </c:pt>
                      <c:pt idx="1043">
                        <c:v>1044</c:v>
                      </c:pt>
                      <c:pt idx="1044">
                        <c:v>1045</c:v>
                      </c:pt>
                      <c:pt idx="1045">
                        <c:v>1046</c:v>
                      </c:pt>
                      <c:pt idx="1046">
                        <c:v>1047</c:v>
                      </c:pt>
                      <c:pt idx="1047">
                        <c:v>1048</c:v>
                      </c:pt>
                      <c:pt idx="1048">
                        <c:v>1049</c:v>
                      </c:pt>
                      <c:pt idx="1049">
                        <c:v>1050</c:v>
                      </c:pt>
                      <c:pt idx="1050">
                        <c:v>1051</c:v>
                      </c:pt>
                      <c:pt idx="1051">
                        <c:v>1052</c:v>
                      </c:pt>
                      <c:pt idx="1052">
                        <c:v>1053</c:v>
                      </c:pt>
                      <c:pt idx="1053">
                        <c:v>1054</c:v>
                      </c:pt>
                      <c:pt idx="1054">
                        <c:v>1055</c:v>
                      </c:pt>
                      <c:pt idx="1055">
                        <c:v>1056</c:v>
                      </c:pt>
                      <c:pt idx="1056">
                        <c:v>1057</c:v>
                      </c:pt>
                      <c:pt idx="1057">
                        <c:v>1058</c:v>
                      </c:pt>
                      <c:pt idx="1058">
                        <c:v>1059</c:v>
                      </c:pt>
                      <c:pt idx="1059">
                        <c:v>1060</c:v>
                      </c:pt>
                      <c:pt idx="1060">
                        <c:v>1061</c:v>
                      </c:pt>
                      <c:pt idx="1061">
                        <c:v>1062</c:v>
                      </c:pt>
                      <c:pt idx="1062">
                        <c:v>1063</c:v>
                      </c:pt>
                      <c:pt idx="1063">
                        <c:v>1064</c:v>
                      </c:pt>
                      <c:pt idx="1064">
                        <c:v>1065</c:v>
                      </c:pt>
                      <c:pt idx="1065">
                        <c:v>1066</c:v>
                      </c:pt>
                      <c:pt idx="1066">
                        <c:v>1067</c:v>
                      </c:pt>
                      <c:pt idx="1067">
                        <c:v>1068</c:v>
                      </c:pt>
                      <c:pt idx="1068">
                        <c:v>1069</c:v>
                      </c:pt>
                      <c:pt idx="1069">
                        <c:v>1070</c:v>
                      </c:pt>
                      <c:pt idx="1070">
                        <c:v>1071</c:v>
                      </c:pt>
                      <c:pt idx="1071">
                        <c:v>1072</c:v>
                      </c:pt>
                      <c:pt idx="1072">
                        <c:v>1073</c:v>
                      </c:pt>
                      <c:pt idx="1073">
                        <c:v>1074</c:v>
                      </c:pt>
                      <c:pt idx="1074">
                        <c:v>1075</c:v>
                      </c:pt>
                      <c:pt idx="1075">
                        <c:v>1076</c:v>
                      </c:pt>
                      <c:pt idx="1076">
                        <c:v>1077</c:v>
                      </c:pt>
                      <c:pt idx="1077">
                        <c:v>1078</c:v>
                      </c:pt>
                      <c:pt idx="1078">
                        <c:v>1079</c:v>
                      </c:pt>
                      <c:pt idx="1079">
                        <c:v>1080</c:v>
                      </c:pt>
                      <c:pt idx="1080">
                        <c:v>1081</c:v>
                      </c:pt>
                      <c:pt idx="1081">
                        <c:v>1082</c:v>
                      </c:pt>
                      <c:pt idx="1082">
                        <c:v>1083</c:v>
                      </c:pt>
                      <c:pt idx="1083">
                        <c:v>1084</c:v>
                      </c:pt>
                      <c:pt idx="1084">
                        <c:v>1085</c:v>
                      </c:pt>
                      <c:pt idx="1085">
                        <c:v>1086</c:v>
                      </c:pt>
                      <c:pt idx="1086">
                        <c:v>1087</c:v>
                      </c:pt>
                      <c:pt idx="1087">
                        <c:v>1088</c:v>
                      </c:pt>
                      <c:pt idx="1088">
                        <c:v>1089</c:v>
                      </c:pt>
                      <c:pt idx="1089">
                        <c:v>1090</c:v>
                      </c:pt>
                      <c:pt idx="1090">
                        <c:v>1091</c:v>
                      </c:pt>
                      <c:pt idx="1091">
                        <c:v>1092</c:v>
                      </c:pt>
                      <c:pt idx="1092">
                        <c:v>1093</c:v>
                      </c:pt>
                      <c:pt idx="1093">
                        <c:v>1094</c:v>
                      </c:pt>
                      <c:pt idx="1094">
                        <c:v>1095</c:v>
                      </c:pt>
                      <c:pt idx="1095">
                        <c:v>1096</c:v>
                      </c:pt>
                      <c:pt idx="1096">
                        <c:v>1097</c:v>
                      </c:pt>
                      <c:pt idx="1097">
                        <c:v>1098</c:v>
                      </c:pt>
                      <c:pt idx="1098">
                        <c:v>1099</c:v>
                      </c:pt>
                      <c:pt idx="1099">
                        <c:v>1100</c:v>
                      </c:pt>
                      <c:pt idx="1100">
                        <c:v>1101</c:v>
                      </c:pt>
                      <c:pt idx="1101">
                        <c:v>1102</c:v>
                      </c:pt>
                      <c:pt idx="1102">
                        <c:v>1103</c:v>
                      </c:pt>
                      <c:pt idx="1103">
                        <c:v>1104</c:v>
                      </c:pt>
                      <c:pt idx="1104">
                        <c:v>1105</c:v>
                      </c:pt>
                      <c:pt idx="1105">
                        <c:v>1106</c:v>
                      </c:pt>
                      <c:pt idx="1106">
                        <c:v>1107</c:v>
                      </c:pt>
                      <c:pt idx="1107">
                        <c:v>1108</c:v>
                      </c:pt>
                      <c:pt idx="1108">
                        <c:v>1109</c:v>
                      </c:pt>
                      <c:pt idx="1109">
                        <c:v>1110</c:v>
                      </c:pt>
                      <c:pt idx="1110">
                        <c:v>1111</c:v>
                      </c:pt>
                      <c:pt idx="1111">
                        <c:v>1112</c:v>
                      </c:pt>
                      <c:pt idx="1112">
                        <c:v>1113</c:v>
                      </c:pt>
                      <c:pt idx="1113">
                        <c:v>1114</c:v>
                      </c:pt>
                      <c:pt idx="1114">
                        <c:v>1115</c:v>
                      </c:pt>
                      <c:pt idx="1115">
                        <c:v>1116</c:v>
                      </c:pt>
                      <c:pt idx="1116">
                        <c:v>1117</c:v>
                      </c:pt>
                      <c:pt idx="1117">
                        <c:v>1118</c:v>
                      </c:pt>
                      <c:pt idx="1118">
                        <c:v>1119</c:v>
                      </c:pt>
                      <c:pt idx="1119">
                        <c:v>1120</c:v>
                      </c:pt>
                      <c:pt idx="1120">
                        <c:v>1121</c:v>
                      </c:pt>
                      <c:pt idx="1121">
                        <c:v>1122</c:v>
                      </c:pt>
                      <c:pt idx="1122">
                        <c:v>1123</c:v>
                      </c:pt>
                      <c:pt idx="1123">
                        <c:v>1124</c:v>
                      </c:pt>
                      <c:pt idx="1124">
                        <c:v>1125</c:v>
                      </c:pt>
                      <c:pt idx="1125">
                        <c:v>1126</c:v>
                      </c:pt>
                      <c:pt idx="1126">
                        <c:v>1127</c:v>
                      </c:pt>
                      <c:pt idx="1127">
                        <c:v>1128</c:v>
                      </c:pt>
                      <c:pt idx="1128">
                        <c:v>1129</c:v>
                      </c:pt>
                      <c:pt idx="1129">
                        <c:v>1130</c:v>
                      </c:pt>
                      <c:pt idx="1130">
                        <c:v>1131</c:v>
                      </c:pt>
                      <c:pt idx="1131">
                        <c:v>1132</c:v>
                      </c:pt>
                      <c:pt idx="1132">
                        <c:v>1133</c:v>
                      </c:pt>
                      <c:pt idx="1133">
                        <c:v>1134</c:v>
                      </c:pt>
                      <c:pt idx="1134">
                        <c:v>1135</c:v>
                      </c:pt>
                      <c:pt idx="1135">
                        <c:v>1136</c:v>
                      </c:pt>
                      <c:pt idx="1136">
                        <c:v>1137</c:v>
                      </c:pt>
                      <c:pt idx="1137">
                        <c:v>1138</c:v>
                      </c:pt>
                      <c:pt idx="1138">
                        <c:v>1139</c:v>
                      </c:pt>
                      <c:pt idx="1139">
                        <c:v>1140</c:v>
                      </c:pt>
                      <c:pt idx="1140">
                        <c:v>1141</c:v>
                      </c:pt>
                      <c:pt idx="1141">
                        <c:v>1142</c:v>
                      </c:pt>
                      <c:pt idx="1142">
                        <c:v>1143</c:v>
                      </c:pt>
                      <c:pt idx="1143">
                        <c:v>1144</c:v>
                      </c:pt>
                      <c:pt idx="1144">
                        <c:v>1145</c:v>
                      </c:pt>
                      <c:pt idx="1145">
                        <c:v>1146</c:v>
                      </c:pt>
                      <c:pt idx="1146">
                        <c:v>1147</c:v>
                      </c:pt>
                      <c:pt idx="1147">
                        <c:v>1148</c:v>
                      </c:pt>
                      <c:pt idx="1148">
                        <c:v>1149</c:v>
                      </c:pt>
                      <c:pt idx="1149">
                        <c:v>1150</c:v>
                      </c:pt>
                      <c:pt idx="1150">
                        <c:v>1151</c:v>
                      </c:pt>
                      <c:pt idx="1151">
                        <c:v>1152</c:v>
                      </c:pt>
                      <c:pt idx="1152">
                        <c:v>1153</c:v>
                      </c:pt>
                      <c:pt idx="1153">
                        <c:v>1154</c:v>
                      </c:pt>
                      <c:pt idx="1154">
                        <c:v>1155</c:v>
                      </c:pt>
                      <c:pt idx="1155">
                        <c:v>1156</c:v>
                      </c:pt>
                      <c:pt idx="1156">
                        <c:v>1157</c:v>
                      </c:pt>
                      <c:pt idx="1157">
                        <c:v>1158</c:v>
                      </c:pt>
                      <c:pt idx="1158">
                        <c:v>1159</c:v>
                      </c:pt>
                      <c:pt idx="1159">
                        <c:v>1160</c:v>
                      </c:pt>
                      <c:pt idx="1160">
                        <c:v>1161</c:v>
                      </c:pt>
                      <c:pt idx="1161">
                        <c:v>1162</c:v>
                      </c:pt>
                      <c:pt idx="1162">
                        <c:v>1163</c:v>
                      </c:pt>
                      <c:pt idx="1163">
                        <c:v>1164</c:v>
                      </c:pt>
                      <c:pt idx="1164">
                        <c:v>1165</c:v>
                      </c:pt>
                      <c:pt idx="1165">
                        <c:v>1166</c:v>
                      </c:pt>
                      <c:pt idx="1166">
                        <c:v>1167</c:v>
                      </c:pt>
                      <c:pt idx="1167">
                        <c:v>1168</c:v>
                      </c:pt>
                      <c:pt idx="1168">
                        <c:v>1169</c:v>
                      </c:pt>
                      <c:pt idx="1169">
                        <c:v>1170</c:v>
                      </c:pt>
                      <c:pt idx="1170">
                        <c:v>1171</c:v>
                      </c:pt>
                      <c:pt idx="1171">
                        <c:v>1172</c:v>
                      </c:pt>
                      <c:pt idx="1172">
                        <c:v>1173</c:v>
                      </c:pt>
                      <c:pt idx="1173">
                        <c:v>1174</c:v>
                      </c:pt>
                      <c:pt idx="1174">
                        <c:v>1175</c:v>
                      </c:pt>
                      <c:pt idx="1175">
                        <c:v>1176</c:v>
                      </c:pt>
                      <c:pt idx="1176">
                        <c:v>1177</c:v>
                      </c:pt>
                      <c:pt idx="1177">
                        <c:v>1178</c:v>
                      </c:pt>
                      <c:pt idx="1178">
                        <c:v>1179</c:v>
                      </c:pt>
                      <c:pt idx="1179">
                        <c:v>1180</c:v>
                      </c:pt>
                      <c:pt idx="1180">
                        <c:v>1181</c:v>
                      </c:pt>
                      <c:pt idx="1181">
                        <c:v>1182</c:v>
                      </c:pt>
                      <c:pt idx="1182">
                        <c:v>1183</c:v>
                      </c:pt>
                      <c:pt idx="1183">
                        <c:v>1184</c:v>
                      </c:pt>
                      <c:pt idx="1184">
                        <c:v>1185</c:v>
                      </c:pt>
                      <c:pt idx="1185">
                        <c:v>1186</c:v>
                      </c:pt>
                      <c:pt idx="1186">
                        <c:v>1187</c:v>
                      </c:pt>
                      <c:pt idx="1187">
                        <c:v>1188</c:v>
                      </c:pt>
                      <c:pt idx="1188">
                        <c:v>1189</c:v>
                      </c:pt>
                      <c:pt idx="1189">
                        <c:v>1190</c:v>
                      </c:pt>
                      <c:pt idx="1190">
                        <c:v>1191</c:v>
                      </c:pt>
                      <c:pt idx="1191">
                        <c:v>1192</c:v>
                      </c:pt>
                      <c:pt idx="1192">
                        <c:v>1193</c:v>
                      </c:pt>
                      <c:pt idx="1193">
                        <c:v>1194</c:v>
                      </c:pt>
                      <c:pt idx="1194">
                        <c:v>1195</c:v>
                      </c:pt>
                      <c:pt idx="1195">
                        <c:v>1196</c:v>
                      </c:pt>
                      <c:pt idx="1196">
                        <c:v>1197</c:v>
                      </c:pt>
                      <c:pt idx="1197">
                        <c:v>1198</c:v>
                      </c:pt>
                      <c:pt idx="1198">
                        <c:v>1199</c:v>
                      </c:pt>
                      <c:pt idx="1199">
                        <c:v>1200</c:v>
                      </c:pt>
                      <c:pt idx="1200">
                        <c:v>1201</c:v>
                      </c:pt>
                      <c:pt idx="1201">
                        <c:v>1202</c:v>
                      </c:pt>
                      <c:pt idx="1202">
                        <c:v>1203</c:v>
                      </c:pt>
                      <c:pt idx="1203">
                        <c:v>1204</c:v>
                      </c:pt>
                      <c:pt idx="1204">
                        <c:v>1205</c:v>
                      </c:pt>
                      <c:pt idx="1205">
                        <c:v>1206</c:v>
                      </c:pt>
                      <c:pt idx="1206">
                        <c:v>1207</c:v>
                      </c:pt>
                      <c:pt idx="1207">
                        <c:v>1208</c:v>
                      </c:pt>
                      <c:pt idx="1208">
                        <c:v>1209</c:v>
                      </c:pt>
                      <c:pt idx="1209">
                        <c:v>1210</c:v>
                      </c:pt>
                      <c:pt idx="1210">
                        <c:v>1211</c:v>
                      </c:pt>
                      <c:pt idx="1211">
                        <c:v>1212</c:v>
                      </c:pt>
                      <c:pt idx="1212">
                        <c:v>1213</c:v>
                      </c:pt>
                      <c:pt idx="1213">
                        <c:v>1214</c:v>
                      </c:pt>
                      <c:pt idx="1214">
                        <c:v>1215</c:v>
                      </c:pt>
                      <c:pt idx="1215">
                        <c:v>1216</c:v>
                      </c:pt>
                      <c:pt idx="1216">
                        <c:v>1217</c:v>
                      </c:pt>
                      <c:pt idx="1217">
                        <c:v>1218</c:v>
                      </c:pt>
                      <c:pt idx="1218">
                        <c:v>1219</c:v>
                      </c:pt>
                      <c:pt idx="1219">
                        <c:v>1220</c:v>
                      </c:pt>
                      <c:pt idx="1220">
                        <c:v>1221</c:v>
                      </c:pt>
                      <c:pt idx="1221">
                        <c:v>1222</c:v>
                      </c:pt>
                      <c:pt idx="1222">
                        <c:v>1223</c:v>
                      </c:pt>
                      <c:pt idx="1223">
                        <c:v>1224</c:v>
                      </c:pt>
                      <c:pt idx="1224">
                        <c:v>1225</c:v>
                      </c:pt>
                      <c:pt idx="1225">
                        <c:v>1226</c:v>
                      </c:pt>
                      <c:pt idx="1226">
                        <c:v>1227</c:v>
                      </c:pt>
                      <c:pt idx="1227">
                        <c:v>1228</c:v>
                      </c:pt>
                      <c:pt idx="1228">
                        <c:v>1229</c:v>
                      </c:pt>
                      <c:pt idx="1229">
                        <c:v>1230</c:v>
                      </c:pt>
                      <c:pt idx="1230">
                        <c:v>1231</c:v>
                      </c:pt>
                      <c:pt idx="1231">
                        <c:v>1232</c:v>
                      </c:pt>
                      <c:pt idx="1232">
                        <c:v>1233</c:v>
                      </c:pt>
                      <c:pt idx="1233">
                        <c:v>1234</c:v>
                      </c:pt>
                      <c:pt idx="1234">
                        <c:v>1235</c:v>
                      </c:pt>
                      <c:pt idx="1235">
                        <c:v>1236</c:v>
                      </c:pt>
                      <c:pt idx="1236">
                        <c:v>1237</c:v>
                      </c:pt>
                      <c:pt idx="1237">
                        <c:v>1238</c:v>
                      </c:pt>
                      <c:pt idx="1238">
                        <c:v>1239</c:v>
                      </c:pt>
                      <c:pt idx="1239">
                        <c:v>1240</c:v>
                      </c:pt>
                      <c:pt idx="1240">
                        <c:v>1241</c:v>
                      </c:pt>
                      <c:pt idx="1241">
                        <c:v>1242</c:v>
                      </c:pt>
                      <c:pt idx="1242">
                        <c:v>1243</c:v>
                      </c:pt>
                      <c:pt idx="1243">
                        <c:v>1244</c:v>
                      </c:pt>
                      <c:pt idx="1244">
                        <c:v>1245</c:v>
                      </c:pt>
                      <c:pt idx="1245">
                        <c:v>1246</c:v>
                      </c:pt>
                      <c:pt idx="1246">
                        <c:v>1247</c:v>
                      </c:pt>
                      <c:pt idx="1247">
                        <c:v>1248</c:v>
                      </c:pt>
                      <c:pt idx="1248">
                        <c:v>1249</c:v>
                      </c:pt>
                      <c:pt idx="1249">
                        <c:v>1250</c:v>
                      </c:pt>
                      <c:pt idx="1250">
                        <c:v>1251</c:v>
                      </c:pt>
                      <c:pt idx="1251">
                        <c:v>1252</c:v>
                      </c:pt>
                      <c:pt idx="1252">
                        <c:v>1253</c:v>
                      </c:pt>
                      <c:pt idx="1253">
                        <c:v>1254</c:v>
                      </c:pt>
                      <c:pt idx="1254">
                        <c:v>1255</c:v>
                      </c:pt>
                      <c:pt idx="1255">
                        <c:v>1256</c:v>
                      </c:pt>
                      <c:pt idx="1256">
                        <c:v>1257</c:v>
                      </c:pt>
                      <c:pt idx="1257">
                        <c:v>1258</c:v>
                      </c:pt>
                      <c:pt idx="1258">
                        <c:v>1259</c:v>
                      </c:pt>
                      <c:pt idx="1259">
                        <c:v>1260</c:v>
                      </c:pt>
                      <c:pt idx="1260">
                        <c:v>1261</c:v>
                      </c:pt>
                      <c:pt idx="1261">
                        <c:v>1262</c:v>
                      </c:pt>
                      <c:pt idx="1262">
                        <c:v>1263</c:v>
                      </c:pt>
                      <c:pt idx="1263">
                        <c:v>1264</c:v>
                      </c:pt>
                      <c:pt idx="1264">
                        <c:v>1265</c:v>
                      </c:pt>
                      <c:pt idx="1265">
                        <c:v>1266</c:v>
                      </c:pt>
                      <c:pt idx="1266">
                        <c:v>1267</c:v>
                      </c:pt>
                      <c:pt idx="1267">
                        <c:v>1268</c:v>
                      </c:pt>
                      <c:pt idx="1268">
                        <c:v>1269</c:v>
                      </c:pt>
                      <c:pt idx="1269">
                        <c:v>1270</c:v>
                      </c:pt>
                      <c:pt idx="1270">
                        <c:v>1271</c:v>
                      </c:pt>
                      <c:pt idx="1271">
                        <c:v>1272</c:v>
                      </c:pt>
                      <c:pt idx="1272">
                        <c:v>1273</c:v>
                      </c:pt>
                      <c:pt idx="1273">
                        <c:v>1274</c:v>
                      </c:pt>
                      <c:pt idx="1274">
                        <c:v>1275</c:v>
                      </c:pt>
                      <c:pt idx="1275">
                        <c:v>1276</c:v>
                      </c:pt>
                      <c:pt idx="1276">
                        <c:v>1277</c:v>
                      </c:pt>
                      <c:pt idx="1277">
                        <c:v>1278</c:v>
                      </c:pt>
                      <c:pt idx="1278">
                        <c:v>1279</c:v>
                      </c:pt>
                      <c:pt idx="1279">
                        <c:v>1280</c:v>
                      </c:pt>
                      <c:pt idx="1280">
                        <c:v>1281</c:v>
                      </c:pt>
                      <c:pt idx="1281">
                        <c:v>1282</c:v>
                      </c:pt>
                      <c:pt idx="1282">
                        <c:v>1283</c:v>
                      </c:pt>
                      <c:pt idx="1283">
                        <c:v>1284</c:v>
                      </c:pt>
                      <c:pt idx="1284">
                        <c:v>1285</c:v>
                      </c:pt>
                      <c:pt idx="1285">
                        <c:v>1286</c:v>
                      </c:pt>
                      <c:pt idx="1286">
                        <c:v>1287</c:v>
                      </c:pt>
                      <c:pt idx="1287">
                        <c:v>1288</c:v>
                      </c:pt>
                      <c:pt idx="1288">
                        <c:v>1289</c:v>
                      </c:pt>
                      <c:pt idx="1289">
                        <c:v>1290</c:v>
                      </c:pt>
                      <c:pt idx="1290">
                        <c:v>1291</c:v>
                      </c:pt>
                      <c:pt idx="1291">
                        <c:v>1292</c:v>
                      </c:pt>
                      <c:pt idx="1292">
                        <c:v>1293</c:v>
                      </c:pt>
                      <c:pt idx="1293">
                        <c:v>1294</c:v>
                      </c:pt>
                      <c:pt idx="1294">
                        <c:v>1295</c:v>
                      </c:pt>
                      <c:pt idx="1295">
                        <c:v>1296</c:v>
                      </c:pt>
                      <c:pt idx="1296">
                        <c:v>1297</c:v>
                      </c:pt>
                      <c:pt idx="1297">
                        <c:v>1298</c:v>
                      </c:pt>
                      <c:pt idx="1298">
                        <c:v>1299</c:v>
                      </c:pt>
                      <c:pt idx="1299">
                        <c:v>1300</c:v>
                      </c:pt>
                      <c:pt idx="1300">
                        <c:v>1301</c:v>
                      </c:pt>
                      <c:pt idx="1301">
                        <c:v>1302</c:v>
                      </c:pt>
                      <c:pt idx="1302">
                        <c:v>1303</c:v>
                      </c:pt>
                      <c:pt idx="1303">
                        <c:v>1304</c:v>
                      </c:pt>
                      <c:pt idx="1304">
                        <c:v>1305</c:v>
                      </c:pt>
                      <c:pt idx="1305">
                        <c:v>1306</c:v>
                      </c:pt>
                      <c:pt idx="1306">
                        <c:v>1307</c:v>
                      </c:pt>
                      <c:pt idx="1307">
                        <c:v>1308</c:v>
                      </c:pt>
                      <c:pt idx="1308">
                        <c:v>1309</c:v>
                      </c:pt>
                      <c:pt idx="1309">
                        <c:v>1310</c:v>
                      </c:pt>
                      <c:pt idx="1310">
                        <c:v>1311</c:v>
                      </c:pt>
                      <c:pt idx="1311">
                        <c:v>1312</c:v>
                      </c:pt>
                      <c:pt idx="1312">
                        <c:v>1313</c:v>
                      </c:pt>
                      <c:pt idx="1313">
                        <c:v>1314</c:v>
                      </c:pt>
                      <c:pt idx="1314">
                        <c:v>1315</c:v>
                      </c:pt>
                      <c:pt idx="1315">
                        <c:v>1316</c:v>
                      </c:pt>
                      <c:pt idx="1316">
                        <c:v>1317</c:v>
                      </c:pt>
                      <c:pt idx="1317">
                        <c:v>1318</c:v>
                      </c:pt>
                      <c:pt idx="1318">
                        <c:v>1319</c:v>
                      </c:pt>
                      <c:pt idx="1319">
                        <c:v>1320</c:v>
                      </c:pt>
                      <c:pt idx="1320">
                        <c:v>1321</c:v>
                      </c:pt>
                      <c:pt idx="1321">
                        <c:v>1322</c:v>
                      </c:pt>
                      <c:pt idx="1322">
                        <c:v>1323</c:v>
                      </c:pt>
                      <c:pt idx="1323">
                        <c:v>1324</c:v>
                      </c:pt>
                      <c:pt idx="1324">
                        <c:v>1325</c:v>
                      </c:pt>
                      <c:pt idx="1325">
                        <c:v>1326</c:v>
                      </c:pt>
                      <c:pt idx="1326">
                        <c:v>1327</c:v>
                      </c:pt>
                      <c:pt idx="1327">
                        <c:v>1328</c:v>
                      </c:pt>
                      <c:pt idx="1328">
                        <c:v>1329</c:v>
                      </c:pt>
                      <c:pt idx="1329">
                        <c:v>1330</c:v>
                      </c:pt>
                      <c:pt idx="1330">
                        <c:v>1331</c:v>
                      </c:pt>
                      <c:pt idx="1331">
                        <c:v>1332</c:v>
                      </c:pt>
                      <c:pt idx="1332">
                        <c:v>1333</c:v>
                      </c:pt>
                      <c:pt idx="1333">
                        <c:v>1334</c:v>
                      </c:pt>
                      <c:pt idx="1334">
                        <c:v>1335</c:v>
                      </c:pt>
                      <c:pt idx="1335">
                        <c:v>1336</c:v>
                      </c:pt>
                      <c:pt idx="1336">
                        <c:v>1337</c:v>
                      </c:pt>
                      <c:pt idx="1337">
                        <c:v>1338</c:v>
                      </c:pt>
                      <c:pt idx="1338">
                        <c:v>1339</c:v>
                      </c:pt>
                      <c:pt idx="1339">
                        <c:v>1340</c:v>
                      </c:pt>
                      <c:pt idx="1340">
                        <c:v>1341</c:v>
                      </c:pt>
                      <c:pt idx="1341">
                        <c:v>1342</c:v>
                      </c:pt>
                      <c:pt idx="1342">
                        <c:v>1343</c:v>
                      </c:pt>
                      <c:pt idx="1343">
                        <c:v>1344</c:v>
                      </c:pt>
                      <c:pt idx="1344">
                        <c:v>1345</c:v>
                      </c:pt>
                      <c:pt idx="1345">
                        <c:v>1346</c:v>
                      </c:pt>
                      <c:pt idx="1346">
                        <c:v>1347</c:v>
                      </c:pt>
                      <c:pt idx="1347">
                        <c:v>1348</c:v>
                      </c:pt>
                      <c:pt idx="1348">
                        <c:v>1349</c:v>
                      </c:pt>
                      <c:pt idx="1349">
                        <c:v>1350</c:v>
                      </c:pt>
                      <c:pt idx="1350">
                        <c:v>1351</c:v>
                      </c:pt>
                      <c:pt idx="1351">
                        <c:v>1352</c:v>
                      </c:pt>
                      <c:pt idx="1352">
                        <c:v>1353</c:v>
                      </c:pt>
                      <c:pt idx="1353">
                        <c:v>1354</c:v>
                      </c:pt>
                      <c:pt idx="1354">
                        <c:v>1355</c:v>
                      </c:pt>
                      <c:pt idx="1355">
                        <c:v>1356</c:v>
                      </c:pt>
                      <c:pt idx="1356">
                        <c:v>1357</c:v>
                      </c:pt>
                      <c:pt idx="1357">
                        <c:v>1358</c:v>
                      </c:pt>
                      <c:pt idx="1358">
                        <c:v>1359</c:v>
                      </c:pt>
                      <c:pt idx="1359">
                        <c:v>1360</c:v>
                      </c:pt>
                      <c:pt idx="1360">
                        <c:v>1361</c:v>
                      </c:pt>
                      <c:pt idx="1361">
                        <c:v>1362</c:v>
                      </c:pt>
                      <c:pt idx="1362">
                        <c:v>1363</c:v>
                      </c:pt>
                      <c:pt idx="1363">
                        <c:v>1364</c:v>
                      </c:pt>
                      <c:pt idx="1364">
                        <c:v>1365</c:v>
                      </c:pt>
                      <c:pt idx="1365">
                        <c:v>1366</c:v>
                      </c:pt>
                      <c:pt idx="1366">
                        <c:v>1367</c:v>
                      </c:pt>
                      <c:pt idx="1367">
                        <c:v>1368</c:v>
                      </c:pt>
                      <c:pt idx="1368">
                        <c:v>1369</c:v>
                      </c:pt>
                      <c:pt idx="1369">
                        <c:v>1370</c:v>
                      </c:pt>
                      <c:pt idx="1370">
                        <c:v>1371</c:v>
                      </c:pt>
                      <c:pt idx="1371">
                        <c:v>1372</c:v>
                      </c:pt>
                      <c:pt idx="1372">
                        <c:v>1373</c:v>
                      </c:pt>
                      <c:pt idx="1373">
                        <c:v>1374</c:v>
                      </c:pt>
                      <c:pt idx="1374">
                        <c:v>1375</c:v>
                      </c:pt>
                      <c:pt idx="1375">
                        <c:v>1376</c:v>
                      </c:pt>
                      <c:pt idx="1376">
                        <c:v>1377</c:v>
                      </c:pt>
                      <c:pt idx="1377">
                        <c:v>1378</c:v>
                      </c:pt>
                      <c:pt idx="1378">
                        <c:v>1379</c:v>
                      </c:pt>
                      <c:pt idx="1379">
                        <c:v>1380</c:v>
                      </c:pt>
                      <c:pt idx="1380">
                        <c:v>1381</c:v>
                      </c:pt>
                      <c:pt idx="1381">
                        <c:v>1382</c:v>
                      </c:pt>
                      <c:pt idx="1382">
                        <c:v>1383</c:v>
                      </c:pt>
                      <c:pt idx="1383">
                        <c:v>1384</c:v>
                      </c:pt>
                      <c:pt idx="1384">
                        <c:v>1385</c:v>
                      </c:pt>
                      <c:pt idx="1385">
                        <c:v>1386</c:v>
                      </c:pt>
                      <c:pt idx="1386">
                        <c:v>1387</c:v>
                      </c:pt>
                      <c:pt idx="1387">
                        <c:v>1388</c:v>
                      </c:pt>
                      <c:pt idx="1388">
                        <c:v>1389</c:v>
                      </c:pt>
                      <c:pt idx="1389">
                        <c:v>1390</c:v>
                      </c:pt>
                      <c:pt idx="1390">
                        <c:v>1391</c:v>
                      </c:pt>
                      <c:pt idx="1391">
                        <c:v>1392</c:v>
                      </c:pt>
                      <c:pt idx="1392">
                        <c:v>1393</c:v>
                      </c:pt>
                      <c:pt idx="1393">
                        <c:v>1394</c:v>
                      </c:pt>
                      <c:pt idx="1394">
                        <c:v>1395</c:v>
                      </c:pt>
                      <c:pt idx="1395">
                        <c:v>1396</c:v>
                      </c:pt>
                      <c:pt idx="1396">
                        <c:v>1397</c:v>
                      </c:pt>
                      <c:pt idx="1397">
                        <c:v>1398</c:v>
                      </c:pt>
                      <c:pt idx="1398">
                        <c:v>1399</c:v>
                      </c:pt>
                      <c:pt idx="1399">
                        <c:v>1400</c:v>
                      </c:pt>
                      <c:pt idx="1400">
                        <c:v>1401</c:v>
                      </c:pt>
                      <c:pt idx="1401">
                        <c:v>1402</c:v>
                      </c:pt>
                      <c:pt idx="1402">
                        <c:v>1403</c:v>
                      </c:pt>
                      <c:pt idx="1403">
                        <c:v>1404</c:v>
                      </c:pt>
                      <c:pt idx="1404">
                        <c:v>1405</c:v>
                      </c:pt>
                      <c:pt idx="1405">
                        <c:v>1406</c:v>
                      </c:pt>
                      <c:pt idx="1406">
                        <c:v>1407</c:v>
                      </c:pt>
                      <c:pt idx="1407">
                        <c:v>1408</c:v>
                      </c:pt>
                      <c:pt idx="1408">
                        <c:v>1409</c:v>
                      </c:pt>
                      <c:pt idx="1409">
                        <c:v>1410</c:v>
                      </c:pt>
                      <c:pt idx="1410">
                        <c:v>1411</c:v>
                      </c:pt>
                      <c:pt idx="1411">
                        <c:v>1412</c:v>
                      </c:pt>
                      <c:pt idx="1412">
                        <c:v>1413</c:v>
                      </c:pt>
                      <c:pt idx="1413">
                        <c:v>1414</c:v>
                      </c:pt>
                      <c:pt idx="1414">
                        <c:v>1415</c:v>
                      </c:pt>
                      <c:pt idx="1415">
                        <c:v>1416</c:v>
                      </c:pt>
                      <c:pt idx="1416">
                        <c:v>1417</c:v>
                      </c:pt>
                      <c:pt idx="1417">
                        <c:v>1418</c:v>
                      </c:pt>
                      <c:pt idx="1418">
                        <c:v>1419</c:v>
                      </c:pt>
                      <c:pt idx="1419">
                        <c:v>1420</c:v>
                      </c:pt>
                      <c:pt idx="1420">
                        <c:v>1421</c:v>
                      </c:pt>
                      <c:pt idx="1421">
                        <c:v>1422</c:v>
                      </c:pt>
                      <c:pt idx="1422">
                        <c:v>1423</c:v>
                      </c:pt>
                      <c:pt idx="1423">
                        <c:v>1424</c:v>
                      </c:pt>
                      <c:pt idx="1424">
                        <c:v>1425</c:v>
                      </c:pt>
                      <c:pt idx="1425">
                        <c:v>1426</c:v>
                      </c:pt>
                      <c:pt idx="1426">
                        <c:v>1427</c:v>
                      </c:pt>
                      <c:pt idx="1427">
                        <c:v>1428</c:v>
                      </c:pt>
                      <c:pt idx="1428">
                        <c:v>1429</c:v>
                      </c:pt>
                      <c:pt idx="1429">
                        <c:v>1430</c:v>
                      </c:pt>
                      <c:pt idx="1430">
                        <c:v>1431</c:v>
                      </c:pt>
                      <c:pt idx="1431">
                        <c:v>1432</c:v>
                      </c:pt>
                      <c:pt idx="1432">
                        <c:v>1433</c:v>
                      </c:pt>
                      <c:pt idx="1433">
                        <c:v>1434</c:v>
                      </c:pt>
                      <c:pt idx="1434">
                        <c:v>1435</c:v>
                      </c:pt>
                      <c:pt idx="1435">
                        <c:v>1436</c:v>
                      </c:pt>
                      <c:pt idx="1436">
                        <c:v>1437</c:v>
                      </c:pt>
                      <c:pt idx="1437">
                        <c:v>1438</c:v>
                      </c:pt>
                      <c:pt idx="1438">
                        <c:v>1439</c:v>
                      </c:pt>
                      <c:pt idx="1439">
                        <c:v>1440</c:v>
                      </c:pt>
                      <c:pt idx="1440">
                        <c:v>1441</c:v>
                      </c:pt>
                      <c:pt idx="1441">
                        <c:v>1442</c:v>
                      </c:pt>
                      <c:pt idx="1442">
                        <c:v>1443</c:v>
                      </c:pt>
                      <c:pt idx="1443">
                        <c:v>1444</c:v>
                      </c:pt>
                      <c:pt idx="1444">
                        <c:v>1445</c:v>
                      </c:pt>
                      <c:pt idx="1445">
                        <c:v>1446</c:v>
                      </c:pt>
                      <c:pt idx="1446">
                        <c:v>1447</c:v>
                      </c:pt>
                      <c:pt idx="1447">
                        <c:v>1448</c:v>
                      </c:pt>
                      <c:pt idx="1448">
                        <c:v>1449</c:v>
                      </c:pt>
                      <c:pt idx="1449">
                        <c:v>1450</c:v>
                      </c:pt>
                      <c:pt idx="1450">
                        <c:v>1451</c:v>
                      </c:pt>
                      <c:pt idx="1451">
                        <c:v>1452</c:v>
                      </c:pt>
                      <c:pt idx="1452">
                        <c:v>1453</c:v>
                      </c:pt>
                      <c:pt idx="1453">
                        <c:v>1454</c:v>
                      </c:pt>
                      <c:pt idx="1454">
                        <c:v>1455</c:v>
                      </c:pt>
                      <c:pt idx="1455">
                        <c:v>1456</c:v>
                      </c:pt>
                      <c:pt idx="1456">
                        <c:v>1457</c:v>
                      </c:pt>
                      <c:pt idx="1457">
                        <c:v>1458</c:v>
                      </c:pt>
                      <c:pt idx="1458">
                        <c:v>1459</c:v>
                      </c:pt>
                      <c:pt idx="1459">
                        <c:v>1460</c:v>
                      </c:pt>
                      <c:pt idx="1460">
                        <c:v>1461</c:v>
                      </c:pt>
                      <c:pt idx="1461">
                        <c:v>1462</c:v>
                      </c:pt>
                      <c:pt idx="1462">
                        <c:v>1463</c:v>
                      </c:pt>
                      <c:pt idx="1463">
                        <c:v>1464</c:v>
                      </c:pt>
                      <c:pt idx="1464">
                        <c:v>1465</c:v>
                      </c:pt>
                      <c:pt idx="1465">
                        <c:v>1466</c:v>
                      </c:pt>
                      <c:pt idx="1466">
                        <c:v>1467</c:v>
                      </c:pt>
                      <c:pt idx="1467">
                        <c:v>1468</c:v>
                      </c:pt>
                      <c:pt idx="1468">
                        <c:v>1469</c:v>
                      </c:pt>
                      <c:pt idx="1469">
                        <c:v>1470</c:v>
                      </c:pt>
                      <c:pt idx="1470">
                        <c:v>1471</c:v>
                      </c:pt>
                      <c:pt idx="1471">
                        <c:v>1472</c:v>
                      </c:pt>
                      <c:pt idx="1472">
                        <c:v>1473</c:v>
                      </c:pt>
                      <c:pt idx="1473">
                        <c:v>1474</c:v>
                      </c:pt>
                      <c:pt idx="1474">
                        <c:v>1475</c:v>
                      </c:pt>
                      <c:pt idx="1475">
                        <c:v>1476</c:v>
                      </c:pt>
                      <c:pt idx="1476">
                        <c:v>1477</c:v>
                      </c:pt>
                      <c:pt idx="1477">
                        <c:v>1478</c:v>
                      </c:pt>
                      <c:pt idx="1478">
                        <c:v>1479</c:v>
                      </c:pt>
                      <c:pt idx="1479">
                        <c:v>1480</c:v>
                      </c:pt>
                      <c:pt idx="1480">
                        <c:v>1481</c:v>
                      </c:pt>
                      <c:pt idx="1481">
                        <c:v>1482</c:v>
                      </c:pt>
                      <c:pt idx="1482">
                        <c:v>1483</c:v>
                      </c:pt>
                      <c:pt idx="1483">
                        <c:v>1484</c:v>
                      </c:pt>
                      <c:pt idx="1484">
                        <c:v>1485</c:v>
                      </c:pt>
                      <c:pt idx="1485">
                        <c:v>1486</c:v>
                      </c:pt>
                      <c:pt idx="1486">
                        <c:v>1487</c:v>
                      </c:pt>
                      <c:pt idx="1487">
                        <c:v>1488</c:v>
                      </c:pt>
                      <c:pt idx="1488">
                        <c:v>1489</c:v>
                      </c:pt>
                      <c:pt idx="1489">
                        <c:v>1490</c:v>
                      </c:pt>
                      <c:pt idx="1490">
                        <c:v>1491</c:v>
                      </c:pt>
                      <c:pt idx="1491">
                        <c:v>1492</c:v>
                      </c:pt>
                      <c:pt idx="1492">
                        <c:v>1493</c:v>
                      </c:pt>
                      <c:pt idx="1493">
                        <c:v>1494</c:v>
                      </c:pt>
                      <c:pt idx="1494">
                        <c:v>1495</c:v>
                      </c:pt>
                      <c:pt idx="1495">
                        <c:v>1496</c:v>
                      </c:pt>
                      <c:pt idx="1496">
                        <c:v>1497</c:v>
                      </c:pt>
                      <c:pt idx="1497">
                        <c:v>1498</c:v>
                      </c:pt>
                      <c:pt idx="1498">
                        <c:v>1499</c:v>
                      </c:pt>
                      <c:pt idx="1499">
                        <c:v>1500</c:v>
                      </c:pt>
                      <c:pt idx="1500">
                        <c:v>1501</c:v>
                      </c:pt>
                      <c:pt idx="1501">
                        <c:v>1502</c:v>
                      </c:pt>
                      <c:pt idx="1502">
                        <c:v>1503</c:v>
                      </c:pt>
                      <c:pt idx="1503">
                        <c:v>1504</c:v>
                      </c:pt>
                      <c:pt idx="1504">
                        <c:v>1505</c:v>
                      </c:pt>
                      <c:pt idx="1505">
                        <c:v>1506</c:v>
                      </c:pt>
                      <c:pt idx="1506">
                        <c:v>1507</c:v>
                      </c:pt>
                      <c:pt idx="1507">
                        <c:v>1508</c:v>
                      </c:pt>
                      <c:pt idx="1508">
                        <c:v>1509</c:v>
                      </c:pt>
                      <c:pt idx="1509">
                        <c:v>1510</c:v>
                      </c:pt>
                      <c:pt idx="1510">
                        <c:v>1511</c:v>
                      </c:pt>
                      <c:pt idx="1511">
                        <c:v>1512</c:v>
                      </c:pt>
                      <c:pt idx="1512">
                        <c:v>1513</c:v>
                      </c:pt>
                      <c:pt idx="1513">
                        <c:v>1514</c:v>
                      </c:pt>
                      <c:pt idx="1514">
                        <c:v>1515</c:v>
                      </c:pt>
                      <c:pt idx="1515">
                        <c:v>1516</c:v>
                      </c:pt>
                      <c:pt idx="1516">
                        <c:v>1517</c:v>
                      </c:pt>
                      <c:pt idx="1517">
                        <c:v>1518</c:v>
                      </c:pt>
                      <c:pt idx="1518">
                        <c:v>1519</c:v>
                      </c:pt>
                      <c:pt idx="1519">
                        <c:v>1520</c:v>
                      </c:pt>
                      <c:pt idx="1520">
                        <c:v>1521</c:v>
                      </c:pt>
                      <c:pt idx="1521">
                        <c:v>1522</c:v>
                      </c:pt>
                      <c:pt idx="1522">
                        <c:v>1523</c:v>
                      </c:pt>
                      <c:pt idx="1523">
                        <c:v>1524</c:v>
                      </c:pt>
                      <c:pt idx="1524">
                        <c:v>1525</c:v>
                      </c:pt>
                      <c:pt idx="1525">
                        <c:v>1526</c:v>
                      </c:pt>
                      <c:pt idx="1526">
                        <c:v>1527</c:v>
                      </c:pt>
                      <c:pt idx="1527">
                        <c:v>1528</c:v>
                      </c:pt>
                      <c:pt idx="1528">
                        <c:v>1529</c:v>
                      </c:pt>
                      <c:pt idx="1529">
                        <c:v>1530</c:v>
                      </c:pt>
                      <c:pt idx="1530">
                        <c:v>1531</c:v>
                      </c:pt>
                      <c:pt idx="1531">
                        <c:v>1532</c:v>
                      </c:pt>
                      <c:pt idx="1532">
                        <c:v>1533</c:v>
                      </c:pt>
                      <c:pt idx="1533">
                        <c:v>1534</c:v>
                      </c:pt>
                      <c:pt idx="1534">
                        <c:v>1535</c:v>
                      </c:pt>
                      <c:pt idx="1535">
                        <c:v>1536</c:v>
                      </c:pt>
                      <c:pt idx="1536">
                        <c:v>1537</c:v>
                      </c:pt>
                      <c:pt idx="1537">
                        <c:v>1538</c:v>
                      </c:pt>
                      <c:pt idx="1538">
                        <c:v>1539</c:v>
                      </c:pt>
                      <c:pt idx="1539">
                        <c:v>1540</c:v>
                      </c:pt>
                      <c:pt idx="1540">
                        <c:v>1541</c:v>
                      </c:pt>
                      <c:pt idx="1541">
                        <c:v>1542</c:v>
                      </c:pt>
                      <c:pt idx="1542">
                        <c:v>1543</c:v>
                      </c:pt>
                      <c:pt idx="1543">
                        <c:v>1544</c:v>
                      </c:pt>
                      <c:pt idx="1544">
                        <c:v>1545</c:v>
                      </c:pt>
                      <c:pt idx="1545">
                        <c:v>1546</c:v>
                      </c:pt>
                      <c:pt idx="1546">
                        <c:v>1547</c:v>
                      </c:pt>
                      <c:pt idx="1547">
                        <c:v>1548</c:v>
                      </c:pt>
                      <c:pt idx="1548">
                        <c:v>1549</c:v>
                      </c:pt>
                      <c:pt idx="1549">
                        <c:v>1550</c:v>
                      </c:pt>
                      <c:pt idx="1550">
                        <c:v>1551</c:v>
                      </c:pt>
                      <c:pt idx="1551">
                        <c:v>1552</c:v>
                      </c:pt>
                      <c:pt idx="1552">
                        <c:v>1553</c:v>
                      </c:pt>
                      <c:pt idx="1553">
                        <c:v>1554</c:v>
                      </c:pt>
                      <c:pt idx="1554">
                        <c:v>1555</c:v>
                      </c:pt>
                      <c:pt idx="1555">
                        <c:v>1556</c:v>
                      </c:pt>
                      <c:pt idx="1556">
                        <c:v>1557</c:v>
                      </c:pt>
                      <c:pt idx="1557">
                        <c:v>1558</c:v>
                      </c:pt>
                      <c:pt idx="1558">
                        <c:v>1559</c:v>
                      </c:pt>
                      <c:pt idx="1559">
                        <c:v>1560</c:v>
                      </c:pt>
                      <c:pt idx="1560">
                        <c:v>1561</c:v>
                      </c:pt>
                      <c:pt idx="1561">
                        <c:v>1562</c:v>
                      </c:pt>
                      <c:pt idx="1562">
                        <c:v>1563</c:v>
                      </c:pt>
                      <c:pt idx="1563">
                        <c:v>1564</c:v>
                      </c:pt>
                      <c:pt idx="1564">
                        <c:v>1565</c:v>
                      </c:pt>
                      <c:pt idx="1565">
                        <c:v>1566</c:v>
                      </c:pt>
                      <c:pt idx="1566">
                        <c:v>1567</c:v>
                      </c:pt>
                      <c:pt idx="1567">
                        <c:v>1568</c:v>
                      </c:pt>
                      <c:pt idx="1568">
                        <c:v>1569</c:v>
                      </c:pt>
                      <c:pt idx="1569">
                        <c:v>1570</c:v>
                      </c:pt>
                      <c:pt idx="1570">
                        <c:v>1571</c:v>
                      </c:pt>
                      <c:pt idx="1571">
                        <c:v>1572</c:v>
                      </c:pt>
                      <c:pt idx="1572">
                        <c:v>1573</c:v>
                      </c:pt>
                      <c:pt idx="1573">
                        <c:v>1574</c:v>
                      </c:pt>
                      <c:pt idx="1574">
                        <c:v>1575</c:v>
                      </c:pt>
                      <c:pt idx="1575">
                        <c:v>1576</c:v>
                      </c:pt>
                      <c:pt idx="1576">
                        <c:v>1577</c:v>
                      </c:pt>
                      <c:pt idx="1577">
                        <c:v>1578</c:v>
                      </c:pt>
                      <c:pt idx="1578">
                        <c:v>1579</c:v>
                      </c:pt>
                      <c:pt idx="1579">
                        <c:v>1580</c:v>
                      </c:pt>
                      <c:pt idx="1580">
                        <c:v>1581</c:v>
                      </c:pt>
                      <c:pt idx="1581">
                        <c:v>1582</c:v>
                      </c:pt>
                      <c:pt idx="1582">
                        <c:v>1583</c:v>
                      </c:pt>
                      <c:pt idx="1583">
                        <c:v>1584</c:v>
                      </c:pt>
                      <c:pt idx="1584">
                        <c:v>1585</c:v>
                      </c:pt>
                      <c:pt idx="1585">
                        <c:v>1586</c:v>
                      </c:pt>
                      <c:pt idx="1586">
                        <c:v>1587</c:v>
                      </c:pt>
                      <c:pt idx="1587">
                        <c:v>1588</c:v>
                      </c:pt>
                      <c:pt idx="1588">
                        <c:v>1589</c:v>
                      </c:pt>
                      <c:pt idx="1589">
                        <c:v>1590</c:v>
                      </c:pt>
                      <c:pt idx="1590">
                        <c:v>1591</c:v>
                      </c:pt>
                      <c:pt idx="1591">
                        <c:v>1592</c:v>
                      </c:pt>
                      <c:pt idx="1592">
                        <c:v>1593</c:v>
                      </c:pt>
                      <c:pt idx="1593">
                        <c:v>1594</c:v>
                      </c:pt>
                      <c:pt idx="1594">
                        <c:v>1595</c:v>
                      </c:pt>
                      <c:pt idx="1595">
                        <c:v>1596</c:v>
                      </c:pt>
                      <c:pt idx="1596">
                        <c:v>1597</c:v>
                      </c:pt>
                      <c:pt idx="1597">
                        <c:v>1598</c:v>
                      </c:pt>
                      <c:pt idx="1598">
                        <c:v>1599</c:v>
                      </c:pt>
                      <c:pt idx="1599">
                        <c:v>1600</c:v>
                      </c:pt>
                      <c:pt idx="1600">
                        <c:v>1601</c:v>
                      </c:pt>
                      <c:pt idx="1601">
                        <c:v>1602</c:v>
                      </c:pt>
                      <c:pt idx="1602">
                        <c:v>1603</c:v>
                      </c:pt>
                      <c:pt idx="1603">
                        <c:v>1604</c:v>
                      </c:pt>
                      <c:pt idx="1604">
                        <c:v>1605</c:v>
                      </c:pt>
                      <c:pt idx="1605">
                        <c:v>1606</c:v>
                      </c:pt>
                      <c:pt idx="1606">
                        <c:v>1607</c:v>
                      </c:pt>
                      <c:pt idx="1607">
                        <c:v>1608</c:v>
                      </c:pt>
                      <c:pt idx="1608">
                        <c:v>1609</c:v>
                      </c:pt>
                      <c:pt idx="1609">
                        <c:v>1610</c:v>
                      </c:pt>
                      <c:pt idx="1610">
                        <c:v>1611</c:v>
                      </c:pt>
                      <c:pt idx="1611">
                        <c:v>1612</c:v>
                      </c:pt>
                      <c:pt idx="1612">
                        <c:v>1613</c:v>
                      </c:pt>
                      <c:pt idx="1613">
                        <c:v>1614</c:v>
                      </c:pt>
                      <c:pt idx="1614">
                        <c:v>1615</c:v>
                      </c:pt>
                      <c:pt idx="1615">
                        <c:v>1616</c:v>
                      </c:pt>
                      <c:pt idx="1616">
                        <c:v>1617</c:v>
                      </c:pt>
                      <c:pt idx="1617">
                        <c:v>1618</c:v>
                      </c:pt>
                      <c:pt idx="1618">
                        <c:v>1619</c:v>
                      </c:pt>
                      <c:pt idx="1619">
                        <c:v>1620</c:v>
                      </c:pt>
                      <c:pt idx="1620">
                        <c:v>1621</c:v>
                      </c:pt>
                      <c:pt idx="1621">
                        <c:v>1622</c:v>
                      </c:pt>
                      <c:pt idx="1622">
                        <c:v>1623</c:v>
                      </c:pt>
                      <c:pt idx="1623">
                        <c:v>1624</c:v>
                      </c:pt>
                      <c:pt idx="1624">
                        <c:v>1625</c:v>
                      </c:pt>
                      <c:pt idx="1625">
                        <c:v>1626</c:v>
                      </c:pt>
                      <c:pt idx="1626">
                        <c:v>1627</c:v>
                      </c:pt>
                      <c:pt idx="1627">
                        <c:v>1628</c:v>
                      </c:pt>
                      <c:pt idx="1628">
                        <c:v>1629</c:v>
                      </c:pt>
                      <c:pt idx="1629">
                        <c:v>1630</c:v>
                      </c:pt>
                      <c:pt idx="1630">
                        <c:v>1631</c:v>
                      </c:pt>
                      <c:pt idx="1631">
                        <c:v>1632</c:v>
                      </c:pt>
                      <c:pt idx="1632">
                        <c:v>1633</c:v>
                      </c:pt>
                      <c:pt idx="1633">
                        <c:v>1634</c:v>
                      </c:pt>
                      <c:pt idx="1634">
                        <c:v>1635</c:v>
                      </c:pt>
                      <c:pt idx="1635">
                        <c:v>1636</c:v>
                      </c:pt>
                      <c:pt idx="1636">
                        <c:v>1637</c:v>
                      </c:pt>
                      <c:pt idx="1637">
                        <c:v>1638</c:v>
                      </c:pt>
                      <c:pt idx="1638">
                        <c:v>1639</c:v>
                      </c:pt>
                      <c:pt idx="1639">
                        <c:v>1640</c:v>
                      </c:pt>
                      <c:pt idx="1640">
                        <c:v>1641</c:v>
                      </c:pt>
                      <c:pt idx="1641">
                        <c:v>1642</c:v>
                      </c:pt>
                      <c:pt idx="1642">
                        <c:v>1643</c:v>
                      </c:pt>
                      <c:pt idx="1643">
                        <c:v>1644</c:v>
                      </c:pt>
                      <c:pt idx="1644">
                        <c:v>1645</c:v>
                      </c:pt>
                      <c:pt idx="1645">
                        <c:v>1646</c:v>
                      </c:pt>
                      <c:pt idx="1646">
                        <c:v>1647</c:v>
                      </c:pt>
                      <c:pt idx="1647">
                        <c:v>1648</c:v>
                      </c:pt>
                      <c:pt idx="1648">
                        <c:v>1649</c:v>
                      </c:pt>
                      <c:pt idx="1649">
                        <c:v>1650</c:v>
                      </c:pt>
                      <c:pt idx="1650">
                        <c:v>1651</c:v>
                      </c:pt>
                      <c:pt idx="1651">
                        <c:v>1652</c:v>
                      </c:pt>
                      <c:pt idx="1652">
                        <c:v>1653</c:v>
                      </c:pt>
                      <c:pt idx="1653">
                        <c:v>1654</c:v>
                      </c:pt>
                      <c:pt idx="1654">
                        <c:v>1655</c:v>
                      </c:pt>
                      <c:pt idx="1655">
                        <c:v>1656</c:v>
                      </c:pt>
                      <c:pt idx="1656">
                        <c:v>1657</c:v>
                      </c:pt>
                      <c:pt idx="1657">
                        <c:v>1658</c:v>
                      </c:pt>
                      <c:pt idx="1658">
                        <c:v>1659</c:v>
                      </c:pt>
                      <c:pt idx="1659">
                        <c:v>1660</c:v>
                      </c:pt>
                      <c:pt idx="1660">
                        <c:v>1661</c:v>
                      </c:pt>
                      <c:pt idx="1661">
                        <c:v>1662</c:v>
                      </c:pt>
                      <c:pt idx="1662">
                        <c:v>1663</c:v>
                      </c:pt>
                      <c:pt idx="1663">
                        <c:v>1664</c:v>
                      </c:pt>
                      <c:pt idx="1664">
                        <c:v>1665</c:v>
                      </c:pt>
                      <c:pt idx="1665">
                        <c:v>1666</c:v>
                      </c:pt>
                      <c:pt idx="1666">
                        <c:v>1667</c:v>
                      </c:pt>
                      <c:pt idx="1667">
                        <c:v>1668</c:v>
                      </c:pt>
                      <c:pt idx="1668">
                        <c:v>1669</c:v>
                      </c:pt>
                      <c:pt idx="1669">
                        <c:v>1670</c:v>
                      </c:pt>
                      <c:pt idx="1670">
                        <c:v>1671</c:v>
                      </c:pt>
                      <c:pt idx="1671">
                        <c:v>1672</c:v>
                      </c:pt>
                      <c:pt idx="1672">
                        <c:v>1673</c:v>
                      </c:pt>
                      <c:pt idx="1673">
                        <c:v>1674</c:v>
                      </c:pt>
                      <c:pt idx="1674">
                        <c:v>1675</c:v>
                      </c:pt>
                      <c:pt idx="1675">
                        <c:v>1676</c:v>
                      </c:pt>
                      <c:pt idx="1676">
                        <c:v>1677</c:v>
                      </c:pt>
                      <c:pt idx="1677">
                        <c:v>1678</c:v>
                      </c:pt>
                      <c:pt idx="1678">
                        <c:v>1679</c:v>
                      </c:pt>
                      <c:pt idx="1679">
                        <c:v>1680</c:v>
                      </c:pt>
                      <c:pt idx="1680">
                        <c:v>1681</c:v>
                      </c:pt>
                      <c:pt idx="1681">
                        <c:v>1682</c:v>
                      </c:pt>
                      <c:pt idx="1682">
                        <c:v>1683</c:v>
                      </c:pt>
                      <c:pt idx="1683">
                        <c:v>1684</c:v>
                      </c:pt>
                      <c:pt idx="1684">
                        <c:v>1685</c:v>
                      </c:pt>
                      <c:pt idx="1685">
                        <c:v>1686</c:v>
                      </c:pt>
                      <c:pt idx="1686">
                        <c:v>1687</c:v>
                      </c:pt>
                      <c:pt idx="1687">
                        <c:v>1688</c:v>
                      </c:pt>
                      <c:pt idx="1688">
                        <c:v>1689</c:v>
                      </c:pt>
                      <c:pt idx="1689">
                        <c:v>1690</c:v>
                      </c:pt>
                      <c:pt idx="1690">
                        <c:v>1691</c:v>
                      </c:pt>
                      <c:pt idx="1691">
                        <c:v>1692</c:v>
                      </c:pt>
                      <c:pt idx="1692">
                        <c:v>1693</c:v>
                      </c:pt>
                      <c:pt idx="1693">
                        <c:v>1694</c:v>
                      </c:pt>
                      <c:pt idx="1694">
                        <c:v>1695</c:v>
                      </c:pt>
                      <c:pt idx="1695">
                        <c:v>1696</c:v>
                      </c:pt>
                      <c:pt idx="1696">
                        <c:v>1697</c:v>
                      </c:pt>
                      <c:pt idx="1697">
                        <c:v>1698</c:v>
                      </c:pt>
                      <c:pt idx="1698">
                        <c:v>1699</c:v>
                      </c:pt>
                      <c:pt idx="1699">
                        <c:v>1700</c:v>
                      </c:pt>
                      <c:pt idx="1700">
                        <c:v>1701</c:v>
                      </c:pt>
                      <c:pt idx="1701">
                        <c:v>1702</c:v>
                      </c:pt>
                      <c:pt idx="1702">
                        <c:v>1703</c:v>
                      </c:pt>
                      <c:pt idx="1703">
                        <c:v>1704</c:v>
                      </c:pt>
                      <c:pt idx="1704">
                        <c:v>1705</c:v>
                      </c:pt>
                      <c:pt idx="1705">
                        <c:v>1706</c:v>
                      </c:pt>
                      <c:pt idx="1706">
                        <c:v>1707</c:v>
                      </c:pt>
                      <c:pt idx="1707">
                        <c:v>1708</c:v>
                      </c:pt>
                      <c:pt idx="1708">
                        <c:v>1709</c:v>
                      </c:pt>
                      <c:pt idx="1709">
                        <c:v>1710</c:v>
                      </c:pt>
                      <c:pt idx="1710">
                        <c:v>1711</c:v>
                      </c:pt>
                      <c:pt idx="1711">
                        <c:v>1712</c:v>
                      </c:pt>
                      <c:pt idx="1712">
                        <c:v>1713</c:v>
                      </c:pt>
                      <c:pt idx="1713">
                        <c:v>1714</c:v>
                      </c:pt>
                      <c:pt idx="1714">
                        <c:v>1715</c:v>
                      </c:pt>
                      <c:pt idx="1715">
                        <c:v>1716</c:v>
                      </c:pt>
                      <c:pt idx="1716">
                        <c:v>1717</c:v>
                      </c:pt>
                      <c:pt idx="1717">
                        <c:v>1718</c:v>
                      </c:pt>
                      <c:pt idx="1718">
                        <c:v>1719</c:v>
                      </c:pt>
                      <c:pt idx="1719">
                        <c:v>1720</c:v>
                      </c:pt>
                      <c:pt idx="1720">
                        <c:v>1721</c:v>
                      </c:pt>
                      <c:pt idx="1721">
                        <c:v>1722</c:v>
                      </c:pt>
                      <c:pt idx="1722">
                        <c:v>1723</c:v>
                      </c:pt>
                      <c:pt idx="1723">
                        <c:v>1724</c:v>
                      </c:pt>
                      <c:pt idx="1724">
                        <c:v>1725</c:v>
                      </c:pt>
                      <c:pt idx="1725">
                        <c:v>1726</c:v>
                      </c:pt>
                      <c:pt idx="1726">
                        <c:v>1727</c:v>
                      </c:pt>
                      <c:pt idx="1727">
                        <c:v>1728</c:v>
                      </c:pt>
                      <c:pt idx="1728">
                        <c:v>1729</c:v>
                      </c:pt>
                      <c:pt idx="1729">
                        <c:v>1730</c:v>
                      </c:pt>
                      <c:pt idx="1730">
                        <c:v>1731</c:v>
                      </c:pt>
                      <c:pt idx="1731">
                        <c:v>1732</c:v>
                      </c:pt>
                      <c:pt idx="1732">
                        <c:v>1733</c:v>
                      </c:pt>
                      <c:pt idx="1733">
                        <c:v>1734</c:v>
                      </c:pt>
                      <c:pt idx="1734">
                        <c:v>1735</c:v>
                      </c:pt>
                      <c:pt idx="1735">
                        <c:v>1736</c:v>
                      </c:pt>
                      <c:pt idx="1736">
                        <c:v>1737</c:v>
                      </c:pt>
                      <c:pt idx="1737">
                        <c:v>1738</c:v>
                      </c:pt>
                      <c:pt idx="1738">
                        <c:v>1739</c:v>
                      </c:pt>
                      <c:pt idx="1739">
                        <c:v>1740</c:v>
                      </c:pt>
                      <c:pt idx="1740">
                        <c:v>1741</c:v>
                      </c:pt>
                      <c:pt idx="1741">
                        <c:v>1742</c:v>
                      </c:pt>
                      <c:pt idx="1742">
                        <c:v>1743</c:v>
                      </c:pt>
                      <c:pt idx="1743">
                        <c:v>1744</c:v>
                      </c:pt>
                      <c:pt idx="1744">
                        <c:v>1745</c:v>
                      </c:pt>
                      <c:pt idx="1745">
                        <c:v>1746</c:v>
                      </c:pt>
                      <c:pt idx="1746">
                        <c:v>1747</c:v>
                      </c:pt>
                      <c:pt idx="1747">
                        <c:v>1748</c:v>
                      </c:pt>
                      <c:pt idx="1748">
                        <c:v>1749</c:v>
                      </c:pt>
                      <c:pt idx="1749">
                        <c:v>1750</c:v>
                      </c:pt>
                      <c:pt idx="1750">
                        <c:v>1751</c:v>
                      </c:pt>
                      <c:pt idx="1751">
                        <c:v>1752</c:v>
                      </c:pt>
                      <c:pt idx="1752">
                        <c:v>1753</c:v>
                      </c:pt>
                      <c:pt idx="1753">
                        <c:v>1754</c:v>
                      </c:pt>
                      <c:pt idx="1754">
                        <c:v>1755</c:v>
                      </c:pt>
                      <c:pt idx="1755">
                        <c:v>1756</c:v>
                      </c:pt>
                      <c:pt idx="1756">
                        <c:v>1757</c:v>
                      </c:pt>
                      <c:pt idx="1757">
                        <c:v>1758</c:v>
                      </c:pt>
                      <c:pt idx="1758">
                        <c:v>1759</c:v>
                      </c:pt>
                      <c:pt idx="1759">
                        <c:v>1760</c:v>
                      </c:pt>
                      <c:pt idx="1760">
                        <c:v>1761</c:v>
                      </c:pt>
                      <c:pt idx="1761">
                        <c:v>1762</c:v>
                      </c:pt>
                      <c:pt idx="1762">
                        <c:v>1763</c:v>
                      </c:pt>
                      <c:pt idx="1763">
                        <c:v>1764</c:v>
                      </c:pt>
                      <c:pt idx="1764">
                        <c:v>1765</c:v>
                      </c:pt>
                      <c:pt idx="1765">
                        <c:v>1766</c:v>
                      </c:pt>
                      <c:pt idx="1766">
                        <c:v>1767</c:v>
                      </c:pt>
                      <c:pt idx="1767">
                        <c:v>1768</c:v>
                      </c:pt>
                      <c:pt idx="1768">
                        <c:v>1769</c:v>
                      </c:pt>
                      <c:pt idx="1769">
                        <c:v>1770</c:v>
                      </c:pt>
                      <c:pt idx="1770">
                        <c:v>1771</c:v>
                      </c:pt>
                      <c:pt idx="1771">
                        <c:v>1772</c:v>
                      </c:pt>
                      <c:pt idx="1772">
                        <c:v>1773</c:v>
                      </c:pt>
                      <c:pt idx="1773">
                        <c:v>1774</c:v>
                      </c:pt>
                      <c:pt idx="1774">
                        <c:v>1775</c:v>
                      </c:pt>
                      <c:pt idx="1775">
                        <c:v>1776</c:v>
                      </c:pt>
                      <c:pt idx="1776">
                        <c:v>1777</c:v>
                      </c:pt>
                      <c:pt idx="1777">
                        <c:v>1778</c:v>
                      </c:pt>
                      <c:pt idx="1778">
                        <c:v>1779</c:v>
                      </c:pt>
                      <c:pt idx="1779">
                        <c:v>1780</c:v>
                      </c:pt>
                      <c:pt idx="1780">
                        <c:v>1781</c:v>
                      </c:pt>
                      <c:pt idx="1781">
                        <c:v>1782</c:v>
                      </c:pt>
                      <c:pt idx="1782">
                        <c:v>1783</c:v>
                      </c:pt>
                      <c:pt idx="1783">
                        <c:v>1784</c:v>
                      </c:pt>
                      <c:pt idx="1784">
                        <c:v>1785</c:v>
                      </c:pt>
                      <c:pt idx="1785">
                        <c:v>1786</c:v>
                      </c:pt>
                      <c:pt idx="1786">
                        <c:v>1787</c:v>
                      </c:pt>
                      <c:pt idx="1787">
                        <c:v>1788</c:v>
                      </c:pt>
                      <c:pt idx="1788">
                        <c:v>1789</c:v>
                      </c:pt>
                      <c:pt idx="1789">
                        <c:v>1790</c:v>
                      </c:pt>
                      <c:pt idx="1790">
                        <c:v>1791</c:v>
                      </c:pt>
                      <c:pt idx="1791">
                        <c:v>1792</c:v>
                      </c:pt>
                      <c:pt idx="1792">
                        <c:v>1793</c:v>
                      </c:pt>
                      <c:pt idx="1793">
                        <c:v>1794</c:v>
                      </c:pt>
                      <c:pt idx="1794">
                        <c:v>1795</c:v>
                      </c:pt>
                      <c:pt idx="1795">
                        <c:v>1796</c:v>
                      </c:pt>
                      <c:pt idx="1796">
                        <c:v>1797</c:v>
                      </c:pt>
                      <c:pt idx="1797">
                        <c:v>1798</c:v>
                      </c:pt>
                      <c:pt idx="1798">
                        <c:v>1799</c:v>
                      </c:pt>
                      <c:pt idx="1799">
                        <c:v>1800</c:v>
                      </c:pt>
                      <c:pt idx="1800">
                        <c:v>1801</c:v>
                      </c:pt>
                      <c:pt idx="1801">
                        <c:v>1802</c:v>
                      </c:pt>
                      <c:pt idx="1802">
                        <c:v>1803</c:v>
                      </c:pt>
                      <c:pt idx="1803">
                        <c:v>1804</c:v>
                      </c:pt>
                      <c:pt idx="1804">
                        <c:v>1805</c:v>
                      </c:pt>
                      <c:pt idx="1805">
                        <c:v>1806</c:v>
                      </c:pt>
                      <c:pt idx="1806">
                        <c:v>1807</c:v>
                      </c:pt>
                      <c:pt idx="1807">
                        <c:v>1808</c:v>
                      </c:pt>
                      <c:pt idx="1808">
                        <c:v>1809</c:v>
                      </c:pt>
                      <c:pt idx="1809">
                        <c:v>1810</c:v>
                      </c:pt>
                      <c:pt idx="1810">
                        <c:v>1811</c:v>
                      </c:pt>
                      <c:pt idx="1811">
                        <c:v>1812</c:v>
                      </c:pt>
                      <c:pt idx="1812">
                        <c:v>1813</c:v>
                      </c:pt>
                      <c:pt idx="1813">
                        <c:v>1814</c:v>
                      </c:pt>
                      <c:pt idx="1814">
                        <c:v>1815</c:v>
                      </c:pt>
                      <c:pt idx="1815">
                        <c:v>1816</c:v>
                      </c:pt>
                      <c:pt idx="1816">
                        <c:v>1817</c:v>
                      </c:pt>
                      <c:pt idx="1817">
                        <c:v>1818</c:v>
                      </c:pt>
                      <c:pt idx="1818">
                        <c:v>1819</c:v>
                      </c:pt>
                      <c:pt idx="1819">
                        <c:v>1820</c:v>
                      </c:pt>
                      <c:pt idx="1820">
                        <c:v>1821</c:v>
                      </c:pt>
                      <c:pt idx="1821">
                        <c:v>1822</c:v>
                      </c:pt>
                      <c:pt idx="1822">
                        <c:v>1823</c:v>
                      </c:pt>
                      <c:pt idx="1823">
                        <c:v>1824</c:v>
                      </c:pt>
                      <c:pt idx="1824">
                        <c:v>1825</c:v>
                      </c:pt>
                      <c:pt idx="1825">
                        <c:v>1826</c:v>
                      </c:pt>
                      <c:pt idx="1826">
                        <c:v>1827</c:v>
                      </c:pt>
                      <c:pt idx="1827">
                        <c:v>1828</c:v>
                      </c:pt>
                      <c:pt idx="1828">
                        <c:v>1829</c:v>
                      </c:pt>
                      <c:pt idx="1829">
                        <c:v>1830</c:v>
                      </c:pt>
                      <c:pt idx="1830">
                        <c:v>1831</c:v>
                      </c:pt>
                      <c:pt idx="1831">
                        <c:v>1832</c:v>
                      </c:pt>
                      <c:pt idx="1832">
                        <c:v>1833</c:v>
                      </c:pt>
                      <c:pt idx="1833">
                        <c:v>1834</c:v>
                      </c:pt>
                      <c:pt idx="1834">
                        <c:v>1835</c:v>
                      </c:pt>
                      <c:pt idx="1835">
                        <c:v>1836</c:v>
                      </c:pt>
                      <c:pt idx="1836">
                        <c:v>1837</c:v>
                      </c:pt>
                      <c:pt idx="1837">
                        <c:v>1838</c:v>
                      </c:pt>
                      <c:pt idx="1838">
                        <c:v>1839</c:v>
                      </c:pt>
                      <c:pt idx="1839">
                        <c:v>1840</c:v>
                      </c:pt>
                      <c:pt idx="1840">
                        <c:v>1841</c:v>
                      </c:pt>
                      <c:pt idx="1841">
                        <c:v>1842</c:v>
                      </c:pt>
                      <c:pt idx="1842">
                        <c:v>1843</c:v>
                      </c:pt>
                      <c:pt idx="1843">
                        <c:v>1844</c:v>
                      </c:pt>
                      <c:pt idx="1844">
                        <c:v>1845</c:v>
                      </c:pt>
                      <c:pt idx="1845">
                        <c:v>1846</c:v>
                      </c:pt>
                      <c:pt idx="1846">
                        <c:v>1847</c:v>
                      </c:pt>
                      <c:pt idx="1847">
                        <c:v>1848</c:v>
                      </c:pt>
                      <c:pt idx="1848">
                        <c:v>1849</c:v>
                      </c:pt>
                      <c:pt idx="1849">
                        <c:v>1850</c:v>
                      </c:pt>
                      <c:pt idx="1850">
                        <c:v>1851</c:v>
                      </c:pt>
                      <c:pt idx="1851">
                        <c:v>1852</c:v>
                      </c:pt>
                      <c:pt idx="1852">
                        <c:v>1853</c:v>
                      </c:pt>
                      <c:pt idx="1853">
                        <c:v>1854</c:v>
                      </c:pt>
                      <c:pt idx="1854">
                        <c:v>1855</c:v>
                      </c:pt>
                      <c:pt idx="1855">
                        <c:v>1856</c:v>
                      </c:pt>
                      <c:pt idx="1856">
                        <c:v>1857</c:v>
                      </c:pt>
                      <c:pt idx="1857">
                        <c:v>1858</c:v>
                      </c:pt>
                      <c:pt idx="1858">
                        <c:v>1859</c:v>
                      </c:pt>
                      <c:pt idx="1859">
                        <c:v>1860</c:v>
                      </c:pt>
                      <c:pt idx="1860">
                        <c:v>1861</c:v>
                      </c:pt>
                      <c:pt idx="1861">
                        <c:v>1862</c:v>
                      </c:pt>
                      <c:pt idx="1862">
                        <c:v>1863</c:v>
                      </c:pt>
                      <c:pt idx="1863">
                        <c:v>1864</c:v>
                      </c:pt>
                      <c:pt idx="1864">
                        <c:v>1865</c:v>
                      </c:pt>
                      <c:pt idx="1865">
                        <c:v>1866</c:v>
                      </c:pt>
                      <c:pt idx="1866">
                        <c:v>1867</c:v>
                      </c:pt>
                      <c:pt idx="1867">
                        <c:v>1868</c:v>
                      </c:pt>
                      <c:pt idx="1868">
                        <c:v>1869</c:v>
                      </c:pt>
                      <c:pt idx="1869">
                        <c:v>1870</c:v>
                      </c:pt>
                      <c:pt idx="1870">
                        <c:v>1871</c:v>
                      </c:pt>
                      <c:pt idx="1871">
                        <c:v>1872</c:v>
                      </c:pt>
                      <c:pt idx="1872">
                        <c:v>1873</c:v>
                      </c:pt>
                      <c:pt idx="1873">
                        <c:v>1874</c:v>
                      </c:pt>
                      <c:pt idx="1874">
                        <c:v>1875</c:v>
                      </c:pt>
                      <c:pt idx="1875">
                        <c:v>1876</c:v>
                      </c:pt>
                      <c:pt idx="1876">
                        <c:v>1877</c:v>
                      </c:pt>
                      <c:pt idx="1877">
                        <c:v>1878</c:v>
                      </c:pt>
                      <c:pt idx="1878">
                        <c:v>1879</c:v>
                      </c:pt>
                      <c:pt idx="1879">
                        <c:v>1880</c:v>
                      </c:pt>
                      <c:pt idx="1880">
                        <c:v>1881</c:v>
                      </c:pt>
                      <c:pt idx="1881">
                        <c:v>1882</c:v>
                      </c:pt>
                      <c:pt idx="1882">
                        <c:v>1883</c:v>
                      </c:pt>
                      <c:pt idx="1883">
                        <c:v>1884</c:v>
                      </c:pt>
                      <c:pt idx="1884">
                        <c:v>1885</c:v>
                      </c:pt>
                      <c:pt idx="1885">
                        <c:v>1886</c:v>
                      </c:pt>
                      <c:pt idx="1886">
                        <c:v>1887</c:v>
                      </c:pt>
                      <c:pt idx="1887">
                        <c:v>1888</c:v>
                      </c:pt>
                      <c:pt idx="1888">
                        <c:v>1889</c:v>
                      </c:pt>
                      <c:pt idx="1889">
                        <c:v>1890</c:v>
                      </c:pt>
                      <c:pt idx="1890">
                        <c:v>1891</c:v>
                      </c:pt>
                      <c:pt idx="1891">
                        <c:v>1892</c:v>
                      </c:pt>
                      <c:pt idx="1892">
                        <c:v>1893</c:v>
                      </c:pt>
                      <c:pt idx="1893">
                        <c:v>1894</c:v>
                      </c:pt>
                      <c:pt idx="1894">
                        <c:v>1895</c:v>
                      </c:pt>
                      <c:pt idx="1895">
                        <c:v>1896</c:v>
                      </c:pt>
                      <c:pt idx="1896">
                        <c:v>1897</c:v>
                      </c:pt>
                      <c:pt idx="1897">
                        <c:v>1898</c:v>
                      </c:pt>
                      <c:pt idx="1898">
                        <c:v>1899</c:v>
                      </c:pt>
                      <c:pt idx="1899">
                        <c:v>1900</c:v>
                      </c:pt>
                      <c:pt idx="1900">
                        <c:v>1901</c:v>
                      </c:pt>
                      <c:pt idx="1901">
                        <c:v>1902</c:v>
                      </c:pt>
                      <c:pt idx="1902">
                        <c:v>1903</c:v>
                      </c:pt>
                      <c:pt idx="1903">
                        <c:v>1904</c:v>
                      </c:pt>
                      <c:pt idx="1904">
                        <c:v>1905</c:v>
                      </c:pt>
                      <c:pt idx="1905">
                        <c:v>1906</c:v>
                      </c:pt>
                      <c:pt idx="1906">
                        <c:v>1907</c:v>
                      </c:pt>
                      <c:pt idx="1907">
                        <c:v>1908</c:v>
                      </c:pt>
                      <c:pt idx="1908">
                        <c:v>1909</c:v>
                      </c:pt>
                      <c:pt idx="1909">
                        <c:v>1910</c:v>
                      </c:pt>
                      <c:pt idx="1910">
                        <c:v>1911</c:v>
                      </c:pt>
                      <c:pt idx="1911">
                        <c:v>1912</c:v>
                      </c:pt>
                      <c:pt idx="1912">
                        <c:v>1913</c:v>
                      </c:pt>
                      <c:pt idx="1913">
                        <c:v>1914</c:v>
                      </c:pt>
                      <c:pt idx="1914">
                        <c:v>1915</c:v>
                      </c:pt>
                      <c:pt idx="1915">
                        <c:v>1916</c:v>
                      </c:pt>
                      <c:pt idx="1916">
                        <c:v>1917</c:v>
                      </c:pt>
                      <c:pt idx="1917">
                        <c:v>1918</c:v>
                      </c:pt>
                      <c:pt idx="1918">
                        <c:v>1919</c:v>
                      </c:pt>
                      <c:pt idx="1919">
                        <c:v>1920</c:v>
                      </c:pt>
                      <c:pt idx="1920">
                        <c:v>1921</c:v>
                      </c:pt>
                      <c:pt idx="1921">
                        <c:v>1922</c:v>
                      </c:pt>
                      <c:pt idx="1922">
                        <c:v>1923</c:v>
                      </c:pt>
                      <c:pt idx="1923">
                        <c:v>1924</c:v>
                      </c:pt>
                      <c:pt idx="1924">
                        <c:v>1925</c:v>
                      </c:pt>
                      <c:pt idx="1925">
                        <c:v>1926</c:v>
                      </c:pt>
                      <c:pt idx="1926">
                        <c:v>1927</c:v>
                      </c:pt>
                      <c:pt idx="1927">
                        <c:v>1928</c:v>
                      </c:pt>
                      <c:pt idx="1928">
                        <c:v>1929</c:v>
                      </c:pt>
                      <c:pt idx="1929">
                        <c:v>1930</c:v>
                      </c:pt>
                      <c:pt idx="1930">
                        <c:v>1931</c:v>
                      </c:pt>
                      <c:pt idx="1931">
                        <c:v>1932</c:v>
                      </c:pt>
                      <c:pt idx="1932">
                        <c:v>1933</c:v>
                      </c:pt>
                      <c:pt idx="1933">
                        <c:v>1934</c:v>
                      </c:pt>
                      <c:pt idx="1934">
                        <c:v>1935</c:v>
                      </c:pt>
                      <c:pt idx="1935">
                        <c:v>1936</c:v>
                      </c:pt>
                      <c:pt idx="1936">
                        <c:v>1937</c:v>
                      </c:pt>
                      <c:pt idx="1937">
                        <c:v>1938</c:v>
                      </c:pt>
                      <c:pt idx="1938">
                        <c:v>1939</c:v>
                      </c:pt>
                      <c:pt idx="1939">
                        <c:v>1940</c:v>
                      </c:pt>
                      <c:pt idx="1940">
                        <c:v>1941</c:v>
                      </c:pt>
                      <c:pt idx="1941">
                        <c:v>1942</c:v>
                      </c:pt>
                      <c:pt idx="1942">
                        <c:v>1943</c:v>
                      </c:pt>
                      <c:pt idx="1943">
                        <c:v>1944</c:v>
                      </c:pt>
                      <c:pt idx="1944">
                        <c:v>1945</c:v>
                      </c:pt>
                      <c:pt idx="1945">
                        <c:v>1946</c:v>
                      </c:pt>
                      <c:pt idx="1946">
                        <c:v>1947</c:v>
                      </c:pt>
                      <c:pt idx="1947">
                        <c:v>1948</c:v>
                      </c:pt>
                      <c:pt idx="1948">
                        <c:v>1949</c:v>
                      </c:pt>
                      <c:pt idx="1949">
                        <c:v>1950</c:v>
                      </c:pt>
                      <c:pt idx="1950">
                        <c:v>1951</c:v>
                      </c:pt>
                      <c:pt idx="1951">
                        <c:v>1952</c:v>
                      </c:pt>
                      <c:pt idx="1952">
                        <c:v>1953</c:v>
                      </c:pt>
                      <c:pt idx="1953">
                        <c:v>1954</c:v>
                      </c:pt>
                      <c:pt idx="1954">
                        <c:v>1955</c:v>
                      </c:pt>
                      <c:pt idx="1955">
                        <c:v>1956</c:v>
                      </c:pt>
                      <c:pt idx="1956">
                        <c:v>1957</c:v>
                      </c:pt>
                      <c:pt idx="1957">
                        <c:v>1958</c:v>
                      </c:pt>
                      <c:pt idx="1958">
                        <c:v>1959</c:v>
                      </c:pt>
                      <c:pt idx="1959">
                        <c:v>1960</c:v>
                      </c:pt>
                      <c:pt idx="1960">
                        <c:v>1961</c:v>
                      </c:pt>
                      <c:pt idx="1961">
                        <c:v>1962</c:v>
                      </c:pt>
                      <c:pt idx="1962">
                        <c:v>1963</c:v>
                      </c:pt>
                      <c:pt idx="1963">
                        <c:v>1964</c:v>
                      </c:pt>
                      <c:pt idx="1964">
                        <c:v>1965</c:v>
                      </c:pt>
                      <c:pt idx="1965">
                        <c:v>1966</c:v>
                      </c:pt>
                      <c:pt idx="1966">
                        <c:v>1967</c:v>
                      </c:pt>
                      <c:pt idx="1967">
                        <c:v>1968</c:v>
                      </c:pt>
                      <c:pt idx="1968">
                        <c:v>1969</c:v>
                      </c:pt>
                      <c:pt idx="1969">
                        <c:v>1970</c:v>
                      </c:pt>
                      <c:pt idx="1970">
                        <c:v>1971</c:v>
                      </c:pt>
                      <c:pt idx="1971">
                        <c:v>1972</c:v>
                      </c:pt>
                      <c:pt idx="1972">
                        <c:v>1973</c:v>
                      </c:pt>
                      <c:pt idx="1973">
                        <c:v>1974</c:v>
                      </c:pt>
                      <c:pt idx="1974">
                        <c:v>1975</c:v>
                      </c:pt>
                      <c:pt idx="1975">
                        <c:v>1976</c:v>
                      </c:pt>
                      <c:pt idx="1976">
                        <c:v>1977</c:v>
                      </c:pt>
                      <c:pt idx="1977">
                        <c:v>1978</c:v>
                      </c:pt>
                      <c:pt idx="1978">
                        <c:v>1979</c:v>
                      </c:pt>
                      <c:pt idx="1979">
                        <c:v>1980</c:v>
                      </c:pt>
                      <c:pt idx="1980">
                        <c:v>1981</c:v>
                      </c:pt>
                      <c:pt idx="1981">
                        <c:v>1982</c:v>
                      </c:pt>
                      <c:pt idx="1982">
                        <c:v>1983</c:v>
                      </c:pt>
                      <c:pt idx="1983">
                        <c:v>1984</c:v>
                      </c:pt>
                      <c:pt idx="1984">
                        <c:v>1985</c:v>
                      </c:pt>
                      <c:pt idx="1985">
                        <c:v>1986</c:v>
                      </c:pt>
                      <c:pt idx="1986">
                        <c:v>1987</c:v>
                      </c:pt>
                      <c:pt idx="1987">
                        <c:v>1988</c:v>
                      </c:pt>
                      <c:pt idx="1988">
                        <c:v>1989</c:v>
                      </c:pt>
                      <c:pt idx="1989">
                        <c:v>1990</c:v>
                      </c:pt>
                      <c:pt idx="1990">
                        <c:v>1991</c:v>
                      </c:pt>
                      <c:pt idx="1991">
                        <c:v>1992</c:v>
                      </c:pt>
                      <c:pt idx="1992">
                        <c:v>1993</c:v>
                      </c:pt>
                      <c:pt idx="1993">
                        <c:v>1994</c:v>
                      </c:pt>
                      <c:pt idx="1994">
                        <c:v>1995</c:v>
                      </c:pt>
                      <c:pt idx="1995">
                        <c:v>1996</c:v>
                      </c:pt>
                      <c:pt idx="1996">
                        <c:v>1997</c:v>
                      </c:pt>
                      <c:pt idx="1997">
                        <c:v>1998</c:v>
                      </c:pt>
                      <c:pt idx="1998">
                        <c:v>1999</c:v>
                      </c:pt>
                      <c:pt idx="1999">
                        <c:v>2000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Sheet1!$C$2:$C$2001</c15:sqref>
                        </c15:formulaRef>
                      </c:ext>
                    </c:extLst>
                    <c:numCache>
                      <c:formatCode>General</c:formatCode>
                      <c:ptCount val="1999"/>
                    </c:numCache>
                  </c:numRef>
                </c:val>
                <c:smooth val="0"/>
                <c:extLst>
                  <c:ext xmlns:c15="http://schemas.microsoft.com/office/drawing/2012/chart" uri="{02D57815-91ED-43cb-92C2-25804820EDAC}">
                    <c15:filteredSeriesTitle>
                      <c15:tx>
                        <c:strRef>
                          <c:extLst>
                            <c:ext uri="{02D57815-91ED-43cb-92C2-25804820EDAC}">
                              <c15:formulaRef>
                                <c15:sqref>gcn_R_mae</c15:sqref>
                              </c15:formulaRef>
                            </c:ext>
                          </c:extLst>
                          <c:strCache>
                            <c:ptCount val="1"/>
                            <c:pt idx="0">
                              <c:v>gcn_R_mae</c:v>
                            </c:pt>
                          </c:strCache>
                        </c:strRef>
                      </c15:tx>
                    </c15:filteredSeriesTitle>
                  </c:ext>
                </c:extLst>
              </c15:ser>
            </c15:filteredLineSeries>
            <c15:filteredLineSeries>
              <c15:ser>
                <c:idx val="3"/>
                <c:order val="3"/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Sheet1!$A:$A</c15:sqref>
                        </c15:formulaRef>
                      </c:ext>
                    </c:extLst>
                    <c:strCache>
                      <c:ptCount val="2000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  <c:pt idx="11">
                        <c:v>12</c:v>
                      </c:pt>
                      <c:pt idx="12">
                        <c:v>13</c:v>
                      </c:pt>
                      <c:pt idx="13">
                        <c:v>14</c:v>
                      </c:pt>
                      <c:pt idx="14">
                        <c:v>15</c:v>
                      </c:pt>
                      <c:pt idx="15">
                        <c:v>16</c:v>
                      </c:pt>
                      <c:pt idx="16">
                        <c:v>17</c:v>
                      </c:pt>
                      <c:pt idx="17">
                        <c:v>18</c:v>
                      </c:pt>
                      <c:pt idx="18">
                        <c:v>19</c:v>
                      </c:pt>
                      <c:pt idx="19">
                        <c:v>20</c:v>
                      </c:pt>
                      <c:pt idx="20">
                        <c:v>21</c:v>
                      </c:pt>
                      <c:pt idx="21">
                        <c:v>22</c:v>
                      </c:pt>
                      <c:pt idx="22">
                        <c:v>23</c:v>
                      </c:pt>
                      <c:pt idx="23">
                        <c:v>24</c:v>
                      </c:pt>
                      <c:pt idx="24">
                        <c:v>25</c:v>
                      </c:pt>
                      <c:pt idx="25">
                        <c:v>26</c:v>
                      </c:pt>
                      <c:pt idx="26">
                        <c:v>27</c:v>
                      </c:pt>
                      <c:pt idx="27">
                        <c:v>28</c:v>
                      </c:pt>
                      <c:pt idx="28">
                        <c:v>29</c:v>
                      </c:pt>
                      <c:pt idx="29">
                        <c:v>30</c:v>
                      </c:pt>
                      <c:pt idx="30">
                        <c:v>31</c:v>
                      </c:pt>
                      <c:pt idx="31">
                        <c:v>32</c:v>
                      </c:pt>
                      <c:pt idx="32">
                        <c:v>33</c:v>
                      </c:pt>
                      <c:pt idx="33">
                        <c:v>34</c:v>
                      </c:pt>
                      <c:pt idx="34">
                        <c:v>35</c:v>
                      </c:pt>
                      <c:pt idx="35">
                        <c:v>36</c:v>
                      </c:pt>
                      <c:pt idx="36">
                        <c:v>37</c:v>
                      </c:pt>
                      <c:pt idx="37">
                        <c:v>38</c:v>
                      </c:pt>
                      <c:pt idx="38">
                        <c:v>39</c:v>
                      </c:pt>
                      <c:pt idx="39">
                        <c:v>40</c:v>
                      </c:pt>
                      <c:pt idx="40">
                        <c:v>41</c:v>
                      </c:pt>
                      <c:pt idx="41">
                        <c:v>42</c:v>
                      </c:pt>
                      <c:pt idx="42">
                        <c:v>43</c:v>
                      </c:pt>
                      <c:pt idx="43">
                        <c:v>44</c:v>
                      </c:pt>
                      <c:pt idx="44">
                        <c:v>45</c:v>
                      </c:pt>
                      <c:pt idx="45">
                        <c:v>46</c:v>
                      </c:pt>
                      <c:pt idx="46">
                        <c:v>47</c:v>
                      </c:pt>
                      <c:pt idx="47">
                        <c:v>48</c:v>
                      </c:pt>
                      <c:pt idx="48">
                        <c:v>49</c:v>
                      </c:pt>
                      <c:pt idx="49">
                        <c:v>50</c:v>
                      </c:pt>
                      <c:pt idx="50">
                        <c:v>51</c:v>
                      </c:pt>
                      <c:pt idx="51">
                        <c:v>52</c:v>
                      </c:pt>
                      <c:pt idx="52">
                        <c:v>53</c:v>
                      </c:pt>
                      <c:pt idx="53">
                        <c:v>54</c:v>
                      </c:pt>
                      <c:pt idx="54">
                        <c:v>55</c:v>
                      </c:pt>
                      <c:pt idx="55">
                        <c:v>56</c:v>
                      </c:pt>
                      <c:pt idx="56">
                        <c:v>57</c:v>
                      </c:pt>
                      <c:pt idx="57">
                        <c:v>58</c:v>
                      </c:pt>
                      <c:pt idx="58">
                        <c:v>59</c:v>
                      </c:pt>
                      <c:pt idx="59">
                        <c:v>60</c:v>
                      </c:pt>
                      <c:pt idx="60">
                        <c:v>61</c:v>
                      </c:pt>
                      <c:pt idx="61">
                        <c:v>62</c:v>
                      </c:pt>
                      <c:pt idx="62">
                        <c:v>63</c:v>
                      </c:pt>
                      <c:pt idx="63">
                        <c:v>64</c:v>
                      </c:pt>
                      <c:pt idx="64">
                        <c:v>65</c:v>
                      </c:pt>
                      <c:pt idx="65">
                        <c:v>66</c:v>
                      </c:pt>
                      <c:pt idx="66">
                        <c:v>67</c:v>
                      </c:pt>
                      <c:pt idx="67">
                        <c:v>68</c:v>
                      </c:pt>
                      <c:pt idx="68">
                        <c:v>69</c:v>
                      </c:pt>
                      <c:pt idx="69">
                        <c:v>70</c:v>
                      </c:pt>
                      <c:pt idx="70">
                        <c:v>71</c:v>
                      </c:pt>
                      <c:pt idx="71">
                        <c:v>72</c:v>
                      </c:pt>
                      <c:pt idx="72">
                        <c:v>73</c:v>
                      </c:pt>
                      <c:pt idx="73">
                        <c:v>74</c:v>
                      </c:pt>
                      <c:pt idx="74">
                        <c:v>75</c:v>
                      </c:pt>
                      <c:pt idx="75">
                        <c:v>76</c:v>
                      </c:pt>
                      <c:pt idx="76">
                        <c:v>77</c:v>
                      </c:pt>
                      <c:pt idx="77">
                        <c:v>78</c:v>
                      </c:pt>
                      <c:pt idx="78">
                        <c:v>79</c:v>
                      </c:pt>
                      <c:pt idx="79">
                        <c:v>80</c:v>
                      </c:pt>
                      <c:pt idx="80">
                        <c:v>81</c:v>
                      </c:pt>
                      <c:pt idx="81">
                        <c:v>82</c:v>
                      </c:pt>
                      <c:pt idx="82">
                        <c:v>83</c:v>
                      </c:pt>
                      <c:pt idx="83">
                        <c:v>84</c:v>
                      </c:pt>
                      <c:pt idx="84">
                        <c:v>85</c:v>
                      </c:pt>
                      <c:pt idx="85">
                        <c:v>86</c:v>
                      </c:pt>
                      <c:pt idx="86">
                        <c:v>87</c:v>
                      </c:pt>
                      <c:pt idx="87">
                        <c:v>88</c:v>
                      </c:pt>
                      <c:pt idx="88">
                        <c:v>89</c:v>
                      </c:pt>
                      <c:pt idx="89">
                        <c:v>90</c:v>
                      </c:pt>
                      <c:pt idx="90">
                        <c:v>91</c:v>
                      </c:pt>
                      <c:pt idx="91">
                        <c:v>92</c:v>
                      </c:pt>
                      <c:pt idx="92">
                        <c:v>93</c:v>
                      </c:pt>
                      <c:pt idx="93">
                        <c:v>94</c:v>
                      </c:pt>
                      <c:pt idx="94">
                        <c:v>95</c:v>
                      </c:pt>
                      <c:pt idx="95">
                        <c:v>96</c:v>
                      </c:pt>
                      <c:pt idx="96">
                        <c:v>97</c:v>
                      </c:pt>
                      <c:pt idx="97">
                        <c:v>98</c:v>
                      </c:pt>
                      <c:pt idx="98">
                        <c:v>99</c:v>
                      </c:pt>
                      <c:pt idx="99">
                        <c:v>100</c:v>
                      </c:pt>
                      <c:pt idx="100">
                        <c:v>101</c:v>
                      </c:pt>
                      <c:pt idx="101">
                        <c:v>102</c:v>
                      </c:pt>
                      <c:pt idx="102">
                        <c:v>103</c:v>
                      </c:pt>
                      <c:pt idx="103">
                        <c:v>104</c:v>
                      </c:pt>
                      <c:pt idx="104">
                        <c:v>105</c:v>
                      </c:pt>
                      <c:pt idx="105">
                        <c:v>106</c:v>
                      </c:pt>
                      <c:pt idx="106">
                        <c:v>107</c:v>
                      </c:pt>
                      <c:pt idx="107">
                        <c:v>108</c:v>
                      </c:pt>
                      <c:pt idx="108">
                        <c:v>109</c:v>
                      </c:pt>
                      <c:pt idx="109">
                        <c:v>110</c:v>
                      </c:pt>
                      <c:pt idx="110">
                        <c:v>111</c:v>
                      </c:pt>
                      <c:pt idx="111">
                        <c:v>112</c:v>
                      </c:pt>
                      <c:pt idx="112">
                        <c:v>113</c:v>
                      </c:pt>
                      <c:pt idx="113">
                        <c:v>114</c:v>
                      </c:pt>
                      <c:pt idx="114">
                        <c:v>115</c:v>
                      </c:pt>
                      <c:pt idx="115">
                        <c:v>116</c:v>
                      </c:pt>
                      <c:pt idx="116">
                        <c:v>117</c:v>
                      </c:pt>
                      <c:pt idx="117">
                        <c:v>118</c:v>
                      </c:pt>
                      <c:pt idx="118">
                        <c:v>119</c:v>
                      </c:pt>
                      <c:pt idx="119">
                        <c:v>120</c:v>
                      </c:pt>
                      <c:pt idx="120">
                        <c:v>121</c:v>
                      </c:pt>
                      <c:pt idx="121">
                        <c:v>122</c:v>
                      </c:pt>
                      <c:pt idx="122">
                        <c:v>123</c:v>
                      </c:pt>
                      <c:pt idx="123">
                        <c:v>124</c:v>
                      </c:pt>
                      <c:pt idx="124">
                        <c:v>125</c:v>
                      </c:pt>
                      <c:pt idx="125">
                        <c:v>126</c:v>
                      </c:pt>
                      <c:pt idx="126">
                        <c:v>127</c:v>
                      </c:pt>
                      <c:pt idx="127">
                        <c:v>128</c:v>
                      </c:pt>
                      <c:pt idx="128">
                        <c:v>129</c:v>
                      </c:pt>
                      <c:pt idx="129">
                        <c:v>130</c:v>
                      </c:pt>
                      <c:pt idx="130">
                        <c:v>131</c:v>
                      </c:pt>
                      <c:pt idx="131">
                        <c:v>132</c:v>
                      </c:pt>
                      <c:pt idx="132">
                        <c:v>133</c:v>
                      </c:pt>
                      <c:pt idx="133">
                        <c:v>134</c:v>
                      </c:pt>
                      <c:pt idx="134">
                        <c:v>135</c:v>
                      </c:pt>
                      <c:pt idx="135">
                        <c:v>136</c:v>
                      </c:pt>
                      <c:pt idx="136">
                        <c:v>137</c:v>
                      </c:pt>
                      <c:pt idx="137">
                        <c:v>138</c:v>
                      </c:pt>
                      <c:pt idx="138">
                        <c:v>139</c:v>
                      </c:pt>
                      <c:pt idx="139">
                        <c:v>140</c:v>
                      </c:pt>
                      <c:pt idx="140">
                        <c:v>141</c:v>
                      </c:pt>
                      <c:pt idx="141">
                        <c:v>142</c:v>
                      </c:pt>
                      <c:pt idx="142">
                        <c:v>143</c:v>
                      </c:pt>
                      <c:pt idx="143">
                        <c:v>144</c:v>
                      </c:pt>
                      <c:pt idx="144">
                        <c:v>145</c:v>
                      </c:pt>
                      <c:pt idx="145">
                        <c:v>146</c:v>
                      </c:pt>
                      <c:pt idx="146">
                        <c:v>147</c:v>
                      </c:pt>
                      <c:pt idx="147">
                        <c:v>148</c:v>
                      </c:pt>
                      <c:pt idx="148">
                        <c:v>149</c:v>
                      </c:pt>
                      <c:pt idx="149">
                        <c:v>150</c:v>
                      </c:pt>
                      <c:pt idx="150">
                        <c:v>151</c:v>
                      </c:pt>
                      <c:pt idx="151">
                        <c:v>152</c:v>
                      </c:pt>
                      <c:pt idx="152">
                        <c:v>153</c:v>
                      </c:pt>
                      <c:pt idx="153">
                        <c:v>154</c:v>
                      </c:pt>
                      <c:pt idx="154">
                        <c:v>155</c:v>
                      </c:pt>
                      <c:pt idx="155">
                        <c:v>156</c:v>
                      </c:pt>
                      <c:pt idx="156">
                        <c:v>157</c:v>
                      </c:pt>
                      <c:pt idx="157">
                        <c:v>158</c:v>
                      </c:pt>
                      <c:pt idx="158">
                        <c:v>159</c:v>
                      </c:pt>
                      <c:pt idx="159">
                        <c:v>160</c:v>
                      </c:pt>
                      <c:pt idx="160">
                        <c:v>161</c:v>
                      </c:pt>
                      <c:pt idx="161">
                        <c:v>162</c:v>
                      </c:pt>
                      <c:pt idx="162">
                        <c:v>163</c:v>
                      </c:pt>
                      <c:pt idx="163">
                        <c:v>164</c:v>
                      </c:pt>
                      <c:pt idx="164">
                        <c:v>165</c:v>
                      </c:pt>
                      <c:pt idx="165">
                        <c:v>166</c:v>
                      </c:pt>
                      <c:pt idx="166">
                        <c:v>167</c:v>
                      </c:pt>
                      <c:pt idx="167">
                        <c:v>168</c:v>
                      </c:pt>
                      <c:pt idx="168">
                        <c:v>169</c:v>
                      </c:pt>
                      <c:pt idx="169">
                        <c:v>170</c:v>
                      </c:pt>
                      <c:pt idx="170">
                        <c:v>171</c:v>
                      </c:pt>
                      <c:pt idx="171">
                        <c:v>172</c:v>
                      </c:pt>
                      <c:pt idx="172">
                        <c:v>173</c:v>
                      </c:pt>
                      <c:pt idx="173">
                        <c:v>174</c:v>
                      </c:pt>
                      <c:pt idx="174">
                        <c:v>175</c:v>
                      </c:pt>
                      <c:pt idx="175">
                        <c:v>176</c:v>
                      </c:pt>
                      <c:pt idx="176">
                        <c:v>177</c:v>
                      </c:pt>
                      <c:pt idx="177">
                        <c:v>178</c:v>
                      </c:pt>
                      <c:pt idx="178">
                        <c:v>179</c:v>
                      </c:pt>
                      <c:pt idx="179">
                        <c:v>180</c:v>
                      </c:pt>
                      <c:pt idx="180">
                        <c:v>181</c:v>
                      </c:pt>
                      <c:pt idx="181">
                        <c:v>182</c:v>
                      </c:pt>
                      <c:pt idx="182">
                        <c:v>183</c:v>
                      </c:pt>
                      <c:pt idx="183">
                        <c:v>184</c:v>
                      </c:pt>
                      <c:pt idx="184">
                        <c:v>185</c:v>
                      </c:pt>
                      <c:pt idx="185">
                        <c:v>186</c:v>
                      </c:pt>
                      <c:pt idx="186">
                        <c:v>187</c:v>
                      </c:pt>
                      <c:pt idx="187">
                        <c:v>188</c:v>
                      </c:pt>
                      <c:pt idx="188">
                        <c:v>189</c:v>
                      </c:pt>
                      <c:pt idx="189">
                        <c:v>190</c:v>
                      </c:pt>
                      <c:pt idx="190">
                        <c:v>191</c:v>
                      </c:pt>
                      <c:pt idx="191">
                        <c:v>192</c:v>
                      </c:pt>
                      <c:pt idx="192">
                        <c:v>193</c:v>
                      </c:pt>
                      <c:pt idx="193">
                        <c:v>194</c:v>
                      </c:pt>
                      <c:pt idx="194">
                        <c:v>195</c:v>
                      </c:pt>
                      <c:pt idx="195">
                        <c:v>196</c:v>
                      </c:pt>
                      <c:pt idx="196">
                        <c:v>197</c:v>
                      </c:pt>
                      <c:pt idx="197">
                        <c:v>198</c:v>
                      </c:pt>
                      <c:pt idx="198">
                        <c:v>199</c:v>
                      </c:pt>
                      <c:pt idx="199">
                        <c:v>200</c:v>
                      </c:pt>
                      <c:pt idx="200">
                        <c:v>201</c:v>
                      </c:pt>
                      <c:pt idx="201">
                        <c:v>202</c:v>
                      </c:pt>
                      <c:pt idx="202">
                        <c:v>203</c:v>
                      </c:pt>
                      <c:pt idx="203">
                        <c:v>204</c:v>
                      </c:pt>
                      <c:pt idx="204">
                        <c:v>205</c:v>
                      </c:pt>
                      <c:pt idx="205">
                        <c:v>206</c:v>
                      </c:pt>
                      <c:pt idx="206">
                        <c:v>207</c:v>
                      </c:pt>
                      <c:pt idx="207">
                        <c:v>208</c:v>
                      </c:pt>
                      <c:pt idx="208">
                        <c:v>209</c:v>
                      </c:pt>
                      <c:pt idx="209">
                        <c:v>210</c:v>
                      </c:pt>
                      <c:pt idx="210">
                        <c:v>211</c:v>
                      </c:pt>
                      <c:pt idx="211">
                        <c:v>212</c:v>
                      </c:pt>
                      <c:pt idx="212">
                        <c:v>213</c:v>
                      </c:pt>
                      <c:pt idx="213">
                        <c:v>214</c:v>
                      </c:pt>
                      <c:pt idx="214">
                        <c:v>215</c:v>
                      </c:pt>
                      <c:pt idx="215">
                        <c:v>216</c:v>
                      </c:pt>
                      <c:pt idx="216">
                        <c:v>217</c:v>
                      </c:pt>
                      <c:pt idx="217">
                        <c:v>218</c:v>
                      </c:pt>
                      <c:pt idx="218">
                        <c:v>219</c:v>
                      </c:pt>
                      <c:pt idx="219">
                        <c:v>220</c:v>
                      </c:pt>
                      <c:pt idx="220">
                        <c:v>221</c:v>
                      </c:pt>
                      <c:pt idx="221">
                        <c:v>222</c:v>
                      </c:pt>
                      <c:pt idx="222">
                        <c:v>223</c:v>
                      </c:pt>
                      <c:pt idx="223">
                        <c:v>224</c:v>
                      </c:pt>
                      <c:pt idx="224">
                        <c:v>225</c:v>
                      </c:pt>
                      <c:pt idx="225">
                        <c:v>226</c:v>
                      </c:pt>
                      <c:pt idx="226">
                        <c:v>227</c:v>
                      </c:pt>
                      <c:pt idx="227">
                        <c:v>228</c:v>
                      </c:pt>
                      <c:pt idx="228">
                        <c:v>229</c:v>
                      </c:pt>
                      <c:pt idx="229">
                        <c:v>230</c:v>
                      </c:pt>
                      <c:pt idx="230">
                        <c:v>231</c:v>
                      </c:pt>
                      <c:pt idx="231">
                        <c:v>232</c:v>
                      </c:pt>
                      <c:pt idx="232">
                        <c:v>233</c:v>
                      </c:pt>
                      <c:pt idx="233">
                        <c:v>234</c:v>
                      </c:pt>
                      <c:pt idx="234">
                        <c:v>235</c:v>
                      </c:pt>
                      <c:pt idx="235">
                        <c:v>236</c:v>
                      </c:pt>
                      <c:pt idx="236">
                        <c:v>237</c:v>
                      </c:pt>
                      <c:pt idx="237">
                        <c:v>238</c:v>
                      </c:pt>
                      <c:pt idx="238">
                        <c:v>239</c:v>
                      </c:pt>
                      <c:pt idx="239">
                        <c:v>240</c:v>
                      </c:pt>
                      <c:pt idx="240">
                        <c:v>241</c:v>
                      </c:pt>
                      <c:pt idx="241">
                        <c:v>242</c:v>
                      </c:pt>
                      <c:pt idx="242">
                        <c:v>243</c:v>
                      </c:pt>
                      <c:pt idx="243">
                        <c:v>244</c:v>
                      </c:pt>
                      <c:pt idx="244">
                        <c:v>245</c:v>
                      </c:pt>
                      <c:pt idx="245">
                        <c:v>246</c:v>
                      </c:pt>
                      <c:pt idx="246">
                        <c:v>247</c:v>
                      </c:pt>
                      <c:pt idx="247">
                        <c:v>248</c:v>
                      </c:pt>
                      <c:pt idx="248">
                        <c:v>249</c:v>
                      </c:pt>
                      <c:pt idx="249">
                        <c:v>250</c:v>
                      </c:pt>
                      <c:pt idx="250">
                        <c:v>251</c:v>
                      </c:pt>
                      <c:pt idx="251">
                        <c:v>252</c:v>
                      </c:pt>
                      <c:pt idx="252">
                        <c:v>253</c:v>
                      </c:pt>
                      <c:pt idx="253">
                        <c:v>254</c:v>
                      </c:pt>
                      <c:pt idx="254">
                        <c:v>255</c:v>
                      </c:pt>
                      <c:pt idx="255">
                        <c:v>256</c:v>
                      </c:pt>
                      <c:pt idx="256">
                        <c:v>257</c:v>
                      </c:pt>
                      <c:pt idx="257">
                        <c:v>258</c:v>
                      </c:pt>
                      <c:pt idx="258">
                        <c:v>259</c:v>
                      </c:pt>
                      <c:pt idx="259">
                        <c:v>260</c:v>
                      </c:pt>
                      <c:pt idx="260">
                        <c:v>261</c:v>
                      </c:pt>
                      <c:pt idx="261">
                        <c:v>262</c:v>
                      </c:pt>
                      <c:pt idx="262">
                        <c:v>263</c:v>
                      </c:pt>
                      <c:pt idx="263">
                        <c:v>264</c:v>
                      </c:pt>
                      <c:pt idx="264">
                        <c:v>265</c:v>
                      </c:pt>
                      <c:pt idx="265">
                        <c:v>266</c:v>
                      </c:pt>
                      <c:pt idx="266">
                        <c:v>267</c:v>
                      </c:pt>
                      <c:pt idx="267">
                        <c:v>268</c:v>
                      </c:pt>
                      <c:pt idx="268">
                        <c:v>269</c:v>
                      </c:pt>
                      <c:pt idx="269">
                        <c:v>270</c:v>
                      </c:pt>
                      <c:pt idx="270">
                        <c:v>271</c:v>
                      </c:pt>
                      <c:pt idx="271">
                        <c:v>272</c:v>
                      </c:pt>
                      <c:pt idx="272">
                        <c:v>273</c:v>
                      </c:pt>
                      <c:pt idx="273">
                        <c:v>274</c:v>
                      </c:pt>
                      <c:pt idx="274">
                        <c:v>275</c:v>
                      </c:pt>
                      <c:pt idx="275">
                        <c:v>276</c:v>
                      </c:pt>
                      <c:pt idx="276">
                        <c:v>277</c:v>
                      </c:pt>
                      <c:pt idx="277">
                        <c:v>278</c:v>
                      </c:pt>
                      <c:pt idx="278">
                        <c:v>279</c:v>
                      </c:pt>
                      <c:pt idx="279">
                        <c:v>280</c:v>
                      </c:pt>
                      <c:pt idx="280">
                        <c:v>281</c:v>
                      </c:pt>
                      <c:pt idx="281">
                        <c:v>282</c:v>
                      </c:pt>
                      <c:pt idx="282">
                        <c:v>283</c:v>
                      </c:pt>
                      <c:pt idx="283">
                        <c:v>284</c:v>
                      </c:pt>
                      <c:pt idx="284">
                        <c:v>285</c:v>
                      </c:pt>
                      <c:pt idx="285">
                        <c:v>286</c:v>
                      </c:pt>
                      <c:pt idx="286">
                        <c:v>287</c:v>
                      </c:pt>
                      <c:pt idx="287">
                        <c:v>288</c:v>
                      </c:pt>
                      <c:pt idx="288">
                        <c:v>289</c:v>
                      </c:pt>
                      <c:pt idx="289">
                        <c:v>290</c:v>
                      </c:pt>
                      <c:pt idx="290">
                        <c:v>291</c:v>
                      </c:pt>
                      <c:pt idx="291">
                        <c:v>292</c:v>
                      </c:pt>
                      <c:pt idx="292">
                        <c:v>293</c:v>
                      </c:pt>
                      <c:pt idx="293">
                        <c:v>294</c:v>
                      </c:pt>
                      <c:pt idx="294">
                        <c:v>295</c:v>
                      </c:pt>
                      <c:pt idx="295">
                        <c:v>296</c:v>
                      </c:pt>
                      <c:pt idx="296">
                        <c:v>297</c:v>
                      </c:pt>
                      <c:pt idx="297">
                        <c:v>298</c:v>
                      </c:pt>
                      <c:pt idx="298">
                        <c:v>299</c:v>
                      </c:pt>
                      <c:pt idx="299">
                        <c:v>300</c:v>
                      </c:pt>
                      <c:pt idx="300">
                        <c:v>301</c:v>
                      </c:pt>
                      <c:pt idx="301">
                        <c:v>302</c:v>
                      </c:pt>
                      <c:pt idx="302">
                        <c:v>303</c:v>
                      </c:pt>
                      <c:pt idx="303">
                        <c:v>304</c:v>
                      </c:pt>
                      <c:pt idx="304">
                        <c:v>305</c:v>
                      </c:pt>
                      <c:pt idx="305">
                        <c:v>306</c:v>
                      </c:pt>
                      <c:pt idx="306">
                        <c:v>307</c:v>
                      </c:pt>
                      <c:pt idx="307">
                        <c:v>308</c:v>
                      </c:pt>
                      <c:pt idx="308">
                        <c:v>309</c:v>
                      </c:pt>
                      <c:pt idx="309">
                        <c:v>310</c:v>
                      </c:pt>
                      <c:pt idx="310">
                        <c:v>311</c:v>
                      </c:pt>
                      <c:pt idx="311">
                        <c:v>312</c:v>
                      </c:pt>
                      <c:pt idx="312">
                        <c:v>313</c:v>
                      </c:pt>
                      <c:pt idx="313">
                        <c:v>314</c:v>
                      </c:pt>
                      <c:pt idx="314">
                        <c:v>315</c:v>
                      </c:pt>
                      <c:pt idx="315">
                        <c:v>316</c:v>
                      </c:pt>
                      <c:pt idx="316">
                        <c:v>317</c:v>
                      </c:pt>
                      <c:pt idx="317">
                        <c:v>318</c:v>
                      </c:pt>
                      <c:pt idx="318">
                        <c:v>319</c:v>
                      </c:pt>
                      <c:pt idx="319">
                        <c:v>320</c:v>
                      </c:pt>
                      <c:pt idx="320">
                        <c:v>321</c:v>
                      </c:pt>
                      <c:pt idx="321">
                        <c:v>322</c:v>
                      </c:pt>
                      <c:pt idx="322">
                        <c:v>323</c:v>
                      </c:pt>
                      <c:pt idx="323">
                        <c:v>324</c:v>
                      </c:pt>
                      <c:pt idx="324">
                        <c:v>325</c:v>
                      </c:pt>
                      <c:pt idx="325">
                        <c:v>326</c:v>
                      </c:pt>
                      <c:pt idx="326">
                        <c:v>327</c:v>
                      </c:pt>
                      <c:pt idx="327">
                        <c:v>328</c:v>
                      </c:pt>
                      <c:pt idx="328">
                        <c:v>329</c:v>
                      </c:pt>
                      <c:pt idx="329">
                        <c:v>330</c:v>
                      </c:pt>
                      <c:pt idx="330">
                        <c:v>331</c:v>
                      </c:pt>
                      <c:pt idx="331">
                        <c:v>332</c:v>
                      </c:pt>
                      <c:pt idx="332">
                        <c:v>333</c:v>
                      </c:pt>
                      <c:pt idx="333">
                        <c:v>334</c:v>
                      </c:pt>
                      <c:pt idx="334">
                        <c:v>335</c:v>
                      </c:pt>
                      <c:pt idx="335">
                        <c:v>336</c:v>
                      </c:pt>
                      <c:pt idx="336">
                        <c:v>337</c:v>
                      </c:pt>
                      <c:pt idx="337">
                        <c:v>338</c:v>
                      </c:pt>
                      <c:pt idx="338">
                        <c:v>339</c:v>
                      </c:pt>
                      <c:pt idx="339">
                        <c:v>340</c:v>
                      </c:pt>
                      <c:pt idx="340">
                        <c:v>341</c:v>
                      </c:pt>
                      <c:pt idx="341">
                        <c:v>342</c:v>
                      </c:pt>
                      <c:pt idx="342">
                        <c:v>343</c:v>
                      </c:pt>
                      <c:pt idx="343">
                        <c:v>344</c:v>
                      </c:pt>
                      <c:pt idx="344">
                        <c:v>345</c:v>
                      </c:pt>
                      <c:pt idx="345">
                        <c:v>346</c:v>
                      </c:pt>
                      <c:pt idx="346">
                        <c:v>347</c:v>
                      </c:pt>
                      <c:pt idx="347">
                        <c:v>348</c:v>
                      </c:pt>
                      <c:pt idx="348">
                        <c:v>349</c:v>
                      </c:pt>
                      <c:pt idx="349">
                        <c:v>350</c:v>
                      </c:pt>
                      <c:pt idx="350">
                        <c:v>351</c:v>
                      </c:pt>
                      <c:pt idx="351">
                        <c:v>352</c:v>
                      </c:pt>
                      <c:pt idx="352">
                        <c:v>353</c:v>
                      </c:pt>
                      <c:pt idx="353">
                        <c:v>354</c:v>
                      </c:pt>
                      <c:pt idx="354">
                        <c:v>355</c:v>
                      </c:pt>
                      <c:pt idx="355">
                        <c:v>356</c:v>
                      </c:pt>
                      <c:pt idx="356">
                        <c:v>357</c:v>
                      </c:pt>
                      <c:pt idx="357">
                        <c:v>358</c:v>
                      </c:pt>
                      <c:pt idx="358">
                        <c:v>359</c:v>
                      </c:pt>
                      <c:pt idx="359">
                        <c:v>360</c:v>
                      </c:pt>
                      <c:pt idx="360">
                        <c:v>361</c:v>
                      </c:pt>
                      <c:pt idx="361">
                        <c:v>362</c:v>
                      </c:pt>
                      <c:pt idx="362">
                        <c:v>363</c:v>
                      </c:pt>
                      <c:pt idx="363">
                        <c:v>364</c:v>
                      </c:pt>
                      <c:pt idx="364">
                        <c:v>365</c:v>
                      </c:pt>
                      <c:pt idx="365">
                        <c:v>366</c:v>
                      </c:pt>
                      <c:pt idx="366">
                        <c:v>367</c:v>
                      </c:pt>
                      <c:pt idx="367">
                        <c:v>368</c:v>
                      </c:pt>
                      <c:pt idx="368">
                        <c:v>369</c:v>
                      </c:pt>
                      <c:pt idx="369">
                        <c:v>370</c:v>
                      </c:pt>
                      <c:pt idx="370">
                        <c:v>371</c:v>
                      </c:pt>
                      <c:pt idx="371">
                        <c:v>372</c:v>
                      </c:pt>
                      <c:pt idx="372">
                        <c:v>373</c:v>
                      </c:pt>
                      <c:pt idx="373">
                        <c:v>374</c:v>
                      </c:pt>
                      <c:pt idx="374">
                        <c:v>375</c:v>
                      </c:pt>
                      <c:pt idx="375">
                        <c:v>376</c:v>
                      </c:pt>
                      <c:pt idx="376">
                        <c:v>377</c:v>
                      </c:pt>
                      <c:pt idx="377">
                        <c:v>378</c:v>
                      </c:pt>
                      <c:pt idx="378">
                        <c:v>379</c:v>
                      </c:pt>
                      <c:pt idx="379">
                        <c:v>380</c:v>
                      </c:pt>
                      <c:pt idx="380">
                        <c:v>381</c:v>
                      </c:pt>
                      <c:pt idx="381">
                        <c:v>382</c:v>
                      </c:pt>
                      <c:pt idx="382">
                        <c:v>383</c:v>
                      </c:pt>
                      <c:pt idx="383">
                        <c:v>384</c:v>
                      </c:pt>
                      <c:pt idx="384">
                        <c:v>385</c:v>
                      </c:pt>
                      <c:pt idx="385">
                        <c:v>386</c:v>
                      </c:pt>
                      <c:pt idx="386">
                        <c:v>387</c:v>
                      </c:pt>
                      <c:pt idx="387">
                        <c:v>388</c:v>
                      </c:pt>
                      <c:pt idx="388">
                        <c:v>389</c:v>
                      </c:pt>
                      <c:pt idx="389">
                        <c:v>390</c:v>
                      </c:pt>
                      <c:pt idx="390">
                        <c:v>391</c:v>
                      </c:pt>
                      <c:pt idx="391">
                        <c:v>392</c:v>
                      </c:pt>
                      <c:pt idx="392">
                        <c:v>393</c:v>
                      </c:pt>
                      <c:pt idx="393">
                        <c:v>394</c:v>
                      </c:pt>
                      <c:pt idx="394">
                        <c:v>395</c:v>
                      </c:pt>
                      <c:pt idx="395">
                        <c:v>396</c:v>
                      </c:pt>
                      <c:pt idx="396">
                        <c:v>397</c:v>
                      </c:pt>
                      <c:pt idx="397">
                        <c:v>398</c:v>
                      </c:pt>
                      <c:pt idx="398">
                        <c:v>399</c:v>
                      </c:pt>
                      <c:pt idx="399">
                        <c:v>400</c:v>
                      </c:pt>
                      <c:pt idx="400">
                        <c:v>401</c:v>
                      </c:pt>
                      <c:pt idx="401">
                        <c:v>402</c:v>
                      </c:pt>
                      <c:pt idx="402">
                        <c:v>403</c:v>
                      </c:pt>
                      <c:pt idx="403">
                        <c:v>404</c:v>
                      </c:pt>
                      <c:pt idx="404">
                        <c:v>405</c:v>
                      </c:pt>
                      <c:pt idx="405">
                        <c:v>406</c:v>
                      </c:pt>
                      <c:pt idx="406">
                        <c:v>407</c:v>
                      </c:pt>
                      <c:pt idx="407">
                        <c:v>408</c:v>
                      </c:pt>
                      <c:pt idx="408">
                        <c:v>409</c:v>
                      </c:pt>
                      <c:pt idx="409">
                        <c:v>410</c:v>
                      </c:pt>
                      <c:pt idx="410">
                        <c:v>411</c:v>
                      </c:pt>
                      <c:pt idx="411">
                        <c:v>412</c:v>
                      </c:pt>
                      <c:pt idx="412">
                        <c:v>413</c:v>
                      </c:pt>
                      <c:pt idx="413">
                        <c:v>414</c:v>
                      </c:pt>
                      <c:pt idx="414">
                        <c:v>415</c:v>
                      </c:pt>
                      <c:pt idx="415">
                        <c:v>416</c:v>
                      </c:pt>
                      <c:pt idx="416">
                        <c:v>417</c:v>
                      </c:pt>
                      <c:pt idx="417">
                        <c:v>418</c:v>
                      </c:pt>
                      <c:pt idx="418">
                        <c:v>419</c:v>
                      </c:pt>
                      <c:pt idx="419">
                        <c:v>420</c:v>
                      </c:pt>
                      <c:pt idx="420">
                        <c:v>421</c:v>
                      </c:pt>
                      <c:pt idx="421">
                        <c:v>422</c:v>
                      </c:pt>
                      <c:pt idx="422">
                        <c:v>423</c:v>
                      </c:pt>
                      <c:pt idx="423">
                        <c:v>424</c:v>
                      </c:pt>
                      <c:pt idx="424">
                        <c:v>425</c:v>
                      </c:pt>
                      <c:pt idx="425">
                        <c:v>426</c:v>
                      </c:pt>
                      <c:pt idx="426">
                        <c:v>427</c:v>
                      </c:pt>
                      <c:pt idx="427">
                        <c:v>428</c:v>
                      </c:pt>
                      <c:pt idx="428">
                        <c:v>429</c:v>
                      </c:pt>
                      <c:pt idx="429">
                        <c:v>430</c:v>
                      </c:pt>
                      <c:pt idx="430">
                        <c:v>431</c:v>
                      </c:pt>
                      <c:pt idx="431">
                        <c:v>432</c:v>
                      </c:pt>
                      <c:pt idx="432">
                        <c:v>433</c:v>
                      </c:pt>
                      <c:pt idx="433">
                        <c:v>434</c:v>
                      </c:pt>
                      <c:pt idx="434">
                        <c:v>435</c:v>
                      </c:pt>
                      <c:pt idx="435">
                        <c:v>436</c:v>
                      </c:pt>
                      <c:pt idx="436">
                        <c:v>437</c:v>
                      </c:pt>
                      <c:pt idx="437">
                        <c:v>438</c:v>
                      </c:pt>
                      <c:pt idx="438">
                        <c:v>439</c:v>
                      </c:pt>
                      <c:pt idx="439">
                        <c:v>440</c:v>
                      </c:pt>
                      <c:pt idx="440">
                        <c:v>441</c:v>
                      </c:pt>
                      <c:pt idx="441">
                        <c:v>442</c:v>
                      </c:pt>
                      <c:pt idx="442">
                        <c:v>443</c:v>
                      </c:pt>
                      <c:pt idx="443">
                        <c:v>444</c:v>
                      </c:pt>
                      <c:pt idx="444">
                        <c:v>445</c:v>
                      </c:pt>
                      <c:pt idx="445">
                        <c:v>446</c:v>
                      </c:pt>
                      <c:pt idx="446">
                        <c:v>447</c:v>
                      </c:pt>
                      <c:pt idx="447">
                        <c:v>448</c:v>
                      </c:pt>
                      <c:pt idx="448">
                        <c:v>449</c:v>
                      </c:pt>
                      <c:pt idx="449">
                        <c:v>450</c:v>
                      </c:pt>
                      <c:pt idx="450">
                        <c:v>451</c:v>
                      </c:pt>
                      <c:pt idx="451">
                        <c:v>452</c:v>
                      </c:pt>
                      <c:pt idx="452">
                        <c:v>453</c:v>
                      </c:pt>
                      <c:pt idx="453">
                        <c:v>454</c:v>
                      </c:pt>
                      <c:pt idx="454">
                        <c:v>455</c:v>
                      </c:pt>
                      <c:pt idx="455">
                        <c:v>456</c:v>
                      </c:pt>
                      <c:pt idx="456">
                        <c:v>457</c:v>
                      </c:pt>
                      <c:pt idx="457">
                        <c:v>458</c:v>
                      </c:pt>
                      <c:pt idx="458">
                        <c:v>459</c:v>
                      </c:pt>
                      <c:pt idx="459">
                        <c:v>460</c:v>
                      </c:pt>
                      <c:pt idx="460">
                        <c:v>461</c:v>
                      </c:pt>
                      <c:pt idx="461">
                        <c:v>462</c:v>
                      </c:pt>
                      <c:pt idx="462">
                        <c:v>463</c:v>
                      </c:pt>
                      <c:pt idx="463">
                        <c:v>464</c:v>
                      </c:pt>
                      <c:pt idx="464">
                        <c:v>465</c:v>
                      </c:pt>
                      <c:pt idx="465">
                        <c:v>466</c:v>
                      </c:pt>
                      <c:pt idx="466">
                        <c:v>467</c:v>
                      </c:pt>
                      <c:pt idx="467">
                        <c:v>468</c:v>
                      </c:pt>
                      <c:pt idx="468">
                        <c:v>469</c:v>
                      </c:pt>
                      <c:pt idx="469">
                        <c:v>470</c:v>
                      </c:pt>
                      <c:pt idx="470">
                        <c:v>471</c:v>
                      </c:pt>
                      <c:pt idx="471">
                        <c:v>472</c:v>
                      </c:pt>
                      <c:pt idx="472">
                        <c:v>473</c:v>
                      </c:pt>
                      <c:pt idx="473">
                        <c:v>474</c:v>
                      </c:pt>
                      <c:pt idx="474">
                        <c:v>475</c:v>
                      </c:pt>
                      <c:pt idx="475">
                        <c:v>476</c:v>
                      </c:pt>
                      <c:pt idx="476">
                        <c:v>477</c:v>
                      </c:pt>
                      <c:pt idx="477">
                        <c:v>478</c:v>
                      </c:pt>
                      <c:pt idx="478">
                        <c:v>479</c:v>
                      </c:pt>
                      <c:pt idx="479">
                        <c:v>480</c:v>
                      </c:pt>
                      <c:pt idx="480">
                        <c:v>481</c:v>
                      </c:pt>
                      <c:pt idx="481">
                        <c:v>482</c:v>
                      </c:pt>
                      <c:pt idx="482">
                        <c:v>483</c:v>
                      </c:pt>
                      <c:pt idx="483">
                        <c:v>484</c:v>
                      </c:pt>
                      <c:pt idx="484">
                        <c:v>485</c:v>
                      </c:pt>
                      <c:pt idx="485">
                        <c:v>486</c:v>
                      </c:pt>
                      <c:pt idx="486">
                        <c:v>487</c:v>
                      </c:pt>
                      <c:pt idx="487">
                        <c:v>488</c:v>
                      </c:pt>
                      <c:pt idx="488">
                        <c:v>489</c:v>
                      </c:pt>
                      <c:pt idx="489">
                        <c:v>490</c:v>
                      </c:pt>
                      <c:pt idx="490">
                        <c:v>491</c:v>
                      </c:pt>
                      <c:pt idx="491">
                        <c:v>492</c:v>
                      </c:pt>
                      <c:pt idx="492">
                        <c:v>493</c:v>
                      </c:pt>
                      <c:pt idx="493">
                        <c:v>494</c:v>
                      </c:pt>
                      <c:pt idx="494">
                        <c:v>495</c:v>
                      </c:pt>
                      <c:pt idx="495">
                        <c:v>496</c:v>
                      </c:pt>
                      <c:pt idx="496">
                        <c:v>497</c:v>
                      </c:pt>
                      <c:pt idx="497">
                        <c:v>498</c:v>
                      </c:pt>
                      <c:pt idx="498">
                        <c:v>499</c:v>
                      </c:pt>
                      <c:pt idx="499">
                        <c:v>500</c:v>
                      </c:pt>
                      <c:pt idx="500">
                        <c:v>501</c:v>
                      </c:pt>
                      <c:pt idx="501">
                        <c:v>502</c:v>
                      </c:pt>
                      <c:pt idx="502">
                        <c:v>503</c:v>
                      </c:pt>
                      <c:pt idx="503">
                        <c:v>504</c:v>
                      </c:pt>
                      <c:pt idx="504">
                        <c:v>505</c:v>
                      </c:pt>
                      <c:pt idx="505">
                        <c:v>506</c:v>
                      </c:pt>
                      <c:pt idx="506">
                        <c:v>507</c:v>
                      </c:pt>
                      <c:pt idx="507">
                        <c:v>508</c:v>
                      </c:pt>
                      <c:pt idx="508">
                        <c:v>509</c:v>
                      </c:pt>
                      <c:pt idx="509">
                        <c:v>510</c:v>
                      </c:pt>
                      <c:pt idx="510">
                        <c:v>511</c:v>
                      </c:pt>
                      <c:pt idx="511">
                        <c:v>512</c:v>
                      </c:pt>
                      <c:pt idx="512">
                        <c:v>513</c:v>
                      </c:pt>
                      <c:pt idx="513">
                        <c:v>514</c:v>
                      </c:pt>
                      <c:pt idx="514">
                        <c:v>515</c:v>
                      </c:pt>
                      <c:pt idx="515">
                        <c:v>516</c:v>
                      </c:pt>
                      <c:pt idx="516">
                        <c:v>517</c:v>
                      </c:pt>
                      <c:pt idx="517">
                        <c:v>518</c:v>
                      </c:pt>
                      <c:pt idx="518">
                        <c:v>519</c:v>
                      </c:pt>
                      <c:pt idx="519">
                        <c:v>520</c:v>
                      </c:pt>
                      <c:pt idx="520">
                        <c:v>521</c:v>
                      </c:pt>
                      <c:pt idx="521">
                        <c:v>522</c:v>
                      </c:pt>
                      <c:pt idx="522">
                        <c:v>523</c:v>
                      </c:pt>
                      <c:pt idx="523">
                        <c:v>524</c:v>
                      </c:pt>
                      <c:pt idx="524">
                        <c:v>525</c:v>
                      </c:pt>
                      <c:pt idx="525">
                        <c:v>526</c:v>
                      </c:pt>
                      <c:pt idx="526">
                        <c:v>527</c:v>
                      </c:pt>
                      <c:pt idx="527">
                        <c:v>528</c:v>
                      </c:pt>
                      <c:pt idx="528">
                        <c:v>529</c:v>
                      </c:pt>
                      <c:pt idx="529">
                        <c:v>530</c:v>
                      </c:pt>
                      <c:pt idx="530">
                        <c:v>531</c:v>
                      </c:pt>
                      <c:pt idx="531">
                        <c:v>532</c:v>
                      </c:pt>
                      <c:pt idx="532">
                        <c:v>533</c:v>
                      </c:pt>
                      <c:pt idx="533">
                        <c:v>534</c:v>
                      </c:pt>
                      <c:pt idx="534">
                        <c:v>535</c:v>
                      </c:pt>
                      <c:pt idx="535">
                        <c:v>536</c:v>
                      </c:pt>
                      <c:pt idx="536">
                        <c:v>537</c:v>
                      </c:pt>
                      <c:pt idx="537">
                        <c:v>538</c:v>
                      </c:pt>
                      <c:pt idx="538">
                        <c:v>539</c:v>
                      </c:pt>
                      <c:pt idx="539">
                        <c:v>540</c:v>
                      </c:pt>
                      <c:pt idx="540">
                        <c:v>541</c:v>
                      </c:pt>
                      <c:pt idx="541">
                        <c:v>542</c:v>
                      </c:pt>
                      <c:pt idx="542">
                        <c:v>543</c:v>
                      </c:pt>
                      <c:pt idx="543">
                        <c:v>544</c:v>
                      </c:pt>
                      <c:pt idx="544">
                        <c:v>545</c:v>
                      </c:pt>
                      <c:pt idx="545">
                        <c:v>546</c:v>
                      </c:pt>
                      <c:pt idx="546">
                        <c:v>547</c:v>
                      </c:pt>
                      <c:pt idx="547">
                        <c:v>548</c:v>
                      </c:pt>
                      <c:pt idx="548">
                        <c:v>549</c:v>
                      </c:pt>
                      <c:pt idx="549">
                        <c:v>550</c:v>
                      </c:pt>
                      <c:pt idx="550">
                        <c:v>551</c:v>
                      </c:pt>
                      <c:pt idx="551">
                        <c:v>552</c:v>
                      </c:pt>
                      <c:pt idx="552">
                        <c:v>553</c:v>
                      </c:pt>
                      <c:pt idx="553">
                        <c:v>554</c:v>
                      </c:pt>
                      <c:pt idx="554">
                        <c:v>555</c:v>
                      </c:pt>
                      <c:pt idx="555">
                        <c:v>556</c:v>
                      </c:pt>
                      <c:pt idx="556">
                        <c:v>557</c:v>
                      </c:pt>
                      <c:pt idx="557">
                        <c:v>558</c:v>
                      </c:pt>
                      <c:pt idx="558">
                        <c:v>559</c:v>
                      </c:pt>
                      <c:pt idx="559">
                        <c:v>560</c:v>
                      </c:pt>
                      <c:pt idx="560">
                        <c:v>561</c:v>
                      </c:pt>
                      <c:pt idx="561">
                        <c:v>562</c:v>
                      </c:pt>
                      <c:pt idx="562">
                        <c:v>563</c:v>
                      </c:pt>
                      <c:pt idx="563">
                        <c:v>564</c:v>
                      </c:pt>
                      <c:pt idx="564">
                        <c:v>565</c:v>
                      </c:pt>
                      <c:pt idx="565">
                        <c:v>566</c:v>
                      </c:pt>
                      <c:pt idx="566">
                        <c:v>567</c:v>
                      </c:pt>
                      <c:pt idx="567">
                        <c:v>568</c:v>
                      </c:pt>
                      <c:pt idx="568">
                        <c:v>569</c:v>
                      </c:pt>
                      <c:pt idx="569">
                        <c:v>570</c:v>
                      </c:pt>
                      <c:pt idx="570">
                        <c:v>571</c:v>
                      </c:pt>
                      <c:pt idx="571">
                        <c:v>572</c:v>
                      </c:pt>
                      <c:pt idx="572">
                        <c:v>573</c:v>
                      </c:pt>
                      <c:pt idx="573">
                        <c:v>574</c:v>
                      </c:pt>
                      <c:pt idx="574">
                        <c:v>575</c:v>
                      </c:pt>
                      <c:pt idx="575">
                        <c:v>576</c:v>
                      </c:pt>
                      <c:pt idx="576">
                        <c:v>577</c:v>
                      </c:pt>
                      <c:pt idx="577">
                        <c:v>578</c:v>
                      </c:pt>
                      <c:pt idx="578">
                        <c:v>579</c:v>
                      </c:pt>
                      <c:pt idx="579">
                        <c:v>580</c:v>
                      </c:pt>
                      <c:pt idx="580">
                        <c:v>581</c:v>
                      </c:pt>
                      <c:pt idx="581">
                        <c:v>582</c:v>
                      </c:pt>
                      <c:pt idx="582">
                        <c:v>583</c:v>
                      </c:pt>
                      <c:pt idx="583">
                        <c:v>584</c:v>
                      </c:pt>
                      <c:pt idx="584">
                        <c:v>585</c:v>
                      </c:pt>
                      <c:pt idx="585">
                        <c:v>586</c:v>
                      </c:pt>
                      <c:pt idx="586">
                        <c:v>587</c:v>
                      </c:pt>
                      <c:pt idx="587">
                        <c:v>588</c:v>
                      </c:pt>
                      <c:pt idx="588">
                        <c:v>589</c:v>
                      </c:pt>
                      <c:pt idx="589">
                        <c:v>590</c:v>
                      </c:pt>
                      <c:pt idx="590">
                        <c:v>591</c:v>
                      </c:pt>
                      <c:pt idx="591">
                        <c:v>592</c:v>
                      </c:pt>
                      <c:pt idx="592">
                        <c:v>593</c:v>
                      </c:pt>
                      <c:pt idx="593">
                        <c:v>594</c:v>
                      </c:pt>
                      <c:pt idx="594">
                        <c:v>595</c:v>
                      </c:pt>
                      <c:pt idx="595">
                        <c:v>596</c:v>
                      </c:pt>
                      <c:pt idx="596">
                        <c:v>597</c:v>
                      </c:pt>
                      <c:pt idx="597">
                        <c:v>598</c:v>
                      </c:pt>
                      <c:pt idx="598">
                        <c:v>599</c:v>
                      </c:pt>
                      <c:pt idx="599">
                        <c:v>600</c:v>
                      </c:pt>
                      <c:pt idx="600">
                        <c:v>601</c:v>
                      </c:pt>
                      <c:pt idx="601">
                        <c:v>602</c:v>
                      </c:pt>
                      <c:pt idx="602">
                        <c:v>603</c:v>
                      </c:pt>
                      <c:pt idx="603">
                        <c:v>604</c:v>
                      </c:pt>
                      <c:pt idx="604">
                        <c:v>605</c:v>
                      </c:pt>
                      <c:pt idx="605">
                        <c:v>606</c:v>
                      </c:pt>
                      <c:pt idx="606">
                        <c:v>607</c:v>
                      </c:pt>
                      <c:pt idx="607">
                        <c:v>608</c:v>
                      </c:pt>
                      <c:pt idx="608">
                        <c:v>609</c:v>
                      </c:pt>
                      <c:pt idx="609">
                        <c:v>610</c:v>
                      </c:pt>
                      <c:pt idx="610">
                        <c:v>611</c:v>
                      </c:pt>
                      <c:pt idx="611">
                        <c:v>612</c:v>
                      </c:pt>
                      <c:pt idx="612">
                        <c:v>613</c:v>
                      </c:pt>
                      <c:pt idx="613">
                        <c:v>614</c:v>
                      </c:pt>
                      <c:pt idx="614">
                        <c:v>615</c:v>
                      </c:pt>
                      <c:pt idx="615">
                        <c:v>616</c:v>
                      </c:pt>
                      <c:pt idx="616">
                        <c:v>617</c:v>
                      </c:pt>
                      <c:pt idx="617">
                        <c:v>618</c:v>
                      </c:pt>
                      <c:pt idx="618">
                        <c:v>619</c:v>
                      </c:pt>
                      <c:pt idx="619">
                        <c:v>620</c:v>
                      </c:pt>
                      <c:pt idx="620">
                        <c:v>621</c:v>
                      </c:pt>
                      <c:pt idx="621">
                        <c:v>622</c:v>
                      </c:pt>
                      <c:pt idx="622">
                        <c:v>623</c:v>
                      </c:pt>
                      <c:pt idx="623">
                        <c:v>624</c:v>
                      </c:pt>
                      <c:pt idx="624">
                        <c:v>625</c:v>
                      </c:pt>
                      <c:pt idx="625">
                        <c:v>626</c:v>
                      </c:pt>
                      <c:pt idx="626">
                        <c:v>627</c:v>
                      </c:pt>
                      <c:pt idx="627">
                        <c:v>628</c:v>
                      </c:pt>
                      <c:pt idx="628">
                        <c:v>629</c:v>
                      </c:pt>
                      <c:pt idx="629">
                        <c:v>630</c:v>
                      </c:pt>
                      <c:pt idx="630">
                        <c:v>631</c:v>
                      </c:pt>
                      <c:pt idx="631">
                        <c:v>632</c:v>
                      </c:pt>
                      <c:pt idx="632">
                        <c:v>633</c:v>
                      </c:pt>
                      <c:pt idx="633">
                        <c:v>634</c:v>
                      </c:pt>
                      <c:pt idx="634">
                        <c:v>635</c:v>
                      </c:pt>
                      <c:pt idx="635">
                        <c:v>636</c:v>
                      </c:pt>
                      <c:pt idx="636">
                        <c:v>637</c:v>
                      </c:pt>
                      <c:pt idx="637">
                        <c:v>638</c:v>
                      </c:pt>
                      <c:pt idx="638">
                        <c:v>639</c:v>
                      </c:pt>
                      <c:pt idx="639">
                        <c:v>640</c:v>
                      </c:pt>
                      <c:pt idx="640">
                        <c:v>641</c:v>
                      </c:pt>
                      <c:pt idx="641">
                        <c:v>642</c:v>
                      </c:pt>
                      <c:pt idx="642">
                        <c:v>643</c:v>
                      </c:pt>
                      <c:pt idx="643">
                        <c:v>644</c:v>
                      </c:pt>
                      <c:pt idx="644">
                        <c:v>645</c:v>
                      </c:pt>
                      <c:pt idx="645">
                        <c:v>646</c:v>
                      </c:pt>
                      <c:pt idx="646">
                        <c:v>647</c:v>
                      </c:pt>
                      <c:pt idx="647">
                        <c:v>648</c:v>
                      </c:pt>
                      <c:pt idx="648">
                        <c:v>649</c:v>
                      </c:pt>
                      <c:pt idx="649">
                        <c:v>650</c:v>
                      </c:pt>
                      <c:pt idx="650">
                        <c:v>651</c:v>
                      </c:pt>
                      <c:pt idx="651">
                        <c:v>652</c:v>
                      </c:pt>
                      <c:pt idx="652">
                        <c:v>653</c:v>
                      </c:pt>
                      <c:pt idx="653">
                        <c:v>654</c:v>
                      </c:pt>
                      <c:pt idx="654">
                        <c:v>655</c:v>
                      </c:pt>
                      <c:pt idx="655">
                        <c:v>656</c:v>
                      </c:pt>
                      <c:pt idx="656">
                        <c:v>657</c:v>
                      </c:pt>
                      <c:pt idx="657">
                        <c:v>658</c:v>
                      </c:pt>
                      <c:pt idx="658">
                        <c:v>659</c:v>
                      </c:pt>
                      <c:pt idx="659">
                        <c:v>660</c:v>
                      </c:pt>
                      <c:pt idx="660">
                        <c:v>661</c:v>
                      </c:pt>
                      <c:pt idx="661">
                        <c:v>662</c:v>
                      </c:pt>
                      <c:pt idx="662">
                        <c:v>663</c:v>
                      </c:pt>
                      <c:pt idx="663">
                        <c:v>664</c:v>
                      </c:pt>
                      <c:pt idx="664">
                        <c:v>665</c:v>
                      </c:pt>
                      <c:pt idx="665">
                        <c:v>666</c:v>
                      </c:pt>
                      <c:pt idx="666">
                        <c:v>667</c:v>
                      </c:pt>
                      <c:pt idx="667">
                        <c:v>668</c:v>
                      </c:pt>
                      <c:pt idx="668">
                        <c:v>669</c:v>
                      </c:pt>
                      <c:pt idx="669">
                        <c:v>670</c:v>
                      </c:pt>
                      <c:pt idx="670">
                        <c:v>671</c:v>
                      </c:pt>
                      <c:pt idx="671">
                        <c:v>672</c:v>
                      </c:pt>
                      <c:pt idx="672">
                        <c:v>673</c:v>
                      </c:pt>
                      <c:pt idx="673">
                        <c:v>674</c:v>
                      </c:pt>
                      <c:pt idx="674">
                        <c:v>675</c:v>
                      </c:pt>
                      <c:pt idx="675">
                        <c:v>676</c:v>
                      </c:pt>
                      <c:pt idx="676">
                        <c:v>677</c:v>
                      </c:pt>
                      <c:pt idx="677">
                        <c:v>678</c:v>
                      </c:pt>
                      <c:pt idx="678">
                        <c:v>679</c:v>
                      </c:pt>
                      <c:pt idx="679">
                        <c:v>680</c:v>
                      </c:pt>
                      <c:pt idx="680">
                        <c:v>681</c:v>
                      </c:pt>
                      <c:pt idx="681">
                        <c:v>682</c:v>
                      </c:pt>
                      <c:pt idx="682">
                        <c:v>683</c:v>
                      </c:pt>
                      <c:pt idx="683">
                        <c:v>684</c:v>
                      </c:pt>
                      <c:pt idx="684">
                        <c:v>685</c:v>
                      </c:pt>
                      <c:pt idx="685">
                        <c:v>686</c:v>
                      </c:pt>
                      <c:pt idx="686">
                        <c:v>687</c:v>
                      </c:pt>
                      <c:pt idx="687">
                        <c:v>688</c:v>
                      </c:pt>
                      <c:pt idx="688">
                        <c:v>689</c:v>
                      </c:pt>
                      <c:pt idx="689">
                        <c:v>690</c:v>
                      </c:pt>
                      <c:pt idx="690">
                        <c:v>691</c:v>
                      </c:pt>
                      <c:pt idx="691">
                        <c:v>692</c:v>
                      </c:pt>
                      <c:pt idx="692">
                        <c:v>693</c:v>
                      </c:pt>
                      <c:pt idx="693">
                        <c:v>694</c:v>
                      </c:pt>
                      <c:pt idx="694">
                        <c:v>695</c:v>
                      </c:pt>
                      <c:pt idx="695">
                        <c:v>696</c:v>
                      </c:pt>
                      <c:pt idx="696">
                        <c:v>697</c:v>
                      </c:pt>
                      <c:pt idx="697">
                        <c:v>698</c:v>
                      </c:pt>
                      <c:pt idx="698">
                        <c:v>699</c:v>
                      </c:pt>
                      <c:pt idx="699">
                        <c:v>700</c:v>
                      </c:pt>
                      <c:pt idx="700">
                        <c:v>701</c:v>
                      </c:pt>
                      <c:pt idx="701">
                        <c:v>702</c:v>
                      </c:pt>
                      <c:pt idx="702">
                        <c:v>703</c:v>
                      </c:pt>
                      <c:pt idx="703">
                        <c:v>704</c:v>
                      </c:pt>
                      <c:pt idx="704">
                        <c:v>705</c:v>
                      </c:pt>
                      <c:pt idx="705">
                        <c:v>706</c:v>
                      </c:pt>
                      <c:pt idx="706">
                        <c:v>707</c:v>
                      </c:pt>
                      <c:pt idx="707">
                        <c:v>708</c:v>
                      </c:pt>
                      <c:pt idx="708">
                        <c:v>709</c:v>
                      </c:pt>
                      <c:pt idx="709">
                        <c:v>710</c:v>
                      </c:pt>
                      <c:pt idx="710">
                        <c:v>711</c:v>
                      </c:pt>
                      <c:pt idx="711">
                        <c:v>712</c:v>
                      </c:pt>
                      <c:pt idx="712">
                        <c:v>713</c:v>
                      </c:pt>
                      <c:pt idx="713">
                        <c:v>714</c:v>
                      </c:pt>
                      <c:pt idx="714">
                        <c:v>715</c:v>
                      </c:pt>
                      <c:pt idx="715">
                        <c:v>716</c:v>
                      </c:pt>
                      <c:pt idx="716">
                        <c:v>717</c:v>
                      </c:pt>
                      <c:pt idx="717">
                        <c:v>718</c:v>
                      </c:pt>
                      <c:pt idx="718">
                        <c:v>719</c:v>
                      </c:pt>
                      <c:pt idx="719">
                        <c:v>720</c:v>
                      </c:pt>
                      <c:pt idx="720">
                        <c:v>721</c:v>
                      </c:pt>
                      <c:pt idx="721">
                        <c:v>722</c:v>
                      </c:pt>
                      <c:pt idx="722">
                        <c:v>723</c:v>
                      </c:pt>
                      <c:pt idx="723">
                        <c:v>724</c:v>
                      </c:pt>
                      <c:pt idx="724">
                        <c:v>725</c:v>
                      </c:pt>
                      <c:pt idx="725">
                        <c:v>726</c:v>
                      </c:pt>
                      <c:pt idx="726">
                        <c:v>727</c:v>
                      </c:pt>
                      <c:pt idx="727">
                        <c:v>728</c:v>
                      </c:pt>
                      <c:pt idx="728">
                        <c:v>729</c:v>
                      </c:pt>
                      <c:pt idx="729">
                        <c:v>730</c:v>
                      </c:pt>
                      <c:pt idx="730">
                        <c:v>731</c:v>
                      </c:pt>
                      <c:pt idx="731">
                        <c:v>732</c:v>
                      </c:pt>
                      <c:pt idx="732">
                        <c:v>733</c:v>
                      </c:pt>
                      <c:pt idx="733">
                        <c:v>734</c:v>
                      </c:pt>
                      <c:pt idx="734">
                        <c:v>735</c:v>
                      </c:pt>
                      <c:pt idx="735">
                        <c:v>736</c:v>
                      </c:pt>
                      <c:pt idx="736">
                        <c:v>737</c:v>
                      </c:pt>
                      <c:pt idx="737">
                        <c:v>738</c:v>
                      </c:pt>
                      <c:pt idx="738">
                        <c:v>739</c:v>
                      </c:pt>
                      <c:pt idx="739">
                        <c:v>740</c:v>
                      </c:pt>
                      <c:pt idx="740">
                        <c:v>741</c:v>
                      </c:pt>
                      <c:pt idx="741">
                        <c:v>742</c:v>
                      </c:pt>
                      <c:pt idx="742">
                        <c:v>743</c:v>
                      </c:pt>
                      <c:pt idx="743">
                        <c:v>744</c:v>
                      </c:pt>
                      <c:pt idx="744">
                        <c:v>745</c:v>
                      </c:pt>
                      <c:pt idx="745">
                        <c:v>746</c:v>
                      </c:pt>
                      <c:pt idx="746">
                        <c:v>747</c:v>
                      </c:pt>
                      <c:pt idx="747">
                        <c:v>748</c:v>
                      </c:pt>
                      <c:pt idx="748">
                        <c:v>749</c:v>
                      </c:pt>
                      <c:pt idx="749">
                        <c:v>750</c:v>
                      </c:pt>
                      <c:pt idx="750">
                        <c:v>751</c:v>
                      </c:pt>
                      <c:pt idx="751">
                        <c:v>752</c:v>
                      </c:pt>
                      <c:pt idx="752">
                        <c:v>753</c:v>
                      </c:pt>
                      <c:pt idx="753">
                        <c:v>754</c:v>
                      </c:pt>
                      <c:pt idx="754">
                        <c:v>755</c:v>
                      </c:pt>
                      <c:pt idx="755">
                        <c:v>756</c:v>
                      </c:pt>
                      <c:pt idx="756">
                        <c:v>757</c:v>
                      </c:pt>
                      <c:pt idx="757">
                        <c:v>758</c:v>
                      </c:pt>
                      <c:pt idx="758">
                        <c:v>759</c:v>
                      </c:pt>
                      <c:pt idx="759">
                        <c:v>760</c:v>
                      </c:pt>
                      <c:pt idx="760">
                        <c:v>761</c:v>
                      </c:pt>
                      <c:pt idx="761">
                        <c:v>762</c:v>
                      </c:pt>
                      <c:pt idx="762">
                        <c:v>763</c:v>
                      </c:pt>
                      <c:pt idx="763">
                        <c:v>764</c:v>
                      </c:pt>
                      <c:pt idx="764">
                        <c:v>765</c:v>
                      </c:pt>
                      <c:pt idx="765">
                        <c:v>766</c:v>
                      </c:pt>
                      <c:pt idx="766">
                        <c:v>767</c:v>
                      </c:pt>
                      <c:pt idx="767">
                        <c:v>768</c:v>
                      </c:pt>
                      <c:pt idx="768">
                        <c:v>769</c:v>
                      </c:pt>
                      <c:pt idx="769">
                        <c:v>770</c:v>
                      </c:pt>
                      <c:pt idx="770">
                        <c:v>771</c:v>
                      </c:pt>
                      <c:pt idx="771">
                        <c:v>772</c:v>
                      </c:pt>
                      <c:pt idx="772">
                        <c:v>773</c:v>
                      </c:pt>
                      <c:pt idx="773">
                        <c:v>774</c:v>
                      </c:pt>
                      <c:pt idx="774">
                        <c:v>775</c:v>
                      </c:pt>
                      <c:pt idx="775">
                        <c:v>776</c:v>
                      </c:pt>
                      <c:pt idx="776">
                        <c:v>777</c:v>
                      </c:pt>
                      <c:pt idx="777">
                        <c:v>778</c:v>
                      </c:pt>
                      <c:pt idx="778">
                        <c:v>779</c:v>
                      </c:pt>
                      <c:pt idx="779">
                        <c:v>780</c:v>
                      </c:pt>
                      <c:pt idx="780">
                        <c:v>781</c:v>
                      </c:pt>
                      <c:pt idx="781">
                        <c:v>782</c:v>
                      </c:pt>
                      <c:pt idx="782">
                        <c:v>783</c:v>
                      </c:pt>
                      <c:pt idx="783">
                        <c:v>784</c:v>
                      </c:pt>
                      <c:pt idx="784">
                        <c:v>785</c:v>
                      </c:pt>
                      <c:pt idx="785">
                        <c:v>786</c:v>
                      </c:pt>
                      <c:pt idx="786">
                        <c:v>787</c:v>
                      </c:pt>
                      <c:pt idx="787">
                        <c:v>788</c:v>
                      </c:pt>
                      <c:pt idx="788">
                        <c:v>789</c:v>
                      </c:pt>
                      <c:pt idx="789">
                        <c:v>790</c:v>
                      </c:pt>
                      <c:pt idx="790">
                        <c:v>791</c:v>
                      </c:pt>
                      <c:pt idx="791">
                        <c:v>792</c:v>
                      </c:pt>
                      <c:pt idx="792">
                        <c:v>793</c:v>
                      </c:pt>
                      <c:pt idx="793">
                        <c:v>794</c:v>
                      </c:pt>
                      <c:pt idx="794">
                        <c:v>795</c:v>
                      </c:pt>
                      <c:pt idx="795">
                        <c:v>796</c:v>
                      </c:pt>
                      <c:pt idx="796">
                        <c:v>797</c:v>
                      </c:pt>
                      <c:pt idx="797">
                        <c:v>798</c:v>
                      </c:pt>
                      <c:pt idx="798">
                        <c:v>799</c:v>
                      </c:pt>
                      <c:pt idx="799">
                        <c:v>800</c:v>
                      </c:pt>
                      <c:pt idx="800">
                        <c:v>801</c:v>
                      </c:pt>
                      <c:pt idx="801">
                        <c:v>802</c:v>
                      </c:pt>
                      <c:pt idx="802">
                        <c:v>803</c:v>
                      </c:pt>
                      <c:pt idx="803">
                        <c:v>804</c:v>
                      </c:pt>
                      <c:pt idx="804">
                        <c:v>805</c:v>
                      </c:pt>
                      <c:pt idx="805">
                        <c:v>806</c:v>
                      </c:pt>
                      <c:pt idx="806">
                        <c:v>807</c:v>
                      </c:pt>
                      <c:pt idx="807">
                        <c:v>808</c:v>
                      </c:pt>
                      <c:pt idx="808">
                        <c:v>809</c:v>
                      </c:pt>
                      <c:pt idx="809">
                        <c:v>810</c:v>
                      </c:pt>
                      <c:pt idx="810">
                        <c:v>811</c:v>
                      </c:pt>
                      <c:pt idx="811">
                        <c:v>812</c:v>
                      </c:pt>
                      <c:pt idx="812">
                        <c:v>813</c:v>
                      </c:pt>
                      <c:pt idx="813">
                        <c:v>814</c:v>
                      </c:pt>
                      <c:pt idx="814">
                        <c:v>815</c:v>
                      </c:pt>
                      <c:pt idx="815">
                        <c:v>816</c:v>
                      </c:pt>
                      <c:pt idx="816">
                        <c:v>817</c:v>
                      </c:pt>
                      <c:pt idx="817">
                        <c:v>818</c:v>
                      </c:pt>
                      <c:pt idx="818">
                        <c:v>819</c:v>
                      </c:pt>
                      <c:pt idx="819">
                        <c:v>820</c:v>
                      </c:pt>
                      <c:pt idx="820">
                        <c:v>821</c:v>
                      </c:pt>
                      <c:pt idx="821">
                        <c:v>822</c:v>
                      </c:pt>
                      <c:pt idx="822">
                        <c:v>823</c:v>
                      </c:pt>
                      <c:pt idx="823">
                        <c:v>824</c:v>
                      </c:pt>
                      <c:pt idx="824">
                        <c:v>825</c:v>
                      </c:pt>
                      <c:pt idx="825">
                        <c:v>826</c:v>
                      </c:pt>
                      <c:pt idx="826">
                        <c:v>827</c:v>
                      </c:pt>
                      <c:pt idx="827">
                        <c:v>828</c:v>
                      </c:pt>
                      <c:pt idx="828">
                        <c:v>829</c:v>
                      </c:pt>
                      <c:pt idx="829">
                        <c:v>830</c:v>
                      </c:pt>
                      <c:pt idx="830">
                        <c:v>831</c:v>
                      </c:pt>
                      <c:pt idx="831">
                        <c:v>832</c:v>
                      </c:pt>
                      <c:pt idx="832">
                        <c:v>833</c:v>
                      </c:pt>
                      <c:pt idx="833">
                        <c:v>834</c:v>
                      </c:pt>
                      <c:pt idx="834">
                        <c:v>835</c:v>
                      </c:pt>
                      <c:pt idx="835">
                        <c:v>836</c:v>
                      </c:pt>
                      <c:pt idx="836">
                        <c:v>837</c:v>
                      </c:pt>
                      <c:pt idx="837">
                        <c:v>838</c:v>
                      </c:pt>
                      <c:pt idx="838">
                        <c:v>839</c:v>
                      </c:pt>
                      <c:pt idx="839">
                        <c:v>840</c:v>
                      </c:pt>
                      <c:pt idx="840">
                        <c:v>841</c:v>
                      </c:pt>
                      <c:pt idx="841">
                        <c:v>842</c:v>
                      </c:pt>
                      <c:pt idx="842">
                        <c:v>843</c:v>
                      </c:pt>
                      <c:pt idx="843">
                        <c:v>844</c:v>
                      </c:pt>
                      <c:pt idx="844">
                        <c:v>845</c:v>
                      </c:pt>
                      <c:pt idx="845">
                        <c:v>846</c:v>
                      </c:pt>
                      <c:pt idx="846">
                        <c:v>847</c:v>
                      </c:pt>
                      <c:pt idx="847">
                        <c:v>848</c:v>
                      </c:pt>
                      <c:pt idx="848">
                        <c:v>849</c:v>
                      </c:pt>
                      <c:pt idx="849">
                        <c:v>850</c:v>
                      </c:pt>
                      <c:pt idx="850">
                        <c:v>851</c:v>
                      </c:pt>
                      <c:pt idx="851">
                        <c:v>852</c:v>
                      </c:pt>
                      <c:pt idx="852">
                        <c:v>853</c:v>
                      </c:pt>
                      <c:pt idx="853">
                        <c:v>854</c:v>
                      </c:pt>
                      <c:pt idx="854">
                        <c:v>855</c:v>
                      </c:pt>
                      <c:pt idx="855">
                        <c:v>856</c:v>
                      </c:pt>
                      <c:pt idx="856">
                        <c:v>857</c:v>
                      </c:pt>
                      <c:pt idx="857">
                        <c:v>858</c:v>
                      </c:pt>
                      <c:pt idx="858">
                        <c:v>859</c:v>
                      </c:pt>
                      <c:pt idx="859">
                        <c:v>860</c:v>
                      </c:pt>
                      <c:pt idx="860">
                        <c:v>861</c:v>
                      </c:pt>
                      <c:pt idx="861">
                        <c:v>862</c:v>
                      </c:pt>
                      <c:pt idx="862">
                        <c:v>863</c:v>
                      </c:pt>
                      <c:pt idx="863">
                        <c:v>864</c:v>
                      </c:pt>
                      <c:pt idx="864">
                        <c:v>865</c:v>
                      </c:pt>
                      <c:pt idx="865">
                        <c:v>866</c:v>
                      </c:pt>
                      <c:pt idx="866">
                        <c:v>867</c:v>
                      </c:pt>
                      <c:pt idx="867">
                        <c:v>868</c:v>
                      </c:pt>
                      <c:pt idx="868">
                        <c:v>869</c:v>
                      </c:pt>
                      <c:pt idx="869">
                        <c:v>870</c:v>
                      </c:pt>
                      <c:pt idx="870">
                        <c:v>871</c:v>
                      </c:pt>
                      <c:pt idx="871">
                        <c:v>872</c:v>
                      </c:pt>
                      <c:pt idx="872">
                        <c:v>873</c:v>
                      </c:pt>
                      <c:pt idx="873">
                        <c:v>874</c:v>
                      </c:pt>
                      <c:pt idx="874">
                        <c:v>875</c:v>
                      </c:pt>
                      <c:pt idx="875">
                        <c:v>876</c:v>
                      </c:pt>
                      <c:pt idx="876">
                        <c:v>877</c:v>
                      </c:pt>
                      <c:pt idx="877">
                        <c:v>878</c:v>
                      </c:pt>
                      <c:pt idx="878">
                        <c:v>879</c:v>
                      </c:pt>
                      <c:pt idx="879">
                        <c:v>880</c:v>
                      </c:pt>
                      <c:pt idx="880">
                        <c:v>881</c:v>
                      </c:pt>
                      <c:pt idx="881">
                        <c:v>882</c:v>
                      </c:pt>
                      <c:pt idx="882">
                        <c:v>883</c:v>
                      </c:pt>
                      <c:pt idx="883">
                        <c:v>884</c:v>
                      </c:pt>
                      <c:pt idx="884">
                        <c:v>885</c:v>
                      </c:pt>
                      <c:pt idx="885">
                        <c:v>886</c:v>
                      </c:pt>
                      <c:pt idx="886">
                        <c:v>887</c:v>
                      </c:pt>
                      <c:pt idx="887">
                        <c:v>888</c:v>
                      </c:pt>
                      <c:pt idx="888">
                        <c:v>889</c:v>
                      </c:pt>
                      <c:pt idx="889">
                        <c:v>890</c:v>
                      </c:pt>
                      <c:pt idx="890">
                        <c:v>891</c:v>
                      </c:pt>
                      <c:pt idx="891">
                        <c:v>892</c:v>
                      </c:pt>
                      <c:pt idx="892">
                        <c:v>893</c:v>
                      </c:pt>
                      <c:pt idx="893">
                        <c:v>894</c:v>
                      </c:pt>
                      <c:pt idx="894">
                        <c:v>895</c:v>
                      </c:pt>
                      <c:pt idx="895">
                        <c:v>896</c:v>
                      </c:pt>
                      <c:pt idx="896">
                        <c:v>897</c:v>
                      </c:pt>
                      <c:pt idx="897">
                        <c:v>898</c:v>
                      </c:pt>
                      <c:pt idx="898">
                        <c:v>899</c:v>
                      </c:pt>
                      <c:pt idx="899">
                        <c:v>900</c:v>
                      </c:pt>
                      <c:pt idx="900">
                        <c:v>901</c:v>
                      </c:pt>
                      <c:pt idx="901">
                        <c:v>902</c:v>
                      </c:pt>
                      <c:pt idx="902">
                        <c:v>903</c:v>
                      </c:pt>
                      <c:pt idx="903">
                        <c:v>904</c:v>
                      </c:pt>
                      <c:pt idx="904">
                        <c:v>905</c:v>
                      </c:pt>
                      <c:pt idx="905">
                        <c:v>906</c:v>
                      </c:pt>
                      <c:pt idx="906">
                        <c:v>907</c:v>
                      </c:pt>
                      <c:pt idx="907">
                        <c:v>908</c:v>
                      </c:pt>
                      <c:pt idx="908">
                        <c:v>909</c:v>
                      </c:pt>
                      <c:pt idx="909">
                        <c:v>910</c:v>
                      </c:pt>
                      <c:pt idx="910">
                        <c:v>911</c:v>
                      </c:pt>
                      <c:pt idx="911">
                        <c:v>912</c:v>
                      </c:pt>
                      <c:pt idx="912">
                        <c:v>913</c:v>
                      </c:pt>
                      <c:pt idx="913">
                        <c:v>914</c:v>
                      </c:pt>
                      <c:pt idx="914">
                        <c:v>915</c:v>
                      </c:pt>
                      <c:pt idx="915">
                        <c:v>916</c:v>
                      </c:pt>
                      <c:pt idx="916">
                        <c:v>917</c:v>
                      </c:pt>
                      <c:pt idx="917">
                        <c:v>918</c:v>
                      </c:pt>
                      <c:pt idx="918">
                        <c:v>919</c:v>
                      </c:pt>
                      <c:pt idx="919">
                        <c:v>920</c:v>
                      </c:pt>
                      <c:pt idx="920">
                        <c:v>921</c:v>
                      </c:pt>
                      <c:pt idx="921">
                        <c:v>922</c:v>
                      </c:pt>
                      <c:pt idx="922">
                        <c:v>923</c:v>
                      </c:pt>
                      <c:pt idx="923">
                        <c:v>924</c:v>
                      </c:pt>
                      <c:pt idx="924">
                        <c:v>925</c:v>
                      </c:pt>
                      <c:pt idx="925">
                        <c:v>926</c:v>
                      </c:pt>
                      <c:pt idx="926">
                        <c:v>927</c:v>
                      </c:pt>
                      <c:pt idx="927">
                        <c:v>928</c:v>
                      </c:pt>
                      <c:pt idx="928">
                        <c:v>929</c:v>
                      </c:pt>
                      <c:pt idx="929">
                        <c:v>930</c:v>
                      </c:pt>
                      <c:pt idx="930">
                        <c:v>931</c:v>
                      </c:pt>
                      <c:pt idx="931">
                        <c:v>932</c:v>
                      </c:pt>
                      <c:pt idx="932">
                        <c:v>933</c:v>
                      </c:pt>
                      <c:pt idx="933">
                        <c:v>934</c:v>
                      </c:pt>
                      <c:pt idx="934">
                        <c:v>935</c:v>
                      </c:pt>
                      <c:pt idx="935">
                        <c:v>936</c:v>
                      </c:pt>
                      <c:pt idx="936">
                        <c:v>937</c:v>
                      </c:pt>
                      <c:pt idx="937">
                        <c:v>938</c:v>
                      </c:pt>
                      <c:pt idx="938">
                        <c:v>939</c:v>
                      </c:pt>
                      <c:pt idx="939">
                        <c:v>940</c:v>
                      </c:pt>
                      <c:pt idx="940">
                        <c:v>941</c:v>
                      </c:pt>
                      <c:pt idx="941">
                        <c:v>942</c:v>
                      </c:pt>
                      <c:pt idx="942">
                        <c:v>943</c:v>
                      </c:pt>
                      <c:pt idx="943">
                        <c:v>944</c:v>
                      </c:pt>
                      <c:pt idx="944">
                        <c:v>945</c:v>
                      </c:pt>
                      <c:pt idx="945">
                        <c:v>946</c:v>
                      </c:pt>
                      <c:pt idx="946">
                        <c:v>947</c:v>
                      </c:pt>
                      <c:pt idx="947">
                        <c:v>948</c:v>
                      </c:pt>
                      <c:pt idx="948">
                        <c:v>949</c:v>
                      </c:pt>
                      <c:pt idx="949">
                        <c:v>950</c:v>
                      </c:pt>
                      <c:pt idx="950">
                        <c:v>951</c:v>
                      </c:pt>
                      <c:pt idx="951">
                        <c:v>952</c:v>
                      </c:pt>
                      <c:pt idx="952">
                        <c:v>953</c:v>
                      </c:pt>
                      <c:pt idx="953">
                        <c:v>954</c:v>
                      </c:pt>
                      <c:pt idx="954">
                        <c:v>955</c:v>
                      </c:pt>
                      <c:pt idx="955">
                        <c:v>956</c:v>
                      </c:pt>
                      <c:pt idx="956">
                        <c:v>957</c:v>
                      </c:pt>
                      <c:pt idx="957">
                        <c:v>958</c:v>
                      </c:pt>
                      <c:pt idx="958">
                        <c:v>959</c:v>
                      </c:pt>
                      <c:pt idx="959">
                        <c:v>960</c:v>
                      </c:pt>
                      <c:pt idx="960">
                        <c:v>961</c:v>
                      </c:pt>
                      <c:pt idx="961">
                        <c:v>962</c:v>
                      </c:pt>
                      <c:pt idx="962">
                        <c:v>963</c:v>
                      </c:pt>
                      <c:pt idx="963">
                        <c:v>964</c:v>
                      </c:pt>
                      <c:pt idx="964">
                        <c:v>965</c:v>
                      </c:pt>
                      <c:pt idx="965">
                        <c:v>966</c:v>
                      </c:pt>
                      <c:pt idx="966">
                        <c:v>967</c:v>
                      </c:pt>
                      <c:pt idx="967">
                        <c:v>968</c:v>
                      </c:pt>
                      <c:pt idx="968">
                        <c:v>969</c:v>
                      </c:pt>
                      <c:pt idx="969">
                        <c:v>970</c:v>
                      </c:pt>
                      <c:pt idx="970">
                        <c:v>971</c:v>
                      </c:pt>
                      <c:pt idx="971">
                        <c:v>972</c:v>
                      </c:pt>
                      <c:pt idx="972">
                        <c:v>973</c:v>
                      </c:pt>
                      <c:pt idx="973">
                        <c:v>974</c:v>
                      </c:pt>
                      <c:pt idx="974">
                        <c:v>975</c:v>
                      </c:pt>
                      <c:pt idx="975">
                        <c:v>976</c:v>
                      </c:pt>
                      <c:pt idx="976">
                        <c:v>977</c:v>
                      </c:pt>
                      <c:pt idx="977">
                        <c:v>978</c:v>
                      </c:pt>
                      <c:pt idx="978">
                        <c:v>979</c:v>
                      </c:pt>
                      <c:pt idx="979">
                        <c:v>980</c:v>
                      </c:pt>
                      <c:pt idx="980">
                        <c:v>981</c:v>
                      </c:pt>
                      <c:pt idx="981">
                        <c:v>982</c:v>
                      </c:pt>
                      <c:pt idx="982">
                        <c:v>983</c:v>
                      </c:pt>
                      <c:pt idx="983">
                        <c:v>984</c:v>
                      </c:pt>
                      <c:pt idx="984">
                        <c:v>985</c:v>
                      </c:pt>
                      <c:pt idx="985">
                        <c:v>986</c:v>
                      </c:pt>
                      <c:pt idx="986">
                        <c:v>987</c:v>
                      </c:pt>
                      <c:pt idx="987">
                        <c:v>988</c:v>
                      </c:pt>
                      <c:pt idx="988">
                        <c:v>989</c:v>
                      </c:pt>
                      <c:pt idx="989">
                        <c:v>990</c:v>
                      </c:pt>
                      <c:pt idx="990">
                        <c:v>991</c:v>
                      </c:pt>
                      <c:pt idx="991">
                        <c:v>992</c:v>
                      </c:pt>
                      <c:pt idx="992">
                        <c:v>993</c:v>
                      </c:pt>
                      <c:pt idx="993">
                        <c:v>994</c:v>
                      </c:pt>
                      <c:pt idx="994">
                        <c:v>995</c:v>
                      </c:pt>
                      <c:pt idx="995">
                        <c:v>996</c:v>
                      </c:pt>
                      <c:pt idx="996">
                        <c:v>997</c:v>
                      </c:pt>
                      <c:pt idx="997">
                        <c:v>998</c:v>
                      </c:pt>
                      <c:pt idx="998">
                        <c:v>999</c:v>
                      </c:pt>
                      <c:pt idx="999">
                        <c:v>1000</c:v>
                      </c:pt>
                      <c:pt idx="1000">
                        <c:v>1001</c:v>
                      </c:pt>
                      <c:pt idx="1001">
                        <c:v>1002</c:v>
                      </c:pt>
                      <c:pt idx="1002">
                        <c:v>1003</c:v>
                      </c:pt>
                      <c:pt idx="1003">
                        <c:v>1004</c:v>
                      </c:pt>
                      <c:pt idx="1004">
                        <c:v>1005</c:v>
                      </c:pt>
                      <c:pt idx="1005">
                        <c:v>1006</c:v>
                      </c:pt>
                      <c:pt idx="1006">
                        <c:v>1007</c:v>
                      </c:pt>
                      <c:pt idx="1007">
                        <c:v>1008</c:v>
                      </c:pt>
                      <c:pt idx="1008">
                        <c:v>1009</c:v>
                      </c:pt>
                      <c:pt idx="1009">
                        <c:v>1010</c:v>
                      </c:pt>
                      <c:pt idx="1010">
                        <c:v>1011</c:v>
                      </c:pt>
                      <c:pt idx="1011">
                        <c:v>1012</c:v>
                      </c:pt>
                      <c:pt idx="1012">
                        <c:v>1013</c:v>
                      </c:pt>
                      <c:pt idx="1013">
                        <c:v>1014</c:v>
                      </c:pt>
                      <c:pt idx="1014">
                        <c:v>1015</c:v>
                      </c:pt>
                      <c:pt idx="1015">
                        <c:v>1016</c:v>
                      </c:pt>
                      <c:pt idx="1016">
                        <c:v>1017</c:v>
                      </c:pt>
                      <c:pt idx="1017">
                        <c:v>1018</c:v>
                      </c:pt>
                      <c:pt idx="1018">
                        <c:v>1019</c:v>
                      </c:pt>
                      <c:pt idx="1019">
                        <c:v>1020</c:v>
                      </c:pt>
                      <c:pt idx="1020">
                        <c:v>1021</c:v>
                      </c:pt>
                      <c:pt idx="1021">
                        <c:v>1022</c:v>
                      </c:pt>
                      <c:pt idx="1022">
                        <c:v>1023</c:v>
                      </c:pt>
                      <c:pt idx="1023">
                        <c:v>1024</c:v>
                      </c:pt>
                      <c:pt idx="1024">
                        <c:v>1025</c:v>
                      </c:pt>
                      <c:pt idx="1025">
                        <c:v>1026</c:v>
                      </c:pt>
                      <c:pt idx="1026">
                        <c:v>1027</c:v>
                      </c:pt>
                      <c:pt idx="1027">
                        <c:v>1028</c:v>
                      </c:pt>
                      <c:pt idx="1028">
                        <c:v>1029</c:v>
                      </c:pt>
                      <c:pt idx="1029">
                        <c:v>1030</c:v>
                      </c:pt>
                      <c:pt idx="1030">
                        <c:v>1031</c:v>
                      </c:pt>
                      <c:pt idx="1031">
                        <c:v>1032</c:v>
                      </c:pt>
                      <c:pt idx="1032">
                        <c:v>1033</c:v>
                      </c:pt>
                      <c:pt idx="1033">
                        <c:v>1034</c:v>
                      </c:pt>
                      <c:pt idx="1034">
                        <c:v>1035</c:v>
                      </c:pt>
                      <c:pt idx="1035">
                        <c:v>1036</c:v>
                      </c:pt>
                      <c:pt idx="1036">
                        <c:v>1037</c:v>
                      </c:pt>
                      <c:pt idx="1037">
                        <c:v>1038</c:v>
                      </c:pt>
                      <c:pt idx="1038">
                        <c:v>1039</c:v>
                      </c:pt>
                      <c:pt idx="1039">
                        <c:v>1040</c:v>
                      </c:pt>
                      <c:pt idx="1040">
                        <c:v>1041</c:v>
                      </c:pt>
                      <c:pt idx="1041">
                        <c:v>1042</c:v>
                      </c:pt>
                      <c:pt idx="1042">
                        <c:v>1043</c:v>
                      </c:pt>
                      <c:pt idx="1043">
                        <c:v>1044</c:v>
                      </c:pt>
                      <c:pt idx="1044">
                        <c:v>1045</c:v>
                      </c:pt>
                      <c:pt idx="1045">
                        <c:v>1046</c:v>
                      </c:pt>
                      <c:pt idx="1046">
                        <c:v>1047</c:v>
                      </c:pt>
                      <c:pt idx="1047">
                        <c:v>1048</c:v>
                      </c:pt>
                      <c:pt idx="1048">
                        <c:v>1049</c:v>
                      </c:pt>
                      <c:pt idx="1049">
                        <c:v>1050</c:v>
                      </c:pt>
                      <c:pt idx="1050">
                        <c:v>1051</c:v>
                      </c:pt>
                      <c:pt idx="1051">
                        <c:v>1052</c:v>
                      </c:pt>
                      <c:pt idx="1052">
                        <c:v>1053</c:v>
                      </c:pt>
                      <c:pt idx="1053">
                        <c:v>1054</c:v>
                      </c:pt>
                      <c:pt idx="1054">
                        <c:v>1055</c:v>
                      </c:pt>
                      <c:pt idx="1055">
                        <c:v>1056</c:v>
                      </c:pt>
                      <c:pt idx="1056">
                        <c:v>1057</c:v>
                      </c:pt>
                      <c:pt idx="1057">
                        <c:v>1058</c:v>
                      </c:pt>
                      <c:pt idx="1058">
                        <c:v>1059</c:v>
                      </c:pt>
                      <c:pt idx="1059">
                        <c:v>1060</c:v>
                      </c:pt>
                      <c:pt idx="1060">
                        <c:v>1061</c:v>
                      </c:pt>
                      <c:pt idx="1061">
                        <c:v>1062</c:v>
                      </c:pt>
                      <c:pt idx="1062">
                        <c:v>1063</c:v>
                      </c:pt>
                      <c:pt idx="1063">
                        <c:v>1064</c:v>
                      </c:pt>
                      <c:pt idx="1064">
                        <c:v>1065</c:v>
                      </c:pt>
                      <c:pt idx="1065">
                        <c:v>1066</c:v>
                      </c:pt>
                      <c:pt idx="1066">
                        <c:v>1067</c:v>
                      </c:pt>
                      <c:pt idx="1067">
                        <c:v>1068</c:v>
                      </c:pt>
                      <c:pt idx="1068">
                        <c:v>1069</c:v>
                      </c:pt>
                      <c:pt idx="1069">
                        <c:v>1070</c:v>
                      </c:pt>
                      <c:pt idx="1070">
                        <c:v>1071</c:v>
                      </c:pt>
                      <c:pt idx="1071">
                        <c:v>1072</c:v>
                      </c:pt>
                      <c:pt idx="1072">
                        <c:v>1073</c:v>
                      </c:pt>
                      <c:pt idx="1073">
                        <c:v>1074</c:v>
                      </c:pt>
                      <c:pt idx="1074">
                        <c:v>1075</c:v>
                      </c:pt>
                      <c:pt idx="1075">
                        <c:v>1076</c:v>
                      </c:pt>
                      <c:pt idx="1076">
                        <c:v>1077</c:v>
                      </c:pt>
                      <c:pt idx="1077">
                        <c:v>1078</c:v>
                      </c:pt>
                      <c:pt idx="1078">
                        <c:v>1079</c:v>
                      </c:pt>
                      <c:pt idx="1079">
                        <c:v>1080</c:v>
                      </c:pt>
                      <c:pt idx="1080">
                        <c:v>1081</c:v>
                      </c:pt>
                      <c:pt idx="1081">
                        <c:v>1082</c:v>
                      </c:pt>
                      <c:pt idx="1082">
                        <c:v>1083</c:v>
                      </c:pt>
                      <c:pt idx="1083">
                        <c:v>1084</c:v>
                      </c:pt>
                      <c:pt idx="1084">
                        <c:v>1085</c:v>
                      </c:pt>
                      <c:pt idx="1085">
                        <c:v>1086</c:v>
                      </c:pt>
                      <c:pt idx="1086">
                        <c:v>1087</c:v>
                      </c:pt>
                      <c:pt idx="1087">
                        <c:v>1088</c:v>
                      </c:pt>
                      <c:pt idx="1088">
                        <c:v>1089</c:v>
                      </c:pt>
                      <c:pt idx="1089">
                        <c:v>1090</c:v>
                      </c:pt>
                      <c:pt idx="1090">
                        <c:v>1091</c:v>
                      </c:pt>
                      <c:pt idx="1091">
                        <c:v>1092</c:v>
                      </c:pt>
                      <c:pt idx="1092">
                        <c:v>1093</c:v>
                      </c:pt>
                      <c:pt idx="1093">
                        <c:v>1094</c:v>
                      </c:pt>
                      <c:pt idx="1094">
                        <c:v>1095</c:v>
                      </c:pt>
                      <c:pt idx="1095">
                        <c:v>1096</c:v>
                      </c:pt>
                      <c:pt idx="1096">
                        <c:v>1097</c:v>
                      </c:pt>
                      <c:pt idx="1097">
                        <c:v>1098</c:v>
                      </c:pt>
                      <c:pt idx="1098">
                        <c:v>1099</c:v>
                      </c:pt>
                      <c:pt idx="1099">
                        <c:v>1100</c:v>
                      </c:pt>
                      <c:pt idx="1100">
                        <c:v>1101</c:v>
                      </c:pt>
                      <c:pt idx="1101">
                        <c:v>1102</c:v>
                      </c:pt>
                      <c:pt idx="1102">
                        <c:v>1103</c:v>
                      </c:pt>
                      <c:pt idx="1103">
                        <c:v>1104</c:v>
                      </c:pt>
                      <c:pt idx="1104">
                        <c:v>1105</c:v>
                      </c:pt>
                      <c:pt idx="1105">
                        <c:v>1106</c:v>
                      </c:pt>
                      <c:pt idx="1106">
                        <c:v>1107</c:v>
                      </c:pt>
                      <c:pt idx="1107">
                        <c:v>1108</c:v>
                      </c:pt>
                      <c:pt idx="1108">
                        <c:v>1109</c:v>
                      </c:pt>
                      <c:pt idx="1109">
                        <c:v>1110</c:v>
                      </c:pt>
                      <c:pt idx="1110">
                        <c:v>1111</c:v>
                      </c:pt>
                      <c:pt idx="1111">
                        <c:v>1112</c:v>
                      </c:pt>
                      <c:pt idx="1112">
                        <c:v>1113</c:v>
                      </c:pt>
                      <c:pt idx="1113">
                        <c:v>1114</c:v>
                      </c:pt>
                      <c:pt idx="1114">
                        <c:v>1115</c:v>
                      </c:pt>
                      <c:pt idx="1115">
                        <c:v>1116</c:v>
                      </c:pt>
                      <c:pt idx="1116">
                        <c:v>1117</c:v>
                      </c:pt>
                      <c:pt idx="1117">
                        <c:v>1118</c:v>
                      </c:pt>
                      <c:pt idx="1118">
                        <c:v>1119</c:v>
                      </c:pt>
                      <c:pt idx="1119">
                        <c:v>1120</c:v>
                      </c:pt>
                      <c:pt idx="1120">
                        <c:v>1121</c:v>
                      </c:pt>
                      <c:pt idx="1121">
                        <c:v>1122</c:v>
                      </c:pt>
                      <c:pt idx="1122">
                        <c:v>1123</c:v>
                      </c:pt>
                      <c:pt idx="1123">
                        <c:v>1124</c:v>
                      </c:pt>
                      <c:pt idx="1124">
                        <c:v>1125</c:v>
                      </c:pt>
                      <c:pt idx="1125">
                        <c:v>1126</c:v>
                      </c:pt>
                      <c:pt idx="1126">
                        <c:v>1127</c:v>
                      </c:pt>
                      <c:pt idx="1127">
                        <c:v>1128</c:v>
                      </c:pt>
                      <c:pt idx="1128">
                        <c:v>1129</c:v>
                      </c:pt>
                      <c:pt idx="1129">
                        <c:v>1130</c:v>
                      </c:pt>
                      <c:pt idx="1130">
                        <c:v>1131</c:v>
                      </c:pt>
                      <c:pt idx="1131">
                        <c:v>1132</c:v>
                      </c:pt>
                      <c:pt idx="1132">
                        <c:v>1133</c:v>
                      </c:pt>
                      <c:pt idx="1133">
                        <c:v>1134</c:v>
                      </c:pt>
                      <c:pt idx="1134">
                        <c:v>1135</c:v>
                      </c:pt>
                      <c:pt idx="1135">
                        <c:v>1136</c:v>
                      </c:pt>
                      <c:pt idx="1136">
                        <c:v>1137</c:v>
                      </c:pt>
                      <c:pt idx="1137">
                        <c:v>1138</c:v>
                      </c:pt>
                      <c:pt idx="1138">
                        <c:v>1139</c:v>
                      </c:pt>
                      <c:pt idx="1139">
                        <c:v>1140</c:v>
                      </c:pt>
                      <c:pt idx="1140">
                        <c:v>1141</c:v>
                      </c:pt>
                      <c:pt idx="1141">
                        <c:v>1142</c:v>
                      </c:pt>
                      <c:pt idx="1142">
                        <c:v>1143</c:v>
                      </c:pt>
                      <c:pt idx="1143">
                        <c:v>1144</c:v>
                      </c:pt>
                      <c:pt idx="1144">
                        <c:v>1145</c:v>
                      </c:pt>
                      <c:pt idx="1145">
                        <c:v>1146</c:v>
                      </c:pt>
                      <c:pt idx="1146">
                        <c:v>1147</c:v>
                      </c:pt>
                      <c:pt idx="1147">
                        <c:v>1148</c:v>
                      </c:pt>
                      <c:pt idx="1148">
                        <c:v>1149</c:v>
                      </c:pt>
                      <c:pt idx="1149">
                        <c:v>1150</c:v>
                      </c:pt>
                      <c:pt idx="1150">
                        <c:v>1151</c:v>
                      </c:pt>
                      <c:pt idx="1151">
                        <c:v>1152</c:v>
                      </c:pt>
                      <c:pt idx="1152">
                        <c:v>1153</c:v>
                      </c:pt>
                      <c:pt idx="1153">
                        <c:v>1154</c:v>
                      </c:pt>
                      <c:pt idx="1154">
                        <c:v>1155</c:v>
                      </c:pt>
                      <c:pt idx="1155">
                        <c:v>1156</c:v>
                      </c:pt>
                      <c:pt idx="1156">
                        <c:v>1157</c:v>
                      </c:pt>
                      <c:pt idx="1157">
                        <c:v>1158</c:v>
                      </c:pt>
                      <c:pt idx="1158">
                        <c:v>1159</c:v>
                      </c:pt>
                      <c:pt idx="1159">
                        <c:v>1160</c:v>
                      </c:pt>
                      <c:pt idx="1160">
                        <c:v>1161</c:v>
                      </c:pt>
                      <c:pt idx="1161">
                        <c:v>1162</c:v>
                      </c:pt>
                      <c:pt idx="1162">
                        <c:v>1163</c:v>
                      </c:pt>
                      <c:pt idx="1163">
                        <c:v>1164</c:v>
                      </c:pt>
                      <c:pt idx="1164">
                        <c:v>1165</c:v>
                      </c:pt>
                      <c:pt idx="1165">
                        <c:v>1166</c:v>
                      </c:pt>
                      <c:pt idx="1166">
                        <c:v>1167</c:v>
                      </c:pt>
                      <c:pt idx="1167">
                        <c:v>1168</c:v>
                      </c:pt>
                      <c:pt idx="1168">
                        <c:v>1169</c:v>
                      </c:pt>
                      <c:pt idx="1169">
                        <c:v>1170</c:v>
                      </c:pt>
                      <c:pt idx="1170">
                        <c:v>1171</c:v>
                      </c:pt>
                      <c:pt idx="1171">
                        <c:v>1172</c:v>
                      </c:pt>
                      <c:pt idx="1172">
                        <c:v>1173</c:v>
                      </c:pt>
                      <c:pt idx="1173">
                        <c:v>1174</c:v>
                      </c:pt>
                      <c:pt idx="1174">
                        <c:v>1175</c:v>
                      </c:pt>
                      <c:pt idx="1175">
                        <c:v>1176</c:v>
                      </c:pt>
                      <c:pt idx="1176">
                        <c:v>1177</c:v>
                      </c:pt>
                      <c:pt idx="1177">
                        <c:v>1178</c:v>
                      </c:pt>
                      <c:pt idx="1178">
                        <c:v>1179</c:v>
                      </c:pt>
                      <c:pt idx="1179">
                        <c:v>1180</c:v>
                      </c:pt>
                      <c:pt idx="1180">
                        <c:v>1181</c:v>
                      </c:pt>
                      <c:pt idx="1181">
                        <c:v>1182</c:v>
                      </c:pt>
                      <c:pt idx="1182">
                        <c:v>1183</c:v>
                      </c:pt>
                      <c:pt idx="1183">
                        <c:v>1184</c:v>
                      </c:pt>
                      <c:pt idx="1184">
                        <c:v>1185</c:v>
                      </c:pt>
                      <c:pt idx="1185">
                        <c:v>1186</c:v>
                      </c:pt>
                      <c:pt idx="1186">
                        <c:v>1187</c:v>
                      </c:pt>
                      <c:pt idx="1187">
                        <c:v>1188</c:v>
                      </c:pt>
                      <c:pt idx="1188">
                        <c:v>1189</c:v>
                      </c:pt>
                      <c:pt idx="1189">
                        <c:v>1190</c:v>
                      </c:pt>
                      <c:pt idx="1190">
                        <c:v>1191</c:v>
                      </c:pt>
                      <c:pt idx="1191">
                        <c:v>1192</c:v>
                      </c:pt>
                      <c:pt idx="1192">
                        <c:v>1193</c:v>
                      </c:pt>
                      <c:pt idx="1193">
                        <c:v>1194</c:v>
                      </c:pt>
                      <c:pt idx="1194">
                        <c:v>1195</c:v>
                      </c:pt>
                      <c:pt idx="1195">
                        <c:v>1196</c:v>
                      </c:pt>
                      <c:pt idx="1196">
                        <c:v>1197</c:v>
                      </c:pt>
                      <c:pt idx="1197">
                        <c:v>1198</c:v>
                      </c:pt>
                      <c:pt idx="1198">
                        <c:v>1199</c:v>
                      </c:pt>
                      <c:pt idx="1199">
                        <c:v>1200</c:v>
                      </c:pt>
                      <c:pt idx="1200">
                        <c:v>1201</c:v>
                      </c:pt>
                      <c:pt idx="1201">
                        <c:v>1202</c:v>
                      </c:pt>
                      <c:pt idx="1202">
                        <c:v>1203</c:v>
                      </c:pt>
                      <c:pt idx="1203">
                        <c:v>1204</c:v>
                      </c:pt>
                      <c:pt idx="1204">
                        <c:v>1205</c:v>
                      </c:pt>
                      <c:pt idx="1205">
                        <c:v>1206</c:v>
                      </c:pt>
                      <c:pt idx="1206">
                        <c:v>1207</c:v>
                      </c:pt>
                      <c:pt idx="1207">
                        <c:v>1208</c:v>
                      </c:pt>
                      <c:pt idx="1208">
                        <c:v>1209</c:v>
                      </c:pt>
                      <c:pt idx="1209">
                        <c:v>1210</c:v>
                      </c:pt>
                      <c:pt idx="1210">
                        <c:v>1211</c:v>
                      </c:pt>
                      <c:pt idx="1211">
                        <c:v>1212</c:v>
                      </c:pt>
                      <c:pt idx="1212">
                        <c:v>1213</c:v>
                      </c:pt>
                      <c:pt idx="1213">
                        <c:v>1214</c:v>
                      </c:pt>
                      <c:pt idx="1214">
                        <c:v>1215</c:v>
                      </c:pt>
                      <c:pt idx="1215">
                        <c:v>1216</c:v>
                      </c:pt>
                      <c:pt idx="1216">
                        <c:v>1217</c:v>
                      </c:pt>
                      <c:pt idx="1217">
                        <c:v>1218</c:v>
                      </c:pt>
                      <c:pt idx="1218">
                        <c:v>1219</c:v>
                      </c:pt>
                      <c:pt idx="1219">
                        <c:v>1220</c:v>
                      </c:pt>
                      <c:pt idx="1220">
                        <c:v>1221</c:v>
                      </c:pt>
                      <c:pt idx="1221">
                        <c:v>1222</c:v>
                      </c:pt>
                      <c:pt idx="1222">
                        <c:v>1223</c:v>
                      </c:pt>
                      <c:pt idx="1223">
                        <c:v>1224</c:v>
                      </c:pt>
                      <c:pt idx="1224">
                        <c:v>1225</c:v>
                      </c:pt>
                      <c:pt idx="1225">
                        <c:v>1226</c:v>
                      </c:pt>
                      <c:pt idx="1226">
                        <c:v>1227</c:v>
                      </c:pt>
                      <c:pt idx="1227">
                        <c:v>1228</c:v>
                      </c:pt>
                      <c:pt idx="1228">
                        <c:v>1229</c:v>
                      </c:pt>
                      <c:pt idx="1229">
                        <c:v>1230</c:v>
                      </c:pt>
                      <c:pt idx="1230">
                        <c:v>1231</c:v>
                      </c:pt>
                      <c:pt idx="1231">
                        <c:v>1232</c:v>
                      </c:pt>
                      <c:pt idx="1232">
                        <c:v>1233</c:v>
                      </c:pt>
                      <c:pt idx="1233">
                        <c:v>1234</c:v>
                      </c:pt>
                      <c:pt idx="1234">
                        <c:v>1235</c:v>
                      </c:pt>
                      <c:pt idx="1235">
                        <c:v>1236</c:v>
                      </c:pt>
                      <c:pt idx="1236">
                        <c:v>1237</c:v>
                      </c:pt>
                      <c:pt idx="1237">
                        <c:v>1238</c:v>
                      </c:pt>
                      <c:pt idx="1238">
                        <c:v>1239</c:v>
                      </c:pt>
                      <c:pt idx="1239">
                        <c:v>1240</c:v>
                      </c:pt>
                      <c:pt idx="1240">
                        <c:v>1241</c:v>
                      </c:pt>
                      <c:pt idx="1241">
                        <c:v>1242</c:v>
                      </c:pt>
                      <c:pt idx="1242">
                        <c:v>1243</c:v>
                      </c:pt>
                      <c:pt idx="1243">
                        <c:v>1244</c:v>
                      </c:pt>
                      <c:pt idx="1244">
                        <c:v>1245</c:v>
                      </c:pt>
                      <c:pt idx="1245">
                        <c:v>1246</c:v>
                      </c:pt>
                      <c:pt idx="1246">
                        <c:v>1247</c:v>
                      </c:pt>
                      <c:pt idx="1247">
                        <c:v>1248</c:v>
                      </c:pt>
                      <c:pt idx="1248">
                        <c:v>1249</c:v>
                      </c:pt>
                      <c:pt idx="1249">
                        <c:v>1250</c:v>
                      </c:pt>
                      <c:pt idx="1250">
                        <c:v>1251</c:v>
                      </c:pt>
                      <c:pt idx="1251">
                        <c:v>1252</c:v>
                      </c:pt>
                      <c:pt idx="1252">
                        <c:v>1253</c:v>
                      </c:pt>
                      <c:pt idx="1253">
                        <c:v>1254</c:v>
                      </c:pt>
                      <c:pt idx="1254">
                        <c:v>1255</c:v>
                      </c:pt>
                      <c:pt idx="1255">
                        <c:v>1256</c:v>
                      </c:pt>
                      <c:pt idx="1256">
                        <c:v>1257</c:v>
                      </c:pt>
                      <c:pt idx="1257">
                        <c:v>1258</c:v>
                      </c:pt>
                      <c:pt idx="1258">
                        <c:v>1259</c:v>
                      </c:pt>
                      <c:pt idx="1259">
                        <c:v>1260</c:v>
                      </c:pt>
                      <c:pt idx="1260">
                        <c:v>1261</c:v>
                      </c:pt>
                      <c:pt idx="1261">
                        <c:v>1262</c:v>
                      </c:pt>
                      <c:pt idx="1262">
                        <c:v>1263</c:v>
                      </c:pt>
                      <c:pt idx="1263">
                        <c:v>1264</c:v>
                      </c:pt>
                      <c:pt idx="1264">
                        <c:v>1265</c:v>
                      </c:pt>
                      <c:pt idx="1265">
                        <c:v>1266</c:v>
                      </c:pt>
                      <c:pt idx="1266">
                        <c:v>1267</c:v>
                      </c:pt>
                      <c:pt idx="1267">
                        <c:v>1268</c:v>
                      </c:pt>
                      <c:pt idx="1268">
                        <c:v>1269</c:v>
                      </c:pt>
                      <c:pt idx="1269">
                        <c:v>1270</c:v>
                      </c:pt>
                      <c:pt idx="1270">
                        <c:v>1271</c:v>
                      </c:pt>
                      <c:pt idx="1271">
                        <c:v>1272</c:v>
                      </c:pt>
                      <c:pt idx="1272">
                        <c:v>1273</c:v>
                      </c:pt>
                      <c:pt idx="1273">
                        <c:v>1274</c:v>
                      </c:pt>
                      <c:pt idx="1274">
                        <c:v>1275</c:v>
                      </c:pt>
                      <c:pt idx="1275">
                        <c:v>1276</c:v>
                      </c:pt>
                      <c:pt idx="1276">
                        <c:v>1277</c:v>
                      </c:pt>
                      <c:pt idx="1277">
                        <c:v>1278</c:v>
                      </c:pt>
                      <c:pt idx="1278">
                        <c:v>1279</c:v>
                      </c:pt>
                      <c:pt idx="1279">
                        <c:v>1280</c:v>
                      </c:pt>
                      <c:pt idx="1280">
                        <c:v>1281</c:v>
                      </c:pt>
                      <c:pt idx="1281">
                        <c:v>1282</c:v>
                      </c:pt>
                      <c:pt idx="1282">
                        <c:v>1283</c:v>
                      </c:pt>
                      <c:pt idx="1283">
                        <c:v>1284</c:v>
                      </c:pt>
                      <c:pt idx="1284">
                        <c:v>1285</c:v>
                      </c:pt>
                      <c:pt idx="1285">
                        <c:v>1286</c:v>
                      </c:pt>
                      <c:pt idx="1286">
                        <c:v>1287</c:v>
                      </c:pt>
                      <c:pt idx="1287">
                        <c:v>1288</c:v>
                      </c:pt>
                      <c:pt idx="1288">
                        <c:v>1289</c:v>
                      </c:pt>
                      <c:pt idx="1289">
                        <c:v>1290</c:v>
                      </c:pt>
                      <c:pt idx="1290">
                        <c:v>1291</c:v>
                      </c:pt>
                      <c:pt idx="1291">
                        <c:v>1292</c:v>
                      </c:pt>
                      <c:pt idx="1292">
                        <c:v>1293</c:v>
                      </c:pt>
                      <c:pt idx="1293">
                        <c:v>1294</c:v>
                      </c:pt>
                      <c:pt idx="1294">
                        <c:v>1295</c:v>
                      </c:pt>
                      <c:pt idx="1295">
                        <c:v>1296</c:v>
                      </c:pt>
                      <c:pt idx="1296">
                        <c:v>1297</c:v>
                      </c:pt>
                      <c:pt idx="1297">
                        <c:v>1298</c:v>
                      </c:pt>
                      <c:pt idx="1298">
                        <c:v>1299</c:v>
                      </c:pt>
                      <c:pt idx="1299">
                        <c:v>1300</c:v>
                      </c:pt>
                      <c:pt idx="1300">
                        <c:v>1301</c:v>
                      </c:pt>
                      <c:pt idx="1301">
                        <c:v>1302</c:v>
                      </c:pt>
                      <c:pt idx="1302">
                        <c:v>1303</c:v>
                      </c:pt>
                      <c:pt idx="1303">
                        <c:v>1304</c:v>
                      </c:pt>
                      <c:pt idx="1304">
                        <c:v>1305</c:v>
                      </c:pt>
                      <c:pt idx="1305">
                        <c:v>1306</c:v>
                      </c:pt>
                      <c:pt idx="1306">
                        <c:v>1307</c:v>
                      </c:pt>
                      <c:pt idx="1307">
                        <c:v>1308</c:v>
                      </c:pt>
                      <c:pt idx="1308">
                        <c:v>1309</c:v>
                      </c:pt>
                      <c:pt idx="1309">
                        <c:v>1310</c:v>
                      </c:pt>
                      <c:pt idx="1310">
                        <c:v>1311</c:v>
                      </c:pt>
                      <c:pt idx="1311">
                        <c:v>1312</c:v>
                      </c:pt>
                      <c:pt idx="1312">
                        <c:v>1313</c:v>
                      </c:pt>
                      <c:pt idx="1313">
                        <c:v>1314</c:v>
                      </c:pt>
                      <c:pt idx="1314">
                        <c:v>1315</c:v>
                      </c:pt>
                      <c:pt idx="1315">
                        <c:v>1316</c:v>
                      </c:pt>
                      <c:pt idx="1316">
                        <c:v>1317</c:v>
                      </c:pt>
                      <c:pt idx="1317">
                        <c:v>1318</c:v>
                      </c:pt>
                      <c:pt idx="1318">
                        <c:v>1319</c:v>
                      </c:pt>
                      <c:pt idx="1319">
                        <c:v>1320</c:v>
                      </c:pt>
                      <c:pt idx="1320">
                        <c:v>1321</c:v>
                      </c:pt>
                      <c:pt idx="1321">
                        <c:v>1322</c:v>
                      </c:pt>
                      <c:pt idx="1322">
                        <c:v>1323</c:v>
                      </c:pt>
                      <c:pt idx="1323">
                        <c:v>1324</c:v>
                      </c:pt>
                      <c:pt idx="1324">
                        <c:v>1325</c:v>
                      </c:pt>
                      <c:pt idx="1325">
                        <c:v>1326</c:v>
                      </c:pt>
                      <c:pt idx="1326">
                        <c:v>1327</c:v>
                      </c:pt>
                      <c:pt idx="1327">
                        <c:v>1328</c:v>
                      </c:pt>
                      <c:pt idx="1328">
                        <c:v>1329</c:v>
                      </c:pt>
                      <c:pt idx="1329">
                        <c:v>1330</c:v>
                      </c:pt>
                      <c:pt idx="1330">
                        <c:v>1331</c:v>
                      </c:pt>
                      <c:pt idx="1331">
                        <c:v>1332</c:v>
                      </c:pt>
                      <c:pt idx="1332">
                        <c:v>1333</c:v>
                      </c:pt>
                      <c:pt idx="1333">
                        <c:v>1334</c:v>
                      </c:pt>
                      <c:pt idx="1334">
                        <c:v>1335</c:v>
                      </c:pt>
                      <c:pt idx="1335">
                        <c:v>1336</c:v>
                      </c:pt>
                      <c:pt idx="1336">
                        <c:v>1337</c:v>
                      </c:pt>
                      <c:pt idx="1337">
                        <c:v>1338</c:v>
                      </c:pt>
                      <c:pt idx="1338">
                        <c:v>1339</c:v>
                      </c:pt>
                      <c:pt idx="1339">
                        <c:v>1340</c:v>
                      </c:pt>
                      <c:pt idx="1340">
                        <c:v>1341</c:v>
                      </c:pt>
                      <c:pt idx="1341">
                        <c:v>1342</c:v>
                      </c:pt>
                      <c:pt idx="1342">
                        <c:v>1343</c:v>
                      </c:pt>
                      <c:pt idx="1343">
                        <c:v>1344</c:v>
                      </c:pt>
                      <c:pt idx="1344">
                        <c:v>1345</c:v>
                      </c:pt>
                      <c:pt idx="1345">
                        <c:v>1346</c:v>
                      </c:pt>
                      <c:pt idx="1346">
                        <c:v>1347</c:v>
                      </c:pt>
                      <c:pt idx="1347">
                        <c:v>1348</c:v>
                      </c:pt>
                      <c:pt idx="1348">
                        <c:v>1349</c:v>
                      </c:pt>
                      <c:pt idx="1349">
                        <c:v>1350</c:v>
                      </c:pt>
                      <c:pt idx="1350">
                        <c:v>1351</c:v>
                      </c:pt>
                      <c:pt idx="1351">
                        <c:v>1352</c:v>
                      </c:pt>
                      <c:pt idx="1352">
                        <c:v>1353</c:v>
                      </c:pt>
                      <c:pt idx="1353">
                        <c:v>1354</c:v>
                      </c:pt>
                      <c:pt idx="1354">
                        <c:v>1355</c:v>
                      </c:pt>
                      <c:pt idx="1355">
                        <c:v>1356</c:v>
                      </c:pt>
                      <c:pt idx="1356">
                        <c:v>1357</c:v>
                      </c:pt>
                      <c:pt idx="1357">
                        <c:v>1358</c:v>
                      </c:pt>
                      <c:pt idx="1358">
                        <c:v>1359</c:v>
                      </c:pt>
                      <c:pt idx="1359">
                        <c:v>1360</c:v>
                      </c:pt>
                      <c:pt idx="1360">
                        <c:v>1361</c:v>
                      </c:pt>
                      <c:pt idx="1361">
                        <c:v>1362</c:v>
                      </c:pt>
                      <c:pt idx="1362">
                        <c:v>1363</c:v>
                      </c:pt>
                      <c:pt idx="1363">
                        <c:v>1364</c:v>
                      </c:pt>
                      <c:pt idx="1364">
                        <c:v>1365</c:v>
                      </c:pt>
                      <c:pt idx="1365">
                        <c:v>1366</c:v>
                      </c:pt>
                      <c:pt idx="1366">
                        <c:v>1367</c:v>
                      </c:pt>
                      <c:pt idx="1367">
                        <c:v>1368</c:v>
                      </c:pt>
                      <c:pt idx="1368">
                        <c:v>1369</c:v>
                      </c:pt>
                      <c:pt idx="1369">
                        <c:v>1370</c:v>
                      </c:pt>
                      <c:pt idx="1370">
                        <c:v>1371</c:v>
                      </c:pt>
                      <c:pt idx="1371">
                        <c:v>1372</c:v>
                      </c:pt>
                      <c:pt idx="1372">
                        <c:v>1373</c:v>
                      </c:pt>
                      <c:pt idx="1373">
                        <c:v>1374</c:v>
                      </c:pt>
                      <c:pt idx="1374">
                        <c:v>1375</c:v>
                      </c:pt>
                      <c:pt idx="1375">
                        <c:v>1376</c:v>
                      </c:pt>
                      <c:pt idx="1376">
                        <c:v>1377</c:v>
                      </c:pt>
                      <c:pt idx="1377">
                        <c:v>1378</c:v>
                      </c:pt>
                      <c:pt idx="1378">
                        <c:v>1379</c:v>
                      </c:pt>
                      <c:pt idx="1379">
                        <c:v>1380</c:v>
                      </c:pt>
                      <c:pt idx="1380">
                        <c:v>1381</c:v>
                      </c:pt>
                      <c:pt idx="1381">
                        <c:v>1382</c:v>
                      </c:pt>
                      <c:pt idx="1382">
                        <c:v>1383</c:v>
                      </c:pt>
                      <c:pt idx="1383">
                        <c:v>1384</c:v>
                      </c:pt>
                      <c:pt idx="1384">
                        <c:v>1385</c:v>
                      </c:pt>
                      <c:pt idx="1385">
                        <c:v>1386</c:v>
                      </c:pt>
                      <c:pt idx="1386">
                        <c:v>1387</c:v>
                      </c:pt>
                      <c:pt idx="1387">
                        <c:v>1388</c:v>
                      </c:pt>
                      <c:pt idx="1388">
                        <c:v>1389</c:v>
                      </c:pt>
                      <c:pt idx="1389">
                        <c:v>1390</c:v>
                      </c:pt>
                      <c:pt idx="1390">
                        <c:v>1391</c:v>
                      </c:pt>
                      <c:pt idx="1391">
                        <c:v>1392</c:v>
                      </c:pt>
                      <c:pt idx="1392">
                        <c:v>1393</c:v>
                      </c:pt>
                      <c:pt idx="1393">
                        <c:v>1394</c:v>
                      </c:pt>
                      <c:pt idx="1394">
                        <c:v>1395</c:v>
                      </c:pt>
                      <c:pt idx="1395">
                        <c:v>1396</c:v>
                      </c:pt>
                      <c:pt idx="1396">
                        <c:v>1397</c:v>
                      </c:pt>
                      <c:pt idx="1397">
                        <c:v>1398</c:v>
                      </c:pt>
                      <c:pt idx="1398">
                        <c:v>1399</c:v>
                      </c:pt>
                      <c:pt idx="1399">
                        <c:v>1400</c:v>
                      </c:pt>
                      <c:pt idx="1400">
                        <c:v>1401</c:v>
                      </c:pt>
                      <c:pt idx="1401">
                        <c:v>1402</c:v>
                      </c:pt>
                      <c:pt idx="1402">
                        <c:v>1403</c:v>
                      </c:pt>
                      <c:pt idx="1403">
                        <c:v>1404</c:v>
                      </c:pt>
                      <c:pt idx="1404">
                        <c:v>1405</c:v>
                      </c:pt>
                      <c:pt idx="1405">
                        <c:v>1406</c:v>
                      </c:pt>
                      <c:pt idx="1406">
                        <c:v>1407</c:v>
                      </c:pt>
                      <c:pt idx="1407">
                        <c:v>1408</c:v>
                      </c:pt>
                      <c:pt idx="1408">
                        <c:v>1409</c:v>
                      </c:pt>
                      <c:pt idx="1409">
                        <c:v>1410</c:v>
                      </c:pt>
                      <c:pt idx="1410">
                        <c:v>1411</c:v>
                      </c:pt>
                      <c:pt idx="1411">
                        <c:v>1412</c:v>
                      </c:pt>
                      <c:pt idx="1412">
                        <c:v>1413</c:v>
                      </c:pt>
                      <c:pt idx="1413">
                        <c:v>1414</c:v>
                      </c:pt>
                      <c:pt idx="1414">
                        <c:v>1415</c:v>
                      </c:pt>
                      <c:pt idx="1415">
                        <c:v>1416</c:v>
                      </c:pt>
                      <c:pt idx="1416">
                        <c:v>1417</c:v>
                      </c:pt>
                      <c:pt idx="1417">
                        <c:v>1418</c:v>
                      </c:pt>
                      <c:pt idx="1418">
                        <c:v>1419</c:v>
                      </c:pt>
                      <c:pt idx="1419">
                        <c:v>1420</c:v>
                      </c:pt>
                      <c:pt idx="1420">
                        <c:v>1421</c:v>
                      </c:pt>
                      <c:pt idx="1421">
                        <c:v>1422</c:v>
                      </c:pt>
                      <c:pt idx="1422">
                        <c:v>1423</c:v>
                      </c:pt>
                      <c:pt idx="1423">
                        <c:v>1424</c:v>
                      </c:pt>
                      <c:pt idx="1424">
                        <c:v>1425</c:v>
                      </c:pt>
                      <c:pt idx="1425">
                        <c:v>1426</c:v>
                      </c:pt>
                      <c:pt idx="1426">
                        <c:v>1427</c:v>
                      </c:pt>
                      <c:pt idx="1427">
                        <c:v>1428</c:v>
                      </c:pt>
                      <c:pt idx="1428">
                        <c:v>1429</c:v>
                      </c:pt>
                      <c:pt idx="1429">
                        <c:v>1430</c:v>
                      </c:pt>
                      <c:pt idx="1430">
                        <c:v>1431</c:v>
                      </c:pt>
                      <c:pt idx="1431">
                        <c:v>1432</c:v>
                      </c:pt>
                      <c:pt idx="1432">
                        <c:v>1433</c:v>
                      </c:pt>
                      <c:pt idx="1433">
                        <c:v>1434</c:v>
                      </c:pt>
                      <c:pt idx="1434">
                        <c:v>1435</c:v>
                      </c:pt>
                      <c:pt idx="1435">
                        <c:v>1436</c:v>
                      </c:pt>
                      <c:pt idx="1436">
                        <c:v>1437</c:v>
                      </c:pt>
                      <c:pt idx="1437">
                        <c:v>1438</c:v>
                      </c:pt>
                      <c:pt idx="1438">
                        <c:v>1439</c:v>
                      </c:pt>
                      <c:pt idx="1439">
                        <c:v>1440</c:v>
                      </c:pt>
                      <c:pt idx="1440">
                        <c:v>1441</c:v>
                      </c:pt>
                      <c:pt idx="1441">
                        <c:v>1442</c:v>
                      </c:pt>
                      <c:pt idx="1442">
                        <c:v>1443</c:v>
                      </c:pt>
                      <c:pt idx="1443">
                        <c:v>1444</c:v>
                      </c:pt>
                      <c:pt idx="1444">
                        <c:v>1445</c:v>
                      </c:pt>
                      <c:pt idx="1445">
                        <c:v>1446</c:v>
                      </c:pt>
                      <c:pt idx="1446">
                        <c:v>1447</c:v>
                      </c:pt>
                      <c:pt idx="1447">
                        <c:v>1448</c:v>
                      </c:pt>
                      <c:pt idx="1448">
                        <c:v>1449</c:v>
                      </c:pt>
                      <c:pt idx="1449">
                        <c:v>1450</c:v>
                      </c:pt>
                      <c:pt idx="1450">
                        <c:v>1451</c:v>
                      </c:pt>
                      <c:pt idx="1451">
                        <c:v>1452</c:v>
                      </c:pt>
                      <c:pt idx="1452">
                        <c:v>1453</c:v>
                      </c:pt>
                      <c:pt idx="1453">
                        <c:v>1454</c:v>
                      </c:pt>
                      <c:pt idx="1454">
                        <c:v>1455</c:v>
                      </c:pt>
                      <c:pt idx="1455">
                        <c:v>1456</c:v>
                      </c:pt>
                      <c:pt idx="1456">
                        <c:v>1457</c:v>
                      </c:pt>
                      <c:pt idx="1457">
                        <c:v>1458</c:v>
                      </c:pt>
                      <c:pt idx="1458">
                        <c:v>1459</c:v>
                      </c:pt>
                      <c:pt idx="1459">
                        <c:v>1460</c:v>
                      </c:pt>
                      <c:pt idx="1460">
                        <c:v>1461</c:v>
                      </c:pt>
                      <c:pt idx="1461">
                        <c:v>1462</c:v>
                      </c:pt>
                      <c:pt idx="1462">
                        <c:v>1463</c:v>
                      </c:pt>
                      <c:pt idx="1463">
                        <c:v>1464</c:v>
                      </c:pt>
                      <c:pt idx="1464">
                        <c:v>1465</c:v>
                      </c:pt>
                      <c:pt idx="1465">
                        <c:v>1466</c:v>
                      </c:pt>
                      <c:pt idx="1466">
                        <c:v>1467</c:v>
                      </c:pt>
                      <c:pt idx="1467">
                        <c:v>1468</c:v>
                      </c:pt>
                      <c:pt idx="1468">
                        <c:v>1469</c:v>
                      </c:pt>
                      <c:pt idx="1469">
                        <c:v>1470</c:v>
                      </c:pt>
                      <c:pt idx="1470">
                        <c:v>1471</c:v>
                      </c:pt>
                      <c:pt idx="1471">
                        <c:v>1472</c:v>
                      </c:pt>
                      <c:pt idx="1472">
                        <c:v>1473</c:v>
                      </c:pt>
                      <c:pt idx="1473">
                        <c:v>1474</c:v>
                      </c:pt>
                      <c:pt idx="1474">
                        <c:v>1475</c:v>
                      </c:pt>
                      <c:pt idx="1475">
                        <c:v>1476</c:v>
                      </c:pt>
                      <c:pt idx="1476">
                        <c:v>1477</c:v>
                      </c:pt>
                      <c:pt idx="1477">
                        <c:v>1478</c:v>
                      </c:pt>
                      <c:pt idx="1478">
                        <c:v>1479</c:v>
                      </c:pt>
                      <c:pt idx="1479">
                        <c:v>1480</c:v>
                      </c:pt>
                      <c:pt idx="1480">
                        <c:v>1481</c:v>
                      </c:pt>
                      <c:pt idx="1481">
                        <c:v>1482</c:v>
                      </c:pt>
                      <c:pt idx="1482">
                        <c:v>1483</c:v>
                      </c:pt>
                      <c:pt idx="1483">
                        <c:v>1484</c:v>
                      </c:pt>
                      <c:pt idx="1484">
                        <c:v>1485</c:v>
                      </c:pt>
                      <c:pt idx="1485">
                        <c:v>1486</c:v>
                      </c:pt>
                      <c:pt idx="1486">
                        <c:v>1487</c:v>
                      </c:pt>
                      <c:pt idx="1487">
                        <c:v>1488</c:v>
                      </c:pt>
                      <c:pt idx="1488">
                        <c:v>1489</c:v>
                      </c:pt>
                      <c:pt idx="1489">
                        <c:v>1490</c:v>
                      </c:pt>
                      <c:pt idx="1490">
                        <c:v>1491</c:v>
                      </c:pt>
                      <c:pt idx="1491">
                        <c:v>1492</c:v>
                      </c:pt>
                      <c:pt idx="1492">
                        <c:v>1493</c:v>
                      </c:pt>
                      <c:pt idx="1493">
                        <c:v>1494</c:v>
                      </c:pt>
                      <c:pt idx="1494">
                        <c:v>1495</c:v>
                      </c:pt>
                      <c:pt idx="1495">
                        <c:v>1496</c:v>
                      </c:pt>
                      <c:pt idx="1496">
                        <c:v>1497</c:v>
                      </c:pt>
                      <c:pt idx="1497">
                        <c:v>1498</c:v>
                      </c:pt>
                      <c:pt idx="1498">
                        <c:v>1499</c:v>
                      </c:pt>
                      <c:pt idx="1499">
                        <c:v>1500</c:v>
                      </c:pt>
                      <c:pt idx="1500">
                        <c:v>1501</c:v>
                      </c:pt>
                      <c:pt idx="1501">
                        <c:v>1502</c:v>
                      </c:pt>
                      <c:pt idx="1502">
                        <c:v>1503</c:v>
                      </c:pt>
                      <c:pt idx="1503">
                        <c:v>1504</c:v>
                      </c:pt>
                      <c:pt idx="1504">
                        <c:v>1505</c:v>
                      </c:pt>
                      <c:pt idx="1505">
                        <c:v>1506</c:v>
                      </c:pt>
                      <c:pt idx="1506">
                        <c:v>1507</c:v>
                      </c:pt>
                      <c:pt idx="1507">
                        <c:v>1508</c:v>
                      </c:pt>
                      <c:pt idx="1508">
                        <c:v>1509</c:v>
                      </c:pt>
                      <c:pt idx="1509">
                        <c:v>1510</c:v>
                      </c:pt>
                      <c:pt idx="1510">
                        <c:v>1511</c:v>
                      </c:pt>
                      <c:pt idx="1511">
                        <c:v>1512</c:v>
                      </c:pt>
                      <c:pt idx="1512">
                        <c:v>1513</c:v>
                      </c:pt>
                      <c:pt idx="1513">
                        <c:v>1514</c:v>
                      </c:pt>
                      <c:pt idx="1514">
                        <c:v>1515</c:v>
                      </c:pt>
                      <c:pt idx="1515">
                        <c:v>1516</c:v>
                      </c:pt>
                      <c:pt idx="1516">
                        <c:v>1517</c:v>
                      </c:pt>
                      <c:pt idx="1517">
                        <c:v>1518</c:v>
                      </c:pt>
                      <c:pt idx="1518">
                        <c:v>1519</c:v>
                      </c:pt>
                      <c:pt idx="1519">
                        <c:v>1520</c:v>
                      </c:pt>
                      <c:pt idx="1520">
                        <c:v>1521</c:v>
                      </c:pt>
                      <c:pt idx="1521">
                        <c:v>1522</c:v>
                      </c:pt>
                      <c:pt idx="1522">
                        <c:v>1523</c:v>
                      </c:pt>
                      <c:pt idx="1523">
                        <c:v>1524</c:v>
                      </c:pt>
                      <c:pt idx="1524">
                        <c:v>1525</c:v>
                      </c:pt>
                      <c:pt idx="1525">
                        <c:v>1526</c:v>
                      </c:pt>
                      <c:pt idx="1526">
                        <c:v>1527</c:v>
                      </c:pt>
                      <c:pt idx="1527">
                        <c:v>1528</c:v>
                      </c:pt>
                      <c:pt idx="1528">
                        <c:v>1529</c:v>
                      </c:pt>
                      <c:pt idx="1529">
                        <c:v>1530</c:v>
                      </c:pt>
                      <c:pt idx="1530">
                        <c:v>1531</c:v>
                      </c:pt>
                      <c:pt idx="1531">
                        <c:v>1532</c:v>
                      </c:pt>
                      <c:pt idx="1532">
                        <c:v>1533</c:v>
                      </c:pt>
                      <c:pt idx="1533">
                        <c:v>1534</c:v>
                      </c:pt>
                      <c:pt idx="1534">
                        <c:v>1535</c:v>
                      </c:pt>
                      <c:pt idx="1535">
                        <c:v>1536</c:v>
                      </c:pt>
                      <c:pt idx="1536">
                        <c:v>1537</c:v>
                      </c:pt>
                      <c:pt idx="1537">
                        <c:v>1538</c:v>
                      </c:pt>
                      <c:pt idx="1538">
                        <c:v>1539</c:v>
                      </c:pt>
                      <c:pt idx="1539">
                        <c:v>1540</c:v>
                      </c:pt>
                      <c:pt idx="1540">
                        <c:v>1541</c:v>
                      </c:pt>
                      <c:pt idx="1541">
                        <c:v>1542</c:v>
                      </c:pt>
                      <c:pt idx="1542">
                        <c:v>1543</c:v>
                      </c:pt>
                      <c:pt idx="1543">
                        <c:v>1544</c:v>
                      </c:pt>
                      <c:pt idx="1544">
                        <c:v>1545</c:v>
                      </c:pt>
                      <c:pt idx="1545">
                        <c:v>1546</c:v>
                      </c:pt>
                      <c:pt idx="1546">
                        <c:v>1547</c:v>
                      </c:pt>
                      <c:pt idx="1547">
                        <c:v>1548</c:v>
                      </c:pt>
                      <c:pt idx="1548">
                        <c:v>1549</c:v>
                      </c:pt>
                      <c:pt idx="1549">
                        <c:v>1550</c:v>
                      </c:pt>
                      <c:pt idx="1550">
                        <c:v>1551</c:v>
                      </c:pt>
                      <c:pt idx="1551">
                        <c:v>1552</c:v>
                      </c:pt>
                      <c:pt idx="1552">
                        <c:v>1553</c:v>
                      </c:pt>
                      <c:pt idx="1553">
                        <c:v>1554</c:v>
                      </c:pt>
                      <c:pt idx="1554">
                        <c:v>1555</c:v>
                      </c:pt>
                      <c:pt idx="1555">
                        <c:v>1556</c:v>
                      </c:pt>
                      <c:pt idx="1556">
                        <c:v>1557</c:v>
                      </c:pt>
                      <c:pt idx="1557">
                        <c:v>1558</c:v>
                      </c:pt>
                      <c:pt idx="1558">
                        <c:v>1559</c:v>
                      </c:pt>
                      <c:pt idx="1559">
                        <c:v>1560</c:v>
                      </c:pt>
                      <c:pt idx="1560">
                        <c:v>1561</c:v>
                      </c:pt>
                      <c:pt idx="1561">
                        <c:v>1562</c:v>
                      </c:pt>
                      <c:pt idx="1562">
                        <c:v>1563</c:v>
                      </c:pt>
                      <c:pt idx="1563">
                        <c:v>1564</c:v>
                      </c:pt>
                      <c:pt idx="1564">
                        <c:v>1565</c:v>
                      </c:pt>
                      <c:pt idx="1565">
                        <c:v>1566</c:v>
                      </c:pt>
                      <c:pt idx="1566">
                        <c:v>1567</c:v>
                      </c:pt>
                      <c:pt idx="1567">
                        <c:v>1568</c:v>
                      </c:pt>
                      <c:pt idx="1568">
                        <c:v>1569</c:v>
                      </c:pt>
                      <c:pt idx="1569">
                        <c:v>1570</c:v>
                      </c:pt>
                      <c:pt idx="1570">
                        <c:v>1571</c:v>
                      </c:pt>
                      <c:pt idx="1571">
                        <c:v>1572</c:v>
                      </c:pt>
                      <c:pt idx="1572">
                        <c:v>1573</c:v>
                      </c:pt>
                      <c:pt idx="1573">
                        <c:v>1574</c:v>
                      </c:pt>
                      <c:pt idx="1574">
                        <c:v>1575</c:v>
                      </c:pt>
                      <c:pt idx="1575">
                        <c:v>1576</c:v>
                      </c:pt>
                      <c:pt idx="1576">
                        <c:v>1577</c:v>
                      </c:pt>
                      <c:pt idx="1577">
                        <c:v>1578</c:v>
                      </c:pt>
                      <c:pt idx="1578">
                        <c:v>1579</c:v>
                      </c:pt>
                      <c:pt idx="1579">
                        <c:v>1580</c:v>
                      </c:pt>
                      <c:pt idx="1580">
                        <c:v>1581</c:v>
                      </c:pt>
                      <c:pt idx="1581">
                        <c:v>1582</c:v>
                      </c:pt>
                      <c:pt idx="1582">
                        <c:v>1583</c:v>
                      </c:pt>
                      <c:pt idx="1583">
                        <c:v>1584</c:v>
                      </c:pt>
                      <c:pt idx="1584">
                        <c:v>1585</c:v>
                      </c:pt>
                      <c:pt idx="1585">
                        <c:v>1586</c:v>
                      </c:pt>
                      <c:pt idx="1586">
                        <c:v>1587</c:v>
                      </c:pt>
                      <c:pt idx="1587">
                        <c:v>1588</c:v>
                      </c:pt>
                      <c:pt idx="1588">
                        <c:v>1589</c:v>
                      </c:pt>
                      <c:pt idx="1589">
                        <c:v>1590</c:v>
                      </c:pt>
                      <c:pt idx="1590">
                        <c:v>1591</c:v>
                      </c:pt>
                      <c:pt idx="1591">
                        <c:v>1592</c:v>
                      </c:pt>
                      <c:pt idx="1592">
                        <c:v>1593</c:v>
                      </c:pt>
                      <c:pt idx="1593">
                        <c:v>1594</c:v>
                      </c:pt>
                      <c:pt idx="1594">
                        <c:v>1595</c:v>
                      </c:pt>
                      <c:pt idx="1595">
                        <c:v>1596</c:v>
                      </c:pt>
                      <c:pt idx="1596">
                        <c:v>1597</c:v>
                      </c:pt>
                      <c:pt idx="1597">
                        <c:v>1598</c:v>
                      </c:pt>
                      <c:pt idx="1598">
                        <c:v>1599</c:v>
                      </c:pt>
                      <c:pt idx="1599">
                        <c:v>1600</c:v>
                      </c:pt>
                      <c:pt idx="1600">
                        <c:v>1601</c:v>
                      </c:pt>
                      <c:pt idx="1601">
                        <c:v>1602</c:v>
                      </c:pt>
                      <c:pt idx="1602">
                        <c:v>1603</c:v>
                      </c:pt>
                      <c:pt idx="1603">
                        <c:v>1604</c:v>
                      </c:pt>
                      <c:pt idx="1604">
                        <c:v>1605</c:v>
                      </c:pt>
                      <c:pt idx="1605">
                        <c:v>1606</c:v>
                      </c:pt>
                      <c:pt idx="1606">
                        <c:v>1607</c:v>
                      </c:pt>
                      <c:pt idx="1607">
                        <c:v>1608</c:v>
                      </c:pt>
                      <c:pt idx="1608">
                        <c:v>1609</c:v>
                      </c:pt>
                      <c:pt idx="1609">
                        <c:v>1610</c:v>
                      </c:pt>
                      <c:pt idx="1610">
                        <c:v>1611</c:v>
                      </c:pt>
                      <c:pt idx="1611">
                        <c:v>1612</c:v>
                      </c:pt>
                      <c:pt idx="1612">
                        <c:v>1613</c:v>
                      </c:pt>
                      <c:pt idx="1613">
                        <c:v>1614</c:v>
                      </c:pt>
                      <c:pt idx="1614">
                        <c:v>1615</c:v>
                      </c:pt>
                      <c:pt idx="1615">
                        <c:v>1616</c:v>
                      </c:pt>
                      <c:pt idx="1616">
                        <c:v>1617</c:v>
                      </c:pt>
                      <c:pt idx="1617">
                        <c:v>1618</c:v>
                      </c:pt>
                      <c:pt idx="1618">
                        <c:v>1619</c:v>
                      </c:pt>
                      <c:pt idx="1619">
                        <c:v>1620</c:v>
                      </c:pt>
                      <c:pt idx="1620">
                        <c:v>1621</c:v>
                      </c:pt>
                      <c:pt idx="1621">
                        <c:v>1622</c:v>
                      </c:pt>
                      <c:pt idx="1622">
                        <c:v>1623</c:v>
                      </c:pt>
                      <c:pt idx="1623">
                        <c:v>1624</c:v>
                      </c:pt>
                      <c:pt idx="1624">
                        <c:v>1625</c:v>
                      </c:pt>
                      <c:pt idx="1625">
                        <c:v>1626</c:v>
                      </c:pt>
                      <c:pt idx="1626">
                        <c:v>1627</c:v>
                      </c:pt>
                      <c:pt idx="1627">
                        <c:v>1628</c:v>
                      </c:pt>
                      <c:pt idx="1628">
                        <c:v>1629</c:v>
                      </c:pt>
                      <c:pt idx="1629">
                        <c:v>1630</c:v>
                      </c:pt>
                      <c:pt idx="1630">
                        <c:v>1631</c:v>
                      </c:pt>
                      <c:pt idx="1631">
                        <c:v>1632</c:v>
                      </c:pt>
                      <c:pt idx="1632">
                        <c:v>1633</c:v>
                      </c:pt>
                      <c:pt idx="1633">
                        <c:v>1634</c:v>
                      </c:pt>
                      <c:pt idx="1634">
                        <c:v>1635</c:v>
                      </c:pt>
                      <c:pt idx="1635">
                        <c:v>1636</c:v>
                      </c:pt>
                      <c:pt idx="1636">
                        <c:v>1637</c:v>
                      </c:pt>
                      <c:pt idx="1637">
                        <c:v>1638</c:v>
                      </c:pt>
                      <c:pt idx="1638">
                        <c:v>1639</c:v>
                      </c:pt>
                      <c:pt idx="1639">
                        <c:v>1640</c:v>
                      </c:pt>
                      <c:pt idx="1640">
                        <c:v>1641</c:v>
                      </c:pt>
                      <c:pt idx="1641">
                        <c:v>1642</c:v>
                      </c:pt>
                      <c:pt idx="1642">
                        <c:v>1643</c:v>
                      </c:pt>
                      <c:pt idx="1643">
                        <c:v>1644</c:v>
                      </c:pt>
                      <c:pt idx="1644">
                        <c:v>1645</c:v>
                      </c:pt>
                      <c:pt idx="1645">
                        <c:v>1646</c:v>
                      </c:pt>
                      <c:pt idx="1646">
                        <c:v>1647</c:v>
                      </c:pt>
                      <c:pt idx="1647">
                        <c:v>1648</c:v>
                      </c:pt>
                      <c:pt idx="1648">
                        <c:v>1649</c:v>
                      </c:pt>
                      <c:pt idx="1649">
                        <c:v>1650</c:v>
                      </c:pt>
                      <c:pt idx="1650">
                        <c:v>1651</c:v>
                      </c:pt>
                      <c:pt idx="1651">
                        <c:v>1652</c:v>
                      </c:pt>
                      <c:pt idx="1652">
                        <c:v>1653</c:v>
                      </c:pt>
                      <c:pt idx="1653">
                        <c:v>1654</c:v>
                      </c:pt>
                      <c:pt idx="1654">
                        <c:v>1655</c:v>
                      </c:pt>
                      <c:pt idx="1655">
                        <c:v>1656</c:v>
                      </c:pt>
                      <c:pt idx="1656">
                        <c:v>1657</c:v>
                      </c:pt>
                      <c:pt idx="1657">
                        <c:v>1658</c:v>
                      </c:pt>
                      <c:pt idx="1658">
                        <c:v>1659</c:v>
                      </c:pt>
                      <c:pt idx="1659">
                        <c:v>1660</c:v>
                      </c:pt>
                      <c:pt idx="1660">
                        <c:v>1661</c:v>
                      </c:pt>
                      <c:pt idx="1661">
                        <c:v>1662</c:v>
                      </c:pt>
                      <c:pt idx="1662">
                        <c:v>1663</c:v>
                      </c:pt>
                      <c:pt idx="1663">
                        <c:v>1664</c:v>
                      </c:pt>
                      <c:pt idx="1664">
                        <c:v>1665</c:v>
                      </c:pt>
                      <c:pt idx="1665">
                        <c:v>1666</c:v>
                      </c:pt>
                      <c:pt idx="1666">
                        <c:v>1667</c:v>
                      </c:pt>
                      <c:pt idx="1667">
                        <c:v>1668</c:v>
                      </c:pt>
                      <c:pt idx="1668">
                        <c:v>1669</c:v>
                      </c:pt>
                      <c:pt idx="1669">
                        <c:v>1670</c:v>
                      </c:pt>
                      <c:pt idx="1670">
                        <c:v>1671</c:v>
                      </c:pt>
                      <c:pt idx="1671">
                        <c:v>1672</c:v>
                      </c:pt>
                      <c:pt idx="1672">
                        <c:v>1673</c:v>
                      </c:pt>
                      <c:pt idx="1673">
                        <c:v>1674</c:v>
                      </c:pt>
                      <c:pt idx="1674">
                        <c:v>1675</c:v>
                      </c:pt>
                      <c:pt idx="1675">
                        <c:v>1676</c:v>
                      </c:pt>
                      <c:pt idx="1676">
                        <c:v>1677</c:v>
                      </c:pt>
                      <c:pt idx="1677">
                        <c:v>1678</c:v>
                      </c:pt>
                      <c:pt idx="1678">
                        <c:v>1679</c:v>
                      </c:pt>
                      <c:pt idx="1679">
                        <c:v>1680</c:v>
                      </c:pt>
                      <c:pt idx="1680">
                        <c:v>1681</c:v>
                      </c:pt>
                      <c:pt idx="1681">
                        <c:v>1682</c:v>
                      </c:pt>
                      <c:pt idx="1682">
                        <c:v>1683</c:v>
                      </c:pt>
                      <c:pt idx="1683">
                        <c:v>1684</c:v>
                      </c:pt>
                      <c:pt idx="1684">
                        <c:v>1685</c:v>
                      </c:pt>
                      <c:pt idx="1685">
                        <c:v>1686</c:v>
                      </c:pt>
                      <c:pt idx="1686">
                        <c:v>1687</c:v>
                      </c:pt>
                      <c:pt idx="1687">
                        <c:v>1688</c:v>
                      </c:pt>
                      <c:pt idx="1688">
                        <c:v>1689</c:v>
                      </c:pt>
                      <c:pt idx="1689">
                        <c:v>1690</c:v>
                      </c:pt>
                      <c:pt idx="1690">
                        <c:v>1691</c:v>
                      </c:pt>
                      <c:pt idx="1691">
                        <c:v>1692</c:v>
                      </c:pt>
                      <c:pt idx="1692">
                        <c:v>1693</c:v>
                      </c:pt>
                      <c:pt idx="1693">
                        <c:v>1694</c:v>
                      </c:pt>
                      <c:pt idx="1694">
                        <c:v>1695</c:v>
                      </c:pt>
                      <c:pt idx="1695">
                        <c:v>1696</c:v>
                      </c:pt>
                      <c:pt idx="1696">
                        <c:v>1697</c:v>
                      </c:pt>
                      <c:pt idx="1697">
                        <c:v>1698</c:v>
                      </c:pt>
                      <c:pt idx="1698">
                        <c:v>1699</c:v>
                      </c:pt>
                      <c:pt idx="1699">
                        <c:v>1700</c:v>
                      </c:pt>
                      <c:pt idx="1700">
                        <c:v>1701</c:v>
                      </c:pt>
                      <c:pt idx="1701">
                        <c:v>1702</c:v>
                      </c:pt>
                      <c:pt idx="1702">
                        <c:v>1703</c:v>
                      </c:pt>
                      <c:pt idx="1703">
                        <c:v>1704</c:v>
                      </c:pt>
                      <c:pt idx="1704">
                        <c:v>1705</c:v>
                      </c:pt>
                      <c:pt idx="1705">
                        <c:v>1706</c:v>
                      </c:pt>
                      <c:pt idx="1706">
                        <c:v>1707</c:v>
                      </c:pt>
                      <c:pt idx="1707">
                        <c:v>1708</c:v>
                      </c:pt>
                      <c:pt idx="1708">
                        <c:v>1709</c:v>
                      </c:pt>
                      <c:pt idx="1709">
                        <c:v>1710</c:v>
                      </c:pt>
                      <c:pt idx="1710">
                        <c:v>1711</c:v>
                      </c:pt>
                      <c:pt idx="1711">
                        <c:v>1712</c:v>
                      </c:pt>
                      <c:pt idx="1712">
                        <c:v>1713</c:v>
                      </c:pt>
                      <c:pt idx="1713">
                        <c:v>1714</c:v>
                      </c:pt>
                      <c:pt idx="1714">
                        <c:v>1715</c:v>
                      </c:pt>
                      <c:pt idx="1715">
                        <c:v>1716</c:v>
                      </c:pt>
                      <c:pt idx="1716">
                        <c:v>1717</c:v>
                      </c:pt>
                      <c:pt idx="1717">
                        <c:v>1718</c:v>
                      </c:pt>
                      <c:pt idx="1718">
                        <c:v>1719</c:v>
                      </c:pt>
                      <c:pt idx="1719">
                        <c:v>1720</c:v>
                      </c:pt>
                      <c:pt idx="1720">
                        <c:v>1721</c:v>
                      </c:pt>
                      <c:pt idx="1721">
                        <c:v>1722</c:v>
                      </c:pt>
                      <c:pt idx="1722">
                        <c:v>1723</c:v>
                      </c:pt>
                      <c:pt idx="1723">
                        <c:v>1724</c:v>
                      </c:pt>
                      <c:pt idx="1724">
                        <c:v>1725</c:v>
                      </c:pt>
                      <c:pt idx="1725">
                        <c:v>1726</c:v>
                      </c:pt>
                      <c:pt idx="1726">
                        <c:v>1727</c:v>
                      </c:pt>
                      <c:pt idx="1727">
                        <c:v>1728</c:v>
                      </c:pt>
                      <c:pt idx="1728">
                        <c:v>1729</c:v>
                      </c:pt>
                      <c:pt idx="1729">
                        <c:v>1730</c:v>
                      </c:pt>
                      <c:pt idx="1730">
                        <c:v>1731</c:v>
                      </c:pt>
                      <c:pt idx="1731">
                        <c:v>1732</c:v>
                      </c:pt>
                      <c:pt idx="1732">
                        <c:v>1733</c:v>
                      </c:pt>
                      <c:pt idx="1733">
                        <c:v>1734</c:v>
                      </c:pt>
                      <c:pt idx="1734">
                        <c:v>1735</c:v>
                      </c:pt>
                      <c:pt idx="1735">
                        <c:v>1736</c:v>
                      </c:pt>
                      <c:pt idx="1736">
                        <c:v>1737</c:v>
                      </c:pt>
                      <c:pt idx="1737">
                        <c:v>1738</c:v>
                      </c:pt>
                      <c:pt idx="1738">
                        <c:v>1739</c:v>
                      </c:pt>
                      <c:pt idx="1739">
                        <c:v>1740</c:v>
                      </c:pt>
                      <c:pt idx="1740">
                        <c:v>1741</c:v>
                      </c:pt>
                      <c:pt idx="1741">
                        <c:v>1742</c:v>
                      </c:pt>
                      <c:pt idx="1742">
                        <c:v>1743</c:v>
                      </c:pt>
                      <c:pt idx="1743">
                        <c:v>1744</c:v>
                      </c:pt>
                      <c:pt idx="1744">
                        <c:v>1745</c:v>
                      </c:pt>
                      <c:pt idx="1745">
                        <c:v>1746</c:v>
                      </c:pt>
                      <c:pt idx="1746">
                        <c:v>1747</c:v>
                      </c:pt>
                      <c:pt idx="1747">
                        <c:v>1748</c:v>
                      </c:pt>
                      <c:pt idx="1748">
                        <c:v>1749</c:v>
                      </c:pt>
                      <c:pt idx="1749">
                        <c:v>1750</c:v>
                      </c:pt>
                      <c:pt idx="1750">
                        <c:v>1751</c:v>
                      </c:pt>
                      <c:pt idx="1751">
                        <c:v>1752</c:v>
                      </c:pt>
                      <c:pt idx="1752">
                        <c:v>1753</c:v>
                      </c:pt>
                      <c:pt idx="1753">
                        <c:v>1754</c:v>
                      </c:pt>
                      <c:pt idx="1754">
                        <c:v>1755</c:v>
                      </c:pt>
                      <c:pt idx="1755">
                        <c:v>1756</c:v>
                      </c:pt>
                      <c:pt idx="1756">
                        <c:v>1757</c:v>
                      </c:pt>
                      <c:pt idx="1757">
                        <c:v>1758</c:v>
                      </c:pt>
                      <c:pt idx="1758">
                        <c:v>1759</c:v>
                      </c:pt>
                      <c:pt idx="1759">
                        <c:v>1760</c:v>
                      </c:pt>
                      <c:pt idx="1760">
                        <c:v>1761</c:v>
                      </c:pt>
                      <c:pt idx="1761">
                        <c:v>1762</c:v>
                      </c:pt>
                      <c:pt idx="1762">
                        <c:v>1763</c:v>
                      </c:pt>
                      <c:pt idx="1763">
                        <c:v>1764</c:v>
                      </c:pt>
                      <c:pt idx="1764">
                        <c:v>1765</c:v>
                      </c:pt>
                      <c:pt idx="1765">
                        <c:v>1766</c:v>
                      </c:pt>
                      <c:pt idx="1766">
                        <c:v>1767</c:v>
                      </c:pt>
                      <c:pt idx="1767">
                        <c:v>1768</c:v>
                      </c:pt>
                      <c:pt idx="1768">
                        <c:v>1769</c:v>
                      </c:pt>
                      <c:pt idx="1769">
                        <c:v>1770</c:v>
                      </c:pt>
                      <c:pt idx="1770">
                        <c:v>1771</c:v>
                      </c:pt>
                      <c:pt idx="1771">
                        <c:v>1772</c:v>
                      </c:pt>
                      <c:pt idx="1772">
                        <c:v>1773</c:v>
                      </c:pt>
                      <c:pt idx="1773">
                        <c:v>1774</c:v>
                      </c:pt>
                      <c:pt idx="1774">
                        <c:v>1775</c:v>
                      </c:pt>
                      <c:pt idx="1775">
                        <c:v>1776</c:v>
                      </c:pt>
                      <c:pt idx="1776">
                        <c:v>1777</c:v>
                      </c:pt>
                      <c:pt idx="1777">
                        <c:v>1778</c:v>
                      </c:pt>
                      <c:pt idx="1778">
                        <c:v>1779</c:v>
                      </c:pt>
                      <c:pt idx="1779">
                        <c:v>1780</c:v>
                      </c:pt>
                      <c:pt idx="1780">
                        <c:v>1781</c:v>
                      </c:pt>
                      <c:pt idx="1781">
                        <c:v>1782</c:v>
                      </c:pt>
                      <c:pt idx="1782">
                        <c:v>1783</c:v>
                      </c:pt>
                      <c:pt idx="1783">
                        <c:v>1784</c:v>
                      </c:pt>
                      <c:pt idx="1784">
                        <c:v>1785</c:v>
                      </c:pt>
                      <c:pt idx="1785">
                        <c:v>1786</c:v>
                      </c:pt>
                      <c:pt idx="1786">
                        <c:v>1787</c:v>
                      </c:pt>
                      <c:pt idx="1787">
                        <c:v>1788</c:v>
                      </c:pt>
                      <c:pt idx="1788">
                        <c:v>1789</c:v>
                      </c:pt>
                      <c:pt idx="1789">
                        <c:v>1790</c:v>
                      </c:pt>
                      <c:pt idx="1790">
                        <c:v>1791</c:v>
                      </c:pt>
                      <c:pt idx="1791">
                        <c:v>1792</c:v>
                      </c:pt>
                      <c:pt idx="1792">
                        <c:v>1793</c:v>
                      </c:pt>
                      <c:pt idx="1793">
                        <c:v>1794</c:v>
                      </c:pt>
                      <c:pt idx="1794">
                        <c:v>1795</c:v>
                      </c:pt>
                      <c:pt idx="1795">
                        <c:v>1796</c:v>
                      </c:pt>
                      <c:pt idx="1796">
                        <c:v>1797</c:v>
                      </c:pt>
                      <c:pt idx="1797">
                        <c:v>1798</c:v>
                      </c:pt>
                      <c:pt idx="1798">
                        <c:v>1799</c:v>
                      </c:pt>
                      <c:pt idx="1799">
                        <c:v>1800</c:v>
                      </c:pt>
                      <c:pt idx="1800">
                        <c:v>1801</c:v>
                      </c:pt>
                      <c:pt idx="1801">
                        <c:v>1802</c:v>
                      </c:pt>
                      <c:pt idx="1802">
                        <c:v>1803</c:v>
                      </c:pt>
                      <c:pt idx="1803">
                        <c:v>1804</c:v>
                      </c:pt>
                      <c:pt idx="1804">
                        <c:v>1805</c:v>
                      </c:pt>
                      <c:pt idx="1805">
                        <c:v>1806</c:v>
                      </c:pt>
                      <c:pt idx="1806">
                        <c:v>1807</c:v>
                      </c:pt>
                      <c:pt idx="1807">
                        <c:v>1808</c:v>
                      </c:pt>
                      <c:pt idx="1808">
                        <c:v>1809</c:v>
                      </c:pt>
                      <c:pt idx="1809">
                        <c:v>1810</c:v>
                      </c:pt>
                      <c:pt idx="1810">
                        <c:v>1811</c:v>
                      </c:pt>
                      <c:pt idx="1811">
                        <c:v>1812</c:v>
                      </c:pt>
                      <c:pt idx="1812">
                        <c:v>1813</c:v>
                      </c:pt>
                      <c:pt idx="1813">
                        <c:v>1814</c:v>
                      </c:pt>
                      <c:pt idx="1814">
                        <c:v>1815</c:v>
                      </c:pt>
                      <c:pt idx="1815">
                        <c:v>1816</c:v>
                      </c:pt>
                      <c:pt idx="1816">
                        <c:v>1817</c:v>
                      </c:pt>
                      <c:pt idx="1817">
                        <c:v>1818</c:v>
                      </c:pt>
                      <c:pt idx="1818">
                        <c:v>1819</c:v>
                      </c:pt>
                      <c:pt idx="1819">
                        <c:v>1820</c:v>
                      </c:pt>
                      <c:pt idx="1820">
                        <c:v>1821</c:v>
                      </c:pt>
                      <c:pt idx="1821">
                        <c:v>1822</c:v>
                      </c:pt>
                      <c:pt idx="1822">
                        <c:v>1823</c:v>
                      </c:pt>
                      <c:pt idx="1823">
                        <c:v>1824</c:v>
                      </c:pt>
                      <c:pt idx="1824">
                        <c:v>1825</c:v>
                      </c:pt>
                      <c:pt idx="1825">
                        <c:v>1826</c:v>
                      </c:pt>
                      <c:pt idx="1826">
                        <c:v>1827</c:v>
                      </c:pt>
                      <c:pt idx="1827">
                        <c:v>1828</c:v>
                      </c:pt>
                      <c:pt idx="1828">
                        <c:v>1829</c:v>
                      </c:pt>
                      <c:pt idx="1829">
                        <c:v>1830</c:v>
                      </c:pt>
                      <c:pt idx="1830">
                        <c:v>1831</c:v>
                      </c:pt>
                      <c:pt idx="1831">
                        <c:v>1832</c:v>
                      </c:pt>
                      <c:pt idx="1832">
                        <c:v>1833</c:v>
                      </c:pt>
                      <c:pt idx="1833">
                        <c:v>1834</c:v>
                      </c:pt>
                      <c:pt idx="1834">
                        <c:v>1835</c:v>
                      </c:pt>
                      <c:pt idx="1835">
                        <c:v>1836</c:v>
                      </c:pt>
                      <c:pt idx="1836">
                        <c:v>1837</c:v>
                      </c:pt>
                      <c:pt idx="1837">
                        <c:v>1838</c:v>
                      </c:pt>
                      <c:pt idx="1838">
                        <c:v>1839</c:v>
                      </c:pt>
                      <c:pt idx="1839">
                        <c:v>1840</c:v>
                      </c:pt>
                      <c:pt idx="1840">
                        <c:v>1841</c:v>
                      </c:pt>
                      <c:pt idx="1841">
                        <c:v>1842</c:v>
                      </c:pt>
                      <c:pt idx="1842">
                        <c:v>1843</c:v>
                      </c:pt>
                      <c:pt idx="1843">
                        <c:v>1844</c:v>
                      </c:pt>
                      <c:pt idx="1844">
                        <c:v>1845</c:v>
                      </c:pt>
                      <c:pt idx="1845">
                        <c:v>1846</c:v>
                      </c:pt>
                      <c:pt idx="1846">
                        <c:v>1847</c:v>
                      </c:pt>
                      <c:pt idx="1847">
                        <c:v>1848</c:v>
                      </c:pt>
                      <c:pt idx="1848">
                        <c:v>1849</c:v>
                      </c:pt>
                      <c:pt idx="1849">
                        <c:v>1850</c:v>
                      </c:pt>
                      <c:pt idx="1850">
                        <c:v>1851</c:v>
                      </c:pt>
                      <c:pt idx="1851">
                        <c:v>1852</c:v>
                      </c:pt>
                      <c:pt idx="1852">
                        <c:v>1853</c:v>
                      </c:pt>
                      <c:pt idx="1853">
                        <c:v>1854</c:v>
                      </c:pt>
                      <c:pt idx="1854">
                        <c:v>1855</c:v>
                      </c:pt>
                      <c:pt idx="1855">
                        <c:v>1856</c:v>
                      </c:pt>
                      <c:pt idx="1856">
                        <c:v>1857</c:v>
                      </c:pt>
                      <c:pt idx="1857">
                        <c:v>1858</c:v>
                      </c:pt>
                      <c:pt idx="1858">
                        <c:v>1859</c:v>
                      </c:pt>
                      <c:pt idx="1859">
                        <c:v>1860</c:v>
                      </c:pt>
                      <c:pt idx="1860">
                        <c:v>1861</c:v>
                      </c:pt>
                      <c:pt idx="1861">
                        <c:v>1862</c:v>
                      </c:pt>
                      <c:pt idx="1862">
                        <c:v>1863</c:v>
                      </c:pt>
                      <c:pt idx="1863">
                        <c:v>1864</c:v>
                      </c:pt>
                      <c:pt idx="1864">
                        <c:v>1865</c:v>
                      </c:pt>
                      <c:pt idx="1865">
                        <c:v>1866</c:v>
                      </c:pt>
                      <c:pt idx="1866">
                        <c:v>1867</c:v>
                      </c:pt>
                      <c:pt idx="1867">
                        <c:v>1868</c:v>
                      </c:pt>
                      <c:pt idx="1868">
                        <c:v>1869</c:v>
                      </c:pt>
                      <c:pt idx="1869">
                        <c:v>1870</c:v>
                      </c:pt>
                      <c:pt idx="1870">
                        <c:v>1871</c:v>
                      </c:pt>
                      <c:pt idx="1871">
                        <c:v>1872</c:v>
                      </c:pt>
                      <c:pt idx="1872">
                        <c:v>1873</c:v>
                      </c:pt>
                      <c:pt idx="1873">
                        <c:v>1874</c:v>
                      </c:pt>
                      <c:pt idx="1874">
                        <c:v>1875</c:v>
                      </c:pt>
                      <c:pt idx="1875">
                        <c:v>1876</c:v>
                      </c:pt>
                      <c:pt idx="1876">
                        <c:v>1877</c:v>
                      </c:pt>
                      <c:pt idx="1877">
                        <c:v>1878</c:v>
                      </c:pt>
                      <c:pt idx="1878">
                        <c:v>1879</c:v>
                      </c:pt>
                      <c:pt idx="1879">
                        <c:v>1880</c:v>
                      </c:pt>
                      <c:pt idx="1880">
                        <c:v>1881</c:v>
                      </c:pt>
                      <c:pt idx="1881">
                        <c:v>1882</c:v>
                      </c:pt>
                      <c:pt idx="1882">
                        <c:v>1883</c:v>
                      </c:pt>
                      <c:pt idx="1883">
                        <c:v>1884</c:v>
                      </c:pt>
                      <c:pt idx="1884">
                        <c:v>1885</c:v>
                      </c:pt>
                      <c:pt idx="1885">
                        <c:v>1886</c:v>
                      </c:pt>
                      <c:pt idx="1886">
                        <c:v>1887</c:v>
                      </c:pt>
                      <c:pt idx="1887">
                        <c:v>1888</c:v>
                      </c:pt>
                      <c:pt idx="1888">
                        <c:v>1889</c:v>
                      </c:pt>
                      <c:pt idx="1889">
                        <c:v>1890</c:v>
                      </c:pt>
                      <c:pt idx="1890">
                        <c:v>1891</c:v>
                      </c:pt>
                      <c:pt idx="1891">
                        <c:v>1892</c:v>
                      </c:pt>
                      <c:pt idx="1892">
                        <c:v>1893</c:v>
                      </c:pt>
                      <c:pt idx="1893">
                        <c:v>1894</c:v>
                      </c:pt>
                      <c:pt idx="1894">
                        <c:v>1895</c:v>
                      </c:pt>
                      <c:pt idx="1895">
                        <c:v>1896</c:v>
                      </c:pt>
                      <c:pt idx="1896">
                        <c:v>1897</c:v>
                      </c:pt>
                      <c:pt idx="1897">
                        <c:v>1898</c:v>
                      </c:pt>
                      <c:pt idx="1898">
                        <c:v>1899</c:v>
                      </c:pt>
                      <c:pt idx="1899">
                        <c:v>1900</c:v>
                      </c:pt>
                      <c:pt idx="1900">
                        <c:v>1901</c:v>
                      </c:pt>
                      <c:pt idx="1901">
                        <c:v>1902</c:v>
                      </c:pt>
                      <c:pt idx="1902">
                        <c:v>1903</c:v>
                      </c:pt>
                      <c:pt idx="1903">
                        <c:v>1904</c:v>
                      </c:pt>
                      <c:pt idx="1904">
                        <c:v>1905</c:v>
                      </c:pt>
                      <c:pt idx="1905">
                        <c:v>1906</c:v>
                      </c:pt>
                      <c:pt idx="1906">
                        <c:v>1907</c:v>
                      </c:pt>
                      <c:pt idx="1907">
                        <c:v>1908</c:v>
                      </c:pt>
                      <c:pt idx="1908">
                        <c:v>1909</c:v>
                      </c:pt>
                      <c:pt idx="1909">
                        <c:v>1910</c:v>
                      </c:pt>
                      <c:pt idx="1910">
                        <c:v>1911</c:v>
                      </c:pt>
                      <c:pt idx="1911">
                        <c:v>1912</c:v>
                      </c:pt>
                      <c:pt idx="1912">
                        <c:v>1913</c:v>
                      </c:pt>
                      <c:pt idx="1913">
                        <c:v>1914</c:v>
                      </c:pt>
                      <c:pt idx="1914">
                        <c:v>1915</c:v>
                      </c:pt>
                      <c:pt idx="1915">
                        <c:v>1916</c:v>
                      </c:pt>
                      <c:pt idx="1916">
                        <c:v>1917</c:v>
                      </c:pt>
                      <c:pt idx="1917">
                        <c:v>1918</c:v>
                      </c:pt>
                      <c:pt idx="1918">
                        <c:v>1919</c:v>
                      </c:pt>
                      <c:pt idx="1919">
                        <c:v>1920</c:v>
                      </c:pt>
                      <c:pt idx="1920">
                        <c:v>1921</c:v>
                      </c:pt>
                      <c:pt idx="1921">
                        <c:v>1922</c:v>
                      </c:pt>
                      <c:pt idx="1922">
                        <c:v>1923</c:v>
                      </c:pt>
                      <c:pt idx="1923">
                        <c:v>1924</c:v>
                      </c:pt>
                      <c:pt idx="1924">
                        <c:v>1925</c:v>
                      </c:pt>
                      <c:pt idx="1925">
                        <c:v>1926</c:v>
                      </c:pt>
                      <c:pt idx="1926">
                        <c:v>1927</c:v>
                      </c:pt>
                      <c:pt idx="1927">
                        <c:v>1928</c:v>
                      </c:pt>
                      <c:pt idx="1928">
                        <c:v>1929</c:v>
                      </c:pt>
                      <c:pt idx="1929">
                        <c:v>1930</c:v>
                      </c:pt>
                      <c:pt idx="1930">
                        <c:v>1931</c:v>
                      </c:pt>
                      <c:pt idx="1931">
                        <c:v>1932</c:v>
                      </c:pt>
                      <c:pt idx="1932">
                        <c:v>1933</c:v>
                      </c:pt>
                      <c:pt idx="1933">
                        <c:v>1934</c:v>
                      </c:pt>
                      <c:pt idx="1934">
                        <c:v>1935</c:v>
                      </c:pt>
                      <c:pt idx="1935">
                        <c:v>1936</c:v>
                      </c:pt>
                      <c:pt idx="1936">
                        <c:v>1937</c:v>
                      </c:pt>
                      <c:pt idx="1937">
                        <c:v>1938</c:v>
                      </c:pt>
                      <c:pt idx="1938">
                        <c:v>1939</c:v>
                      </c:pt>
                      <c:pt idx="1939">
                        <c:v>1940</c:v>
                      </c:pt>
                      <c:pt idx="1940">
                        <c:v>1941</c:v>
                      </c:pt>
                      <c:pt idx="1941">
                        <c:v>1942</c:v>
                      </c:pt>
                      <c:pt idx="1942">
                        <c:v>1943</c:v>
                      </c:pt>
                      <c:pt idx="1943">
                        <c:v>1944</c:v>
                      </c:pt>
                      <c:pt idx="1944">
                        <c:v>1945</c:v>
                      </c:pt>
                      <c:pt idx="1945">
                        <c:v>1946</c:v>
                      </c:pt>
                      <c:pt idx="1946">
                        <c:v>1947</c:v>
                      </c:pt>
                      <c:pt idx="1947">
                        <c:v>1948</c:v>
                      </c:pt>
                      <c:pt idx="1948">
                        <c:v>1949</c:v>
                      </c:pt>
                      <c:pt idx="1949">
                        <c:v>1950</c:v>
                      </c:pt>
                      <c:pt idx="1950">
                        <c:v>1951</c:v>
                      </c:pt>
                      <c:pt idx="1951">
                        <c:v>1952</c:v>
                      </c:pt>
                      <c:pt idx="1952">
                        <c:v>1953</c:v>
                      </c:pt>
                      <c:pt idx="1953">
                        <c:v>1954</c:v>
                      </c:pt>
                      <c:pt idx="1954">
                        <c:v>1955</c:v>
                      </c:pt>
                      <c:pt idx="1955">
                        <c:v>1956</c:v>
                      </c:pt>
                      <c:pt idx="1956">
                        <c:v>1957</c:v>
                      </c:pt>
                      <c:pt idx="1957">
                        <c:v>1958</c:v>
                      </c:pt>
                      <c:pt idx="1958">
                        <c:v>1959</c:v>
                      </c:pt>
                      <c:pt idx="1959">
                        <c:v>1960</c:v>
                      </c:pt>
                      <c:pt idx="1960">
                        <c:v>1961</c:v>
                      </c:pt>
                      <c:pt idx="1961">
                        <c:v>1962</c:v>
                      </c:pt>
                      <c:pt idx="1962">
                        <c:v>1963</c:v>
                      </c:pt>
                      <c:pt idx="1963">
                        <c:v>1964</c:v>
                      </c:pt>
                      <c:pt idx="1964">
                        <c:v>1965</c:v>
                      </c:pt>
                      <c:pt idx="1965">
                        <c:v>1966</c:v>
                      </c:pt>
                      <c:pt idx="1966">
                        <c:v>1967</c:v>
                      </c:pt>
                      <c:pt idx="1967">
                        <c:v>1968</c:v>
                      </c:pt>
                      <c:pt idx="1968">
                        <c:v>1969</c:v>
                      </c:pt>
                      <c:pt idx="1969">
                        <c:v>1970</c:v>
                      </c:pt>
                      <c:pt idx="1970">
                        <c:v>1971</c:v>
                      </c:pt>
                      <c:pt idx="1971">
                        <c:v>1972</c:v>
                      </c:pt>
                      <c:pt idx="1972">
                        <c:v>1973</c:v>
                      </c:pt>
                      <c:pt idx="1973">
                        <c:v>1974</c:v>
                      </c:pt>
                      <c:pt idx="1974">
                        <c:v>1975</c:v>
                      </c:pt>
                      <c:pt idx="1975">
                        <c:v>1976</c:v>
                      </c:pt>
                      <c:pt idx="1976">
                        <c:v>1977</c:v>
                      </c:pt>
                      <c:pt idx="1977">
                        <c:v>1978</c:v>
                      </c:pt>
                      <c:pt idx="1978">
                        <c:v>1979</c:v>
                      </c:pt>
                      <c:pt idx="1979">
                        <c:v>1980</c:v>
                      </c:pt>
                      <c:pt idx="1980">
                        <c:v>1981</c:v>
                      </c:pt>
                      <c:pt idx="1981">
                        <c:v>1982</c:v>
                      </c:pt>
                      <c:pt idx="1982">
                        <c:v>1983</c:v>
                      </c:pt>
                      <c:pt idx="1983">
                        <c:v>1984</c:v>
                      </c:pt>
                      <c:pt idx="1984">
                        <c:v>1985</c:v>
                      </c:pt>
                      <c:pt idx="1985">
                        <c:v>1986</c:v>
                      </c:pt>
                      <c:pt idx="1986">
                        <c:v>1987</c:v>
                      </c:pt>
                      <c:pt idx="1987">
                        <c:v>1988</c:v>
                      </c:pt>
                      <c:pt idx="1988">
                        <c:v>1989</c:v>
                      </c:pt>
                      <c:pt idx="1989">
                        <c:v>1990</c:v>
                      </c:pt>
                      <c:pt idx="1990">
                        <c:v>1991</c:v>
                      </c:pt>
                      <c:pt idx="1991">
                        <c:v>1992</c:v>
                      </c:pt>
                      <c:pt idx="1992">
                        <c:v>1993</c:v>
                      </c:pt>
                      <c:pt idx="1993">
                        <c:v>1994</c:v>
                      </c:pt>
                      <c:pt idx="1994">
                        <c:v>1995</c:v>
                      </c:pt>
                      <c:pt idx="1995">
                        <c:v>1996</c:v>
                      </c:pt>
                      <c:pt idx="1996">
                        <c:v>1997</c:v>
                      </c:pt>
                      <c:pt idx="1997">
                        <c:v>1998</c:v>
                      </c:pt>
                      <c:pt idx="1998">
                        <c:v>1999</c:v>
                      </c:pt>
                      <c:pt idx="1999">
                        <c:v>2000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Sheet1!$E$2:$E$2001</c15:sqref>
                        </c15:formulaRef>
                      </c:ext>
                    </c:extLst>
                    <c:numCache>
                      <c:formatCode>General</c:formatCode>
                      <c:ptCount val="1999"/>
                    </c:numCache>
                  </c:numRef>
                </c:val>
                <c:smooth val="0"/>
                <c:extLst>
                  <c:ext xmlns:c15="http://schemas.microsoft.com/office/drawing/2012/chart" uri="{02D57815-91ED-43cb-92C2-25804820EDAC}">
                    <c15:filteredSeriesTitle>
                      <c15:tx>
                        <c:strRef>
                          <c:extLst>
                            <c:ext uri="{02D57815-91ED-43cb-92C2-25804820EDAC}">
                              <c15:formulaRef>
                                <c15:sqref>sage_R_mae</c15:sqref>
                              </c15:formulaRef>
                            </c:ext>
                          </c:extLst>
                          <c:strCache>
                            <c:ptCount val="1"/>
                            <c:pt idx="0">
                              <c:v>sage_R_mae</c:v>
                            </c:pt>
                          </c:strCache>
                        </c:strRef>
                      </c15:tx>
                    </c15:filteredSeriesTitle>
                  </c:ext>
                </c:extLst>
              </c15:ser>
            </c15:filteredLineSeries>
          </c:ext>
        </c:extLst>
      </c:lineChart>
      <c:catAx>
        <c:axId val="16605788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</a:t>
                </a:r>
                <a:r>
                  <a:rPr lang="en-US" baseline="0"/>
                  <a:t> of epoch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660577168"/>
        <c:crosses val="autoZero"/>
        <c:auto val="0"/>
        <c:lblAlgn val="ctr"/>
        <c:lblOffset val="100"/>
        <c:noMultiLvlLbl val="0"/>
      </c:catAx>
      <c:valAx>
        <c:axId val="1660577168"/>
        <c:scaling>
          <c:orientation val="minMax"/>
          <c:max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Loss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660578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gcn_test_mae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Ref>
              <c:f>Sheet1!$B$2:$B$7</c:f>
              <c:numCache>
                <c:formatCode>General</c:formatCode>
                <c:ptCount val="6"/>
                <c:pt idx="0">
                  <c:v>1.9557</c:v>
                </c:pt>
                <c:pt idx="1">
                  <c:v>2.0789</c:v>
                </c:pt>
                <c:pt idx="2">
                  <c:v>1.9302</c:v>
                </c:pt>
                <c:pt idx="3">
                  <c:v>1.813</c:v>
                </c:pt>
                <c:pt idx="4">
                  <c:v>1.7397</c:v>
                </c:pt>
                <c:pt idx="5">
                  <c:v>2.1282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sage_test_mae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Ref>
              <c:f>Sheet1!$C$2:$C$7</c:f>
              <c:numCache>
                <c:formatCode>General</c:formatCode>
                <c:ptCount val="6"/>
                <c:pt idx="0">
                  <c:v>0.7384</c:v>
                </c:pt>
                <c:pt idx="1">
                  <c:v>0.9188</c:v>
                </c:pt>
                <c:pt idx="2">
                  <c:v>0.9336</c:v>
                </c:pt>
                <c:pt idx="3">
                  <c:v>0.94</c:v>
                </c:pt>
                <c:pt idx="4">
                  <c:v>0.9468</c:v>
                </c:pt>
                <c:pt idx="5">
                  <c:v>0.5953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09667983"/>
        <c:axId val="909667151"/>
      </c:barChart>
      <c:catAx>
        <c:axId val="90966798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09667151"/>
        <c:crosses val="autoZero"/>
        <c:auto val="1"/>
        <c:lblAlgn val="ctr"/>
        <c:lblOffset val="100"/>
        <c:noMultiLvlLbl val="0"/>
      </c:catAx>
      <c:valAx>
        <c:axId val="9096671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09667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gcn_test_mse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Ref>
              <c:f>Sheet1!$D$2:$D$7</c:f>
              <c:numCache>
                <c:formatCode>General</c:formatCode>
                <c:ptCount val="6"/>
                <c:pt idx="0">
                  <c:v>4.7964</c:v>
                </c:pt>
                <c:pt idx="1">
                  <c:v>6.5515</c:v>
                </c:pt>
                <c:pt idx="2">
                  <c:v>5.4685</c:v>
                </c:pt>
                <c:pt idx="3">
                  <c:v>5.308</c:v>
                </c:pt>
                <c:pt idx="4">
                  <c:v>5.271</c:v>
                </c:pt>
                <c:pt idx="5">
                  <c:v>8.429</c:v>
                </c:pt>
              </c:numCache>
            </c:numRef>
          </c:val>
        </c:ser>
        <c:ser>
          <c:idx val="1"/>
          <c:order val="1"/>
          <c:tx>
            <c:strRef>
              <c:f>Sheet1!$E$1</c:f>
              <c:strCache>
                <c:ptCount val="1"/>
                <c:pt idx="0">
                  <c:v>sage_test_mse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val>
            <c:numRef>
              <c:f>Sheet1!$E$2:$E$7</c:f>
              <c:numCache>
                <c:formatCode>General</c:formatCode>
                <c:ptCount val="6"/>
                <c:pt idx="0">
                  <c:v>1.4554</c:v>
                </c:pt>
                <c:pt idx="1">
                  <c:v>2.1331</c:v>
                </c:pt>
                <c:pt idx="2">
                  <c:v>0.6774</c:v>
                </c:pt>
                <c:pt idx="3">
                  <c:v>0.5532</c:v>
                </c:pt>
                <c:pt idx="4">
                  <c:v>0.677</c:v>
                </c:pt>
                <c:pt idx="5">
                  <c:v>1.3561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09662991"/>
        <c:axId val="909662575"/>
      </c:barChart>
      <c:catAx>
        <c:axId val="90966299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09662575"/>
        <c:crosses val="autoZero"/>
        <c:auto val="1"/>
        <c:lblAlgn val="ctr"/>
        <c:lblOffset val="100"/>
        <c:noMultiLvlLbl val="0"/>
      </c:catAx>
      <c:valAx>
        <c:axId val="909662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09662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18135" y="313954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318135" y="625266"/>
            <a:ext cx="11555095" cy="245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 Optimization for Emergency Vehicles Analyzing Spatial and Temporal Dependencies using Graph Convolutional Network</a:t>
            </a:r>
            <a:endParaRPr lang="en-US" sz="3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endParaRPr lang="en-US" sz="3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478036" y="2626578"/>
            <a:ext cx="7235927" cy="391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  <a:endParaRPr lang="en-US" sz="2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Faria Sultana 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Roll:1707023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Sadia Mubasshira Rahman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Roll: 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1707042</a:t>
            </a:r>
            <a:endParaRPr lang="en-US" sz="22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 by:</a:t>
            </a:r>
            <a:endParaRPr lang="en-US" sz="2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Md. Aminul Haque Akhand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 and </a:t>
            </a: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  <a:endParaRPr lang="en-US" sz="22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Khulna 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Engineering &amp; Technology,Khulna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54330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970280" y="1886741"/>
            <a:ext cx="102514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Introduction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Purpose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Background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Objectives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Case Study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Prelimineries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Proposed Methodology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Contributions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Experimental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Results and Analysis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Conclusions</a:t>
            </a:r>
            <a:endParaRPr lang="en-US" sz="20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30346" y="648018"/>
            <a:ext cx="355121" cy="365125"/>
          </a:xfrm>
          <a:solidFill>
            <a:schemeClr val="bg2"/>
          </a:solidFill>
        </p:spPr>
        <p:txBody>
          <a:bodyPr/>
          <a:lstStyle/>
          <a:p>
            <a:pPr algn="ctr"/>
            <a:fld id="{9B618960-8005-486C-9A75-10CB2AAC16F9}" type="slidenum">
              <a:rPr lang="en-US" b="1" smtClean="0">
                <a:solidFill>
                  <a:schemeClr val="tx1"/>
                </a:solidFill>
              </a:rPr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18135" y="295059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54330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4000" b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808990" y="1455420"/>
            <a:ext cx="5937885" cy="3723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Emergency vehicle routing </a:t>
            </a: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refers to the process of determining the </a:t>
            </a:r>
            <a:r>
              <a:rPr lang="en-US" sz="24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optimal path</a:t>
            </a: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for emergency vehicles.</a:t>
            </a: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An well established </a:t>
            </a:r>
            <a:r>
              <a:rPr lang="en-US" sz="24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emergency vehicle</a:t>
            </a: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routing system can ensure necessary services to the accident locations</a:t>
            </a:r>
            <a:endParaRPr lang="en-US" sz="20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0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Content Placeholder 2" descr="12083_2020_936_Fig1_HTML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89700" y="1916430"/>
            <a:ext cx="4914900" cy="3909695"/>
          </a:xfrm>
          <a:prstGeom prst="rect">
            <a:avLst/>
          </a:prstGeom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4980182" y="5825908"/>
            <a:ext cx="642444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Figure 1 :</a:t>
            </a:r>
            <a:r>
              <a:rPr kumimoji="0" lang="en-US" altLang="en-US" b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A four</a:t>
            </a:r>
            <a:r>
              <a:rPr kumimoji="0" lang="en-US" altLang="en-US" b="0" u="none" strike="noStrike" cap="none" normalizeH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point intersection of tracks</a:t>
            </a:r>
            <a:endParaRPr kumimoji="0" lang="en-US" altLang="en-US" b="0" u="none" strike="noStrike" cap="none" normalizeH="0" baseline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18135" y="313690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54330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endParaRPr lang="en-US" sz="4000" b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927100" y="1342390"/>
            <a:ext cx="574357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Reducing the response time of emergency vehicle is the main purpose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Our cities are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congested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causing vehicles failing to reach in time.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response time of emergency vehicle immensely effects the fatality rate.</a:t>
            </a:r>
            <a:endParaRPr lang="en-US" sz="20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Content Placeholder 1" descr="535034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456045" y="1686560"/>
            <a:ext cx="4973320" cy="3962400"/>
          </a:xfrm>
          <a:prstGeom prst="rect">
            <a:avLst/>
          </a:prstGeom>
        </p:spPr>
      </p:pic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5625881" y="5716905"/>
            <a:ext cx="642444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Figure 2 :</a:t>
            </a:r>
            <a:r>
              <a:rPr kumimoji="0" lang="en-US" altLang="en-US" b="1" u="none" strike="noStrike" cap="none" normalizeH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</a:t>
            </a:r>
            <a:r>
              <a:rPr kumimoji="0" lang="en-US" altLang="en-US" u="none" strike="noStrike" cap="none" normalizeH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A picture of traffics on the road</a:t>
            </a:r>
            <a:endParaRPr kumimoji="0" lang="en-US" altLang="en-US" b="0" u="none" strike="noStrike" cap="none" normalizeH="0" baseline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30346" y="648018"/>
            <a:ext cx="355121" cy="365125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328295" y="244680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54330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 (</a:t>
            </a:r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Contd.)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Content Placeholder 2" descr="881-item-1280x720.mp4"/>
          <p:cNvPicPr>
            <a:picLocks noGrp="1" noChangeAspect="1"/>
          </p:cNvPicPr>
          <p:nvPr>
            <p:ph sz="half" idx="1"/>
          </p:nvPr>
        </p:nvPicPr>
        <p:blipFill>
          <a:blip r:embed="rId1"/>
          <a:srcRect l="10868" t="-730" r="10491" b="-1080"/>
          <a:stretch>
            <a:fillRect/>
          </a:stretch>
        </p:blipFill>
        <p:spPr>
          <a:xfrm>
            <a:off x="927100" y="1511300"/>
            <a:ext cx="2271395" cy="2259965"/>
          </a:xfrm>
          <a:prstGeom prst="ellipse">
            <a:avLst/>
          </a:prstGeom>
        </p:spPr>
      </p:pic>
      <p:pic>
        <p:nvPicPr>
          <p:cNvPr id="6" name="Content Placeholder 5" descr="A-truck-of-relief-goods-from-the-local-government-of-Cavite-Photo-by-Lance-Lozano-on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935085" y="4141470"/>
            <a:ext cx="2350135" cy="2240915"/>
          </a:xfrm>
          <a:prstGeom prst="ellipse">
            <a:avLst/>
          </a:prstGeom>
        </p:spPr>
      </p:pic>
      <p:pic>
        <p:nvPicPr>
          <p:cNvPr id="8" name="Picture 7" descr="s84are1qpk_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4140200"/>
            <a:ext cx="2274570" cy="2242185"/>
          </a:xfrm>
          <a:prstGeom prst="ellipse">
            <a:avLst/>
          </a:prstGeom>
        </p:spPr>
      </p:pic>
      <p:pic>
        <p:nvPicPr>
          <p:cNvPr id="9" name="Picture 8" descr="inde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040" y="1568450"/>
            <a:ext cx="2308860" cy="2237105"/>
          </a:xfrm>
          <a:prstGeom prst="ellipse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26465" y="1510030"/>
            <a:ext cx="4775200" cy="22421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926465" y="4140200"/>
            <a:ext cx="4775200" cy="22421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6489700" y="1561465"/>
            <a:ext cx="4775200" cy="22421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6489700" y="4140200"/>
            <a:ext cx="4775200" cy="22421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6499860" y="1574165"/>
            <a:ext cx="2349500" cy="22320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Natural Disasters</a:t>
            </a:r>
            <a:endParaRPr lang="en-U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352165" y="1525270"/>
            <a:ext cx="2349500" cy="22320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Crime Scenes</a:t>
            </a:r>
            <a:endParaRPr lang="en-U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52165" y="4140200"/>
            <a:ext cx="2349500" cy="22320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Fire</a:t>
            </a:r>
            <a:endParaRPr lang="en-U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Outbreaks</a:t>
            </a:r>
            <a:endParaRPr lang="en-U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89700" y="4150360"/>
            <a:ext cx="2349500" cy="22320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Relief Goods</a:t>
            </a:r>
            <a:endParaRPr lang="en-U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30346" y="648018"/>
            <a:ext cx="355121" cy="365125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181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54330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en-US" sz="4000" b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970280" y="1558290"/>
            <a:ext cx="5530215" cy="446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Guarantees a safe and secure road network</a:t>
            </a: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Sometimes even if the ambulance arrives in time, the delay to reach to the hospital might also cause damage</a:t>
            </a: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Damages caused by fire are more severe and increases rapidly.</a:t>
            </a: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506" name="组合 2"/>
          <p:cNvGrpSpPr/>
          <p:nvPr/>
        </p:nvGrpSpPr>
        <p:grpSpPr>
          <a:xfrm>
            <a:off x="6708140" y="1432560"/>
            <a:ext cx="4605020" cy="4545965"/>
            <a:chOff x="1129680" y="2380255"/>
            <a:chExt cx="2465032" cy="2591151"/>
          </a:xfrm>
        </p:grpSpPr>
        <p:sp>
          <p:nvSpPr>
            <p:cNvPr id="5" name="等腰三角形 4"/>
            <p:cNvSpPr/>
            <p:nvPr/>
          </p:nvSpPr>
          <p:spPr>
            <a:xfrm rot="4708889" flipH="1">
              <a:off x="2386443" y="2846112"/>
              <a:ext cx="220627" cy="19019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等腰三角形 5"/>
            <p:cNvSpPr/>
            <p:nvPr/>
          </p:nvSpPr>
          <p:spPr>
            <a:xfrm rot="7217275" flipH="1">
              <a:off x="2281018" y="3465696"/>
              <a:ext cx="206001" cy="17758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等腰三角形 6"/>
            <p:cNvSpPr/>
            <p:nvPr/>
          </p:nvSpPr>
          <p:spPr>
            <a:xfrm rot="10292340" flipH="1">
              <a:off x="1748069" y="3845465"/>
              <a:ext cx="226797" cy="195515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 flipH="1">
              <a:off x="2611289" y="2380255"/>
              <a:ext cx="983423" cy="914174"/>
            </a:xfrm>
            <a:prstGeom prst="ellipse">
              <a:avLst/>
            </a:prstGeom>
            <a:solidFill>
              <a:srgbClr val="4888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8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sym typeface="+mn-ea"/>
                </a:rPr>
                <a:t>Minimum Response Time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 flipH="1">
              <a:off x="2510772" y="3419233"/>
              <a:ext cx="998613" cy="914174"/>
            </a:xfrm>
            <a:prstGeom prst="ellipse">
              <a:avLst/>
            </a:prstGeom>
            <a:solidFill>
              <a:srgbClr val="4888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+mn-ea"/>
                </a:rPr>
                <a:t>Increased Safety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 flipH="1">
              <a:off x="1590120" y="4057232"/>
              <a:ext cx="1021117" cy="914174"/>
            </a:xfrm>
            <a:prstGeom prst="ellipse">
              <a:avLst/>
            </a:prstGeom>
            <a:solidFill>
              <a:srgbClr val="4888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80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sym typeface="+mn-ea"/>
                </a:rPr>
                <a:t>Enhanced situational awareness 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 flipH="1">
              <a:off x="1129680" y="2520326"/>
              <a:ext cx="1173707" cy="1173707"/>
            </a:xfrm>
            <a:prstGeom prst="ellipse">
              <a:avLst/>
            </a:prstGeom>
            <a:solidFill>
              <a:srgbClr val="FC1E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+mn-ea"/>
                </a:rPr>
                <a:t>Routing is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+mn-ea"/>
                </a:rPr>
                <a:t>necessary for EV  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5718556" y="6064250"/>
            <a:ext cx="77774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Figure </a:t>
            </a:r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3 :    </a:t>
            </a:r>
            <a:r>
              <a:rPr lang="en-US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Necessities of emergency vehicle routing           </a:t>
            </a:r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                      </a:t>
            </a:r>
            <a:endParaRPr lang="en-US" alt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21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6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s 3"/>
          <p:cNvSpPr/>
          <p:nvPr/>
        </p:nvSpPr>
        <p:spPr>
          <a:xfrm>
            <a:off x="328295" y="313690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74" name="Straight Connector 173"/>
          <p:cNvCxnSpPr/>
          <p:nvPr/>
        </p:nvCxnSpPr>
        <p:spPr>
          <a:xfrm>
            <a:off x="927100" y="117157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 Box 18"/>
          <p:cNvSpPr txBox="1"/>
          <p:nvPr/>
        </p:nvSpPr>
        <p:spPr>
          <a:xfrm>
            <a:off x="927100" y="431165"/>
            <a:ext cx="54330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 Studies</a:t>
            </a:r>
            <a:endParaRPr lang="en-US" sz="4000" b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六边形 29"/>
          <p:cNvSpPr/>
          <p:nvPr>
            <p:custDataLst>
              <p:tags r:id="rId1"/>
            </p:custDataLst>
          </p:nvPr>
        </p:nvSpPr>
        <p:spPr>
          <a:xfrm>
            <a:off x="5314950" y="2755265"/>
            <a:ext cx="2177415" cy="1853565"/>
          </a:xfrm>
          <a:prstGeom prst="hexagon">
            <a:avLst/>
          </a:prstGeom>
          <a:solidFill>
            <a:schemeClr val="accent1">
              <a:lumMod val="50000"/>
            </a:schemeClr>
          </a:solidFill>
          <a:ln w="3175"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Parameters 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that have previously been</a:t>
            </a:r>
            <a:b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considered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77" name="AutoShape 1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6200000">
            <a:off x="4890712" y="3562601"/>
            <a:ext cx="588169" cy="232317"/>
          </a:xfrm>
          <a:prstGeom prst="upArrow">
            <a:avLst>
              <a:gd name="adj1" fmla="val 47852"/>
              <a:gd name="adj2" fmla="val 41620"/>
            </a:avLst>
          </a:prstGeom>
          <a:solidFill>
            <a:schemeClr val="accent1"/>
          </a:solidFill>
          <a:ln w="53975">
            <a:solidFill>
              <a:srgbClr val="FFFFFF"/>
            </a:solidFill>
            <a:miter lim="800000"/>
          </a:ln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78" name="AutoShape 1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765071">
            <a:off x="6871436" y="2617630"/>
            <a:ext cx="588169" cy="232181"/>
          </a:xfrm>
          <a:prstGeom prst="upArrow">
            <a:avLst>
              <a:gd name="adj1" fmla="val 47852"/>
              <a:gd name="adj2" fmla="val 41620"/>
            </a:avLst>
          </a:prstGeom>
          <a:solidFill>
            <a:schemeClr val="accent1"/>
          </a:solidFill>
          <a:ln w="53975">
            <a:solidFill>
              <a:srgbClr val="FFFFFF"/>
            </a:solidFill>
            <a:miter lim="8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79" name="AutoShape 1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2385069">
            <a:off x="5403316" y="4521360"/>
            <a:ext cx="588169" cy="232181"/>
          </a:xfrm>
          <a:prstGeom prst="upArrow">
            <a:avLst>
              <a:gd name="adj1" fmla="val 47852"/>
              <a:gd name="adj2" fmla="val 41620"/>
            </a:avLst>
          </a:prstGeom>
          <a:solidFill>
            <a:schemeClr val="accent1"/>
          </a:solidFill>
          <a:ln w="53975">
            <a:solidFill>
              <a:srgbClr val="FFFFFF"/>
            </a:solidFill>
            <a:miter lim="8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80" name="AutoShape 1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9225070">
            <a:off x="5307431" y="2646840"/>
            <a:ext cx="588169" cy="232181"/>
          </a:xfrm>
          <a:prstGeom prst="upArrow">
            <a:avLst>
              <a:gd name="adj1" fmla="val 47852"/>
              <a:gd name="adj2" fmla="val 41620"/>
            </a:avLst>
          </a:prstGeom>
          <a:solidFill>
            <a:schemeClr val="accent1"/>
          </a:solidFill>
          <a:ln w="53975">
            <a:solidFill>
              <a:srgbClr val="FFFFFF"/>
            </a:solidFill>
            <a:miter lim="8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81" name="AutoShape 1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7585069">
            <a:off x="6930491" y="4589940"/>
            <a:ext cx="588169" cy="232181"/>
          </a:xfrm>
          <a:prstGeom prst="upArrow">
            <a:avLst>
              <a:gd name="adj1" fmla="val 47852"/>
              <a:gd name="adj2" fmla="val 41620"/>
            </a:avLst>
          </a:prstGeom>
          <a:solidFill>
            <a:schemeClr val="accent1"/>
          </a:solidFill>
          <a:ln w="53975">
            <a:solidFill>
              <a:srgbClr val="FFFFFF"/>
            </a:solidFill>
            <a:miter lim="8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82" name="AutoShape 1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5220000">
            <a:off x="7285456" y="3506630"/>
            <a:ext cx="588169" cy="232181"/>
          </a:xfrm>
          <a:prstGeom prst="upArrow">
            <a:avLst>
              <a:gd name="adj1" fmla="val 47852"/>
              <a:gd name="adj2" fmla="val 41620"/>
            </a:avLst>
          </a:prstGeom>
          <a:solidFill>
            <a:schemeClr val="accent1"/>
          </a:solidFill>
          <a:ln w="53975">
            <a:solidFill>
              <a:srgbClr val="FFFFFF"/>
            </a:solidFill>
            <a:miter lim="8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83" name="Oval 182"/>
          <p:cNvSpPr/>
          <p:nvPr/>
        </p:nvSpPr>
        <p:spPr>
          <a:xfrm>
            <a:off x="4130675" y="1214755"/>
            <a:ext cx="1670685" cy="152463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</a:t>
            </a:r>
            <a:b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Oval 183"/>
          <p:cNvSpPr/>
          <p:nvPr/>
        </p:nvSpPr>
        <p:spPr>
          <a:xfrm>
            <a:off x="6852285" y="1242060"/>
            <a:ext cx="1669415" cy="149733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Traffic Density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Oval 184"/>
          <p:cNvSpPr/>
          <p:nvPr/>
        </p:nvSpPr>
        <p:spPr>
          <a:xfrm>
            <a:off x="7736840" y="2852420"/>
            <a:ext cx="1746250" cy="14922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of the day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Oval 185"/>
          <p:cNvSpPr/>
          <p:nvPr/>
        </p:nvSpPr>
        <p:spPr>
          <a:xfrm>
            <a:off x="7206615" y="4417695"/>
            <a:ext cx="1735455" cy="16789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Connecting Roads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" name="Oval 186"/>
          <p:cNvSpPr/>
          <p:nvPr/>
        </p:nvSpPr>
        <p:spPr>
          <a:xfrm>
            <a:off x="3475355" y="2859405"/>
            <a:ext cx="1595120" cy="154114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" name="Oval 187"/>
          <p:cNvSpPr/>
          <p:nvPr/>
        </p:nvSpPr>
        <p:spPr>
          <a:xfrm>
            <a:off x="4130040" y="4509135"/>
            <a:ext cx="1772285" cy="15532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Connceting</a:t>
            </a:r>
            <a:b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Vehicles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3080635" y="6062359"/>
            <a:ext cx="63296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5B9BD5">
                    <a:lumMod val="50000"/>
                  </a:srgb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Figure 4</a:t>
            </a:r>
            <a:r>
              <a:rPr lang="en-US" altLang="en-US" b="1" dirty="0" smtClean="0">
                <a:solidFill>
                  <a:srgbClr val="5B9BD5">
                    <a:lumMod val="50000"/>
                  </a:srgb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5B9BD5">
                    <a:lumMod val="50000"/>
                  </a:srgb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:  Factors considered for emergency vehicle routing</a:t>
            </a:r>
            <a:endParaRPr lang="en-US" altLang="en-US" dirty="0">
              <a:solidFill>
                <a:srgbClr val="5B9BD5">
                  <a:lumMod val="50000"/>
                </a:srgbClr>
              </a:solidFill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191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tx1"/>
                </a:solidFill>
              </a:rPr>
              <a:t>7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75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7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7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7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7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7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7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7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75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75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7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75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ldLvl="0" animBg="1"/>
      <p:bldP spid="176" grpId="1" animBg="1"/>
      <p:bldP spid="177" grpId="0" bldLvl="0" animBg="1"/>
      <p:bldP spid="177" grpId="1" animBg="1"/>
      <p:bldP spid="178" grpId="0" bldLvl="0" animBg="1"/>
      <p:bldP spid="178" grpId="1" animBg="1"/>
      <p:bldP spid="179" grpId="0" bldLvl="0" animBg="1"/>
      <p:bldP spid="179" grpId="1" animBg="1"/>
      <p:bldP spid="180" grpId="0" bldLvl="0" animBg="1"/>
      <p:bldP spid="180" grpId="1" animBg="1"/>
      <p:bldP spid="181" grpId="0" bldLvl="0" animBg="1"/>
      <p:bldP spid="181" grpId="1" animBg="1"/>
      <p:bldP spid="182" grpId="0" bldLvl="0" animBg="1"/>
      <p:bldP spid="182" grpId="1" animBg="1"/>
      <p:bldP spid="183" grpId="0" bldLvl="0" animBg="1"/>
      <p:bldP spid="183" grpId="1" animBg="1"/>
      <p:bldP spid="184" grpId="0" bldLvl="0" animBg="1"/>
      <p:bldP spid="184" grpId="1" animBg="1"/>
      <p:bldP spid="185" grpId="0" bldLvl="0" animBg="1"/>
      <p:bldP spid="185" grpId="1" animBg="1"/>
      <p:bldP spid="186" grpId="0" bldLvl="0" animBg="1"/>
      <p:bldP spid="186" grpId="1" animBg="1"/>
      <p:bldP spid="187" grpId="0" bldLvl="0" animBg="1"/>
      <p:bldP spid="187" grpId="1" animBg="1"/>
      <p:bldP spid="188" grpId="0" bldLvl="0" animBg="1"/>
      <p:bldP spid="18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18135" y="27918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/>
              <a:t>zz</a:t>
            </a: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95827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 Studies (</a:t>
            </a:r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Contd.)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3837305" y="3836670"/>
            <a:ext cx="3568065" cy="10896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Loading maximum causalties on the vehicle </a:t>
            </a:r>
            <a:r>
              <a:rPr lang="en-US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[2]</a:t>
            </a:r>
            <a:endParaRPr lang="en-US" sz="16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837305" y="2674620"/>
            <a:ext cx="3568065" cy="9918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Informing the other vehicles to clear the road when needed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37305" y="1512570"/>
            <a:ext cx="3568065" cy="9918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Predicting the road situation ahead of time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37305" y="5096510"/>
            <a:ext cx="3568065" cy="108839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Locating EVs and dynamically rerouting based on real-time data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975995" y="1512570"/>
            <a:ext cx="2599055" cy="112522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Accurate and adaptable 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975995" y="3907790"/>
            <a:ext cx="2599055" cy="112522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Beneficial in limited resources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Left Arrow 2"/>
          <p:cNvSpPr/>
          <p:nvPr/>
        </p:nvSpPr>
        <p:spPr>
          <a:xfrm>
            <a:off x="7868285" y="2684780"/>
            <a:ext cx="2641600" cy="1125220"/>
          </a:xfrm>
          <a:prstGeom prst="lef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Needs an entire system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eft Arrow 20"/>
          <p:cNvSpPr/>
          <p:nvPr/>
        </p:nvSpPr>
        <p:spPr>
          <a:xfrm>
            <a:off x="7792720" y="5152390"/>
            <a:ext cx="2641600" cy="1125220"/>
          </a:xfrm>
          <a:prstGeom prst="lef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Continuous supervision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379220" y="2480945"/>
            <a:ext cx="1648460" cy="1595120"/>
          </a:xfrm>
          <a:prstGeom prst="ellipse">
            <a:avLst/>
          </a:prstGeom>
          <a:solidFill>
            <a:srgbClr val="F39AB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HighD dataset</a:t>
            </a:r>
            <a:endPara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/>
          <p:cNvCxnSpPr>
            <a:endCxn id="5" idx="1"/>
          </p:cNvCxnSpPr>
          <p:nvPr/>
        </p:nvCxnSpPr>
        <p:spPr>
          <a:xfrm>
            <a:off x="3021808" y="3164840"/>
            <a:ext cx="815497" cy="5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2409199" y="5995823"/>
            <a:ext cx="642444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Figure 5 :</a:t>
            </a:r>
            <a:r>
              <a:rPr kumimoji="0" lang="en-US" altLang="en-US" b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Various approaches taken in other studies</a:t>
            </a:r>
            <a:endParaRPr kumimoji="0" lang="en-US" altLang="en-US" b="0" u="none" strike="noStrike" cap="none" normalizeH="0" baseline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22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8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5" grpId="0" bldLvl="0" animBg="1"/>
      <p:bldP spid="5" grpId="1" animBg="1"/>
      <p:bldP spid="6" grpId="0" bldLvl="0" animBg="1"/>
      <p:bldP spid="6" grpId="1" animBg="1"/>
      <p:bldP spid="9" grpId="0" bldLvl="0" animBg="1"/>
      <p:bldP spid="9" grpId="1" animBg="1"/>
      <p:bldP spid="15" grpId="0" bldLvl="0" animBg="1"/>
      <p:bldP spid="15" grpId="1" animBg="1"/>
      <p:bldP spid="17" grpId="0" bldLvl="0" animBg="1"/>
      <p:bldP spid="17" grpId="1" animBg="1"/>
      <p:bldP spid="3" grpId="0" bldLvl="0" animBg="1"/>
      <p:bldP spid="3" grpId="1" animBg="1"/>
      <p:bldP spid="21" grpId="0" bldLvl="0" animBg="1"/>
      <p:bldP spid="21" grpId="1" animBg="1"/>
      <p:bldP spid="7" grpId="0" animBg="1"/>
      <p:bldP spid="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54330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US" sz="4000" b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970280" y="1558290"/>
            <a:ext cx="1025144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objectives of our study are:</a:t>
            </a: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Find the path with </a:t>
            </a:r>
            <a:r>
              <a:rPr lang="en-US" sz="24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minimum travel time</a:t>
            </a: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from given source to given destination</a:t>
            </a: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Avoiding path with congestions</a:t>
            </a: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Taking path to reach the destination without hampering </a:t>
            </a:r>
            <a:r>
              <a:rPr lang="en-US" sz="24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normal traffic flow</a:t>
            </a:r>
            <a:endParaRPr lang="en-US" sz="2400" b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Ensuring zero to minimum</a:t>
            </a:r>
            <a:r>
              <a:rPr lang="en-US" sz="24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detours</a:t>
            </a:r>
            <a:endParaRPr lang="en-US" sz="2400" b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tx1"/>
                </a:solidFill>
              </a:rPr>
              <a:t>9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318135" y="313474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 b="1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54330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</a:t>
            </a:r>
            <a:endParaRPr lang="en-US" sz="4000" b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800100" y="966713"/>
            <a:ext cx="87744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 road network of Khulna, Bangladesh is shown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both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destination and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source are specified 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Content Placeholder 1" descr="report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2514600"/>
            <a:ext cx="5181600" cy="297307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 flipV="1">
            <a:off x="2651125" y="4745355"/>
            <a:ext cx="248285" cy="313055"/>
          </a:xfrm>
          <a:prstGeom prst="ellips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848100" y="2984500"/>
            <a:ext cx="236220" cy="2794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/>
        </p:nvSpPr>
        <p:spPr>
          <a:xfrm>
            <a:off x="683206" y="6031502"/>
            <a:ext cx="108255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Figure 6: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Case study</a:t>
            </a:r>
            <a:r>
              <a:rPr lang="en-US" altLang="en-US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(a)</a:t>
            </a:r>
            <a:r>
              <a:rPr lang="en-US" altLang="en-US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Map of a </a:t>
            </a:r>
            <a:r>
              <a:rPr lang="en-US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road network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in Khulna City </a:t>
            </a: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(b)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Simulation in SUMO </a:t>
            </a:r>
            <a:r>
              <a:rPr lang="en-US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of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existing traffic</a:t>
            </a:r>
            <a:endParaRPr lang="en-US" alt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tx1"/>
                </a:solidFill>
              </a:rPr>
              <a:t>10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2" name="Content Placeholder 11" descr="2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29350" y="2514600"/>
            <a:ext cx="5036185" cy="2973705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9842500" y="2581910"/>
            <a:ext cx="134620" cy="21209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8068310" y="5187315"/>
            <a:ext cx="134620" cy="212090"/>
          </a:xfrm>
          <a:prstGeom prst="ellips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2520315" y="5608320"/>
            <a:ext cx="1327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  <a:sym typeface="+mn-ea"/>
              </a:rPr>
              <a:t>(a)</a:t>
            </a:r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8246745" y="5608320"/>
            <a:ext cx="1327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  <a:sym typeface="+mn-ea"/>
              </a:rPr>
              <a:t>(b)</a:t>
            </a:r>
            <a:endParaRPr lang="en-US"/>
          </a:p>
        </p:txBody>
      </p:sp>
      <p:sp>
        <p:nvSpPr>
          <p:cNvPr id="21" name="Flowchart: Extract 20"/>
          <p:cNvSpPr/>
          <p:nvPr/>
        </p:nvSpPr>
        <p:spPr>
          <a:xfrm>
            <a:off x="8743315" y="3479800"/>
            <a:ext cx="76200" cy="146050"/>
          </a:xfrm>
          <a:prstGeom prst="flowChartExtra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Extract 21"/>
          <p:cNvSpPr/>
          <p:nvPr/>
        </p:nvSpPr>
        <p:spPr>
          <a:xfrm>
            <a:off x="9063990" y="4159885"/>
            <a:ext cx="76200" cy="146050"/>
          </a:xfrm>
          <a:prstGeom prst="flowChartExtra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Extract 22"/>
          <p:cNvSpPr/>
          <p:nvPr/>
        </p:nvSpPr>
        <p:spPr>
          <a:xfrm rot="2580000">
            <a:off x="9527540" y="4592955"/>
            <a:ext cx="76200" cy="146050"/>
          </a:xfrm>
          <a:prstGeom prst="flowChartExtra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Extract 23"/>
          <p:cNvSpPr/>
          <p:nvPr/>
        </p:nvSpPr>
        <p:spPr>
          <a:xfrm rot="3960000">
            <a:off x="8246745" y="5179060"/>
            <a:ext cx="76200" cy="146050"/>
          </a:xfrm>
          <a:prstGeom prst="flowChartExtra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Extract 24"/>
          <p:cNvSpPr/>
          <p:nvPr/>
        </p:nvSpPr>
        <p:spPr>
          <a:xfrm rot="4080000">
            <a:off x="10902315" y="3852545"/>
            <a:ext cx="76200" cy="146050"/>
          </a:xfrm>
          <a:prstGeom prst="flowChartExtra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Extract 25"/>
          <p:cNvSpPr/>
          <p:nvPr/>
        </p:nvSpPr>
        <p:spPr>
          <a:xfrm rot="14040000">
            <a:off x="11092815" y="3663315"/>
            <a:ext cx="76200" cy="146050"/>
          </a:xfrm>
          <a:prstGeom prst="flowChartExtra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Extract 26"/>
          <p:cNvSpPr/>
          <p:nvPr/>
        </p:nvSpPr>
        <p:spPr>
          <a:xfrm>
            <a:off x="9574530" y="5113020"/>
            <a:ext cx="76200" cy="146050"/>
          </a:xfrm>
          <a:prstGeom prst="flowChartExtra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104343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Prelimineries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970280" y="1937385"/>
            <a:ext cx="1025144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GCN: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Convolutional Network (GCN) is a type of neural network  which operates on graph structure and node features.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GraphSAGE: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Convolutional Networks with Self-Attention Generative Adversarial Networks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neural network architecture to effectively learn from graph data while being scalable to large graphs.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Dijkstra: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Dijkstra is an algorith to find the shortest path in a weighted graph.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A* search: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 graph traversal path search algorithm. 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tx1"/>
                </a:solidFill>
              </a:rPr>
              <a:t>11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104343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Prelimineries (</a:t>
            </a:r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Contd.)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970280" y="1440180"/>
            <a:ext cx="1025144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Absolute Error (MAE):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Calculation of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of paired observations.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Square Error (MSE):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error by using the average squared difference between observed and predicted values.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Z-score normalization or standardization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z-score, or standard score, is used for standardizing scores.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R-squared :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measure that represents the proportion of the variance for a dependent variable 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tx1"/>
                </a:solidFill>
              </a:rPr>
              <a:t>12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87642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Methodology</a:t>
            </a:r>
            <a:endParaRPr lang="en-US" sz="4000" b="1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970280" y="1558290"/>
            <a:ext cx="102514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37185" y="3660140"/>
            <a:ext cx="2166620" cy="29000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Acquisition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79040" y="3216275"/>
            <a:ext cx="2443480" cy="33439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921885" y="2750185"/>
            <a:ext cx="2253615" cy="381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3: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 Network to Graph Construction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176135" y="2276475"/>
            <a:ext cx="2292350" cy="428371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4:</a:t>
            </a:r>
            <a:endParaRPr lang="en-US" dirty="0" smtClean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Prediction</a:t>
            </a:r>
            <a:endParaRPr lang="en-US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435465" y="1759585"/>
            <a:ext cx="2469515" cy="4800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Step 5: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Optimal Route Generation Based on Predicted Time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tx1"/>
                </a:solidFill>
              </a:rPr>
              <a:t>13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2" grpId="0" bldLvl="0" animBg="1"/>
      <p:bldP spid="23" grpId="0" bldLvl="0" animBg="1"/>
      <p:bldP spid="24" grpId="0" bldLvl="0" animBg="1"/>
      <p:bldP spid="2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 b="1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106172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Proposed Methodology (Data acquisition)</a:t>
            </a:r>
            <a:endParaRPr lang="en-US" sz="4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970280" y="1558290"/>
            <a:ext cx="447357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German HighD Dataset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[4]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0">
              <a:buNone/>
            </a:pPr>
            <a:endParaRPr lang="en-US" sz="24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Data of six different locations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0">
              <a:buNone/>
            </a:pPr>
            <a:endParaRPr lang="en-US" sz="24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None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None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760" y="1735455"/>
            <a:ext cx="5259705" cy="31889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46115" y="4856480"/>
            <a:ext cx="542798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i="1" dirty="0">
              <a:solidFill>
                <a:schemeClr val="accent1">
                  <a:lumMod val="50000"/>
                </a:schemeClr>
              </a:solidFill>
              <a:ea typeface="Calibri" panose="020F0502020204030204" charset="0"/>
              <a:cs typeface="Times New Roman" panose="0202060305040502030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Figure 7 :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L</a:t>
            </a:r>
            <a:r>
              <a:rPr lang="en-US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ocations from which traffic data are collected</a:t>
            </a:r>
            <a:endParaRPr lang="en-US" altLang="en-US" i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i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tx1"/>
                </a:solidFill>
              </a:rPr>
              <a:t>14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18135" y="313690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582295" y="1752600"/>
            <a:ext cx="102514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s 2"/>
          <p:cNvSpPr/>
          <p:nvPr/>
        </p:nvSpPr>
        <p:spPr>
          <a:xfrm>
            <a:off x="241540" y="241540"/>
            <a:ext cx="11706045" cy="6400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 b="1"/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349254" y="1121434"/>
            <a:ext cx="10934097" cy="31587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349254" y="313690"/>
            <a:ext cx="111664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Proposed Methodology (Graph construction)</a:t>
            </a:r>
            <a:endParaRPr lang="en-US" sz="4000" b="1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510" y="1342390"/>
            <a:ext cx="4351655" cy="4351655"/>
          </a:xfrm>
          <a:prstGeom prst="rect">
            <a:avLst/>
          </a:prstGeom>
        </p:spPr>
      </p:pic>
      <p:sp>
        <p:nvSpPr>
          <p:cNvPr id="7" name="Rectangle 3"/>
          <p:cNvSpPr/>
          <p:nvPr/>
        </p:nvSpPr>
        <p:spPr>
          <a:xfrm>
            <a:off x="5493756" y="5775399"/>
            <a:ext cx="6096000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rgbClr val="000000"/>
              </a:solidFill>
              <a:ea typeface="Calibri" panose="020F0502020204030204" charset="0"/>
              <a:cs typeface="Times New Roman" panose="0202060305040502030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Figure 8</a:t>
            </a:r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:</a:t>
            </a:r>
            <a:r>
              <a:rPr lang="en-US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Graph representation of road network</a:t>
            </a:r>
            <a:endParaRPr lang="en-US" altLang="en-US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927100" y="1417955"/>
            <a:ext cx="447357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Road network is represented as a graph.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Each track is considered as the node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of the graph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connectivity between tracks are considered as edges</a:t>
            </a:r>
            <a:endParaRPr lang="en-US" sz="24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Time is predicted for passing each track(node),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not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edge, 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 variying conditions of traffic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4"/>
          <p:cNvSpPr txBox="1"/>
          <p:nvPr/>
        </p:nvSpPr>
        <p:spPr>
          <a:xfrm>
            <a:off x="11459658" y="360403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tx1"/>
                </a:solidFill>
              </a:rPr>
              <a:t>15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582295" y="1752600"/>
            <a:ext cx="102514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s 2"/>
          <p:cNvSpPr/>
          <p:nvPr/>
        </p:nvSpPr>
        <p:spPr>
          <a:xfrm>
            <a:off x="259583" y="244716"/>
            <a:ext cx="11723298" cy="640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 b="1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1116647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Proposed Methodology(Time Prediction)</a:t>
            </a:r>
            <a:endParaRPr lang="en-US" sz="4000" b="1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27100" y="1417955"/>
            <a:ext cx="447357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/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Proposed Graph Convolutional Network(GCN) architecture: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 GCNConv layers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ReLU activation function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 linear layer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 output layer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0">
              <a:buNone/>
            </a:pPr>
            <a:endParaRPr lang="en-US" sz="24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None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None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ube 24"/>
          <p:cNvSpPr/>
          <p:nvPr/>
        </p:nvSpPr>
        <p:spPr>
          <a:xfrm>
            <a:off x="5746195" y="1804238"/>
            <a:ext cx="937260" cy="1600200"/>
          </a:xfrm>
          <a:prstGeom prst="cube">
            <a:avLst>
              <a:gd name="adj" fmla="val 86794"/>
            </a:avLst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25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41595" y="2131898"/>
            <a:ext cx="732155" cy="495300"/>
          </a:xfrm>
          <a:prstGeom prst="rect">
            <a:avLst/>
          </a:prstGeom>
          <a:noFill/>
        </p:spPr>
      </p:pic>
      <p:sp>
        <p:nvSpPr>
          <p:cNvPr id="27" name="Right Arrow 26"/>
          <p:cNvSpPr/>
          <p:nvPr/>
        </p:nvSpPr>
        <p:spPr>
          <a:xfrm>
            <a:off x="7943597" y="2120359"/>
            <a:ext cx="1278385" cy="674479"/>
          </a:xfrm>
          <a:prstGeom prst="rightArrow">
            <a:avLst/>
          </a:prstGeom>
          <a:solidFill>
            <a:srgbClr val="44546A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Dropout 1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28" name="Cube 27"/>
          <p:cNvSpPr/>
          <p:nvPr/>
        </p:nvSpPr>
        <p:spPr>
          <a:xfrm>
            <a:off x="9380935" y="1827098"/>
            <a:ext cx="1897380" cy="1143000"/>
          </a:xfrm>
          <a:prstGeom prst="cube">
            <a:avLst>
              <a:gd name="adj" fmla="val 27145"/>
            </a:avLst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ube 29"/>
          <p:cNvSpPr/>
          <p:nvPr/>
        </p:nvSpPr>
        <p:spPr>
          <a:xfrm>
            <a:off x="9998155" y="4611573"/>
            <a:ext cx="678180" cy="640080"/>
          </a:xfrm>
          <a:prstGeom prst="cube">
            <a:avLst>
              <a:gd name="adj" fmla="val 26631"/>
            </a:avLst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ube 30"/>
          <p:cNvSpPr/>
          <p:nvPr/>
        </p:nvSpPr>
        <p:spPr>
          <a:xfrm>
            <a:off x="10501075" y="4669358"/>
            <a:ext cx="434340" cy="579120"/>
          </a:xfrm>
          <a:prstGeom prst="cube">
            <a:avLst>
              <a:gd name="adj" fmla="val 26631"/>
            </a:avLst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Cube 31"/>
          <p:cNvSpPr/>
          <p:nvPr/>
        </p:nvSpPr>
        <p:spPr>
          <a:xfrm>
            <a:off x="10813495" y="4722698"/>
            <a:ext cx="266700" cy="525780"/>
          </a:xfrm>
          <a:prstGeom prst="cube">
            <a:avLst>
              <a:gd name="adj" fmla="val 26631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Cube 32"/>
          <p:cNvSpPr/>
          <p:nvPr/>
        </p:nvSpPr>
        <p:spPr>
          <a:xfrm>
            <a:off x="11011615" y="4760798"/>
            <a:ext cx="228600" cy="487680"/>
          </a:xfrm>
          <a:prstGeom prst="cube">
            <a:avLst>
              <a:gd name="adj" fmla="val 13297"/>
            </a:avLst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Cube 33"/>
          <p:cNvSpPr/>
          <p:nvPr/>
        </p:nvSpPr>
        <p:spPr>
          <a:xfrm>
            <a:off x="5761435" y="4272483"/>
            <a:ext cx="228600" cy="228600"/>
          </a:xfrm>
          <a:prstGeom prst="cube">
            <a:avLst>
              <a:gd name="adj" fmla="val 441"/>
            </a:avLst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Cube 34"/>
          <p:cNvSpPr/>
          <p:nvPr/>
        </p:nvSpPr>
        <p:spPr>
          <a:xfrm>
            <a:off x="5761435" y="4607763"/>
            <a:ext cx="228600" cy="228600"/>
          </a:xfrm>
          <a:prstGeom prst="cube">
            <a:avLst>
              <a:gd name="adj" fmla="val 441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Cube 35"/>
          <p:cNvSpPr/>
          <p:nvPr/>
        </p:nvSpPr>
        <p:spPr>
          <a:xfrm>
            <a:off x="5761435" y="4943678"/>
            <a:ext cx="228600" cy="228600"/>
          </a:xfrm>
          <a:prstGeom prst="cube">
            <a:avLst>
              <a:gd name="adj" fmla="val 441"/>
            </a:avLst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086641" y="4208322"/>
            <a:ext cx="2251495" cy="3200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  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GCNConv layer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027288" y="4601137"/>
            <a:ext cx="1432560" cy="23110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   linear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layer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033414" y="4892230"/>
            <a:ext cx="1519566" cy="30669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   output layer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18535" y="3495878"/>
            <a:ext cx="937260" cy="28956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4 x 100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284126" y="3053919"/>
            <a:ext cx="1056778" cy="21299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100 x 16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681487" y="5306263"/>
            <a:ext cx="819588" cy="30647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16 x 8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0424916" y="5347315"/>
            <a:ext cx="655279" cy="20735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8 x 4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011115" y="2642438"/>
            <a:ext cx="792480" cy="304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ReLU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47" name="Rectangles 30"/>
          <p:cNvSpPr/>
          <p:nvPr/>
        </p:nvSpPr>
        <p:spPr>
          <a:xfrm>
            <a:off x="5418535" y="1525473"/>
            <a:ext cx="6167120" cy="4205605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444150" y="4609625"/>
            <a:ext cx="940717" cy="15431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(4 x 4)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459848" y="4907037"/>
            <a:ext cx="836505" cy="27432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(4 x 1)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50" name="Right Arrow 49"/>
          <p:cNvSpPr/>
          <p:nvPr/>
        </p:nvSpPr>
        <p:spPr>
          <a:xfrm rot="5400000">
            <a:off x="10037771" y="3491039"/>
            <a:ext cx="1277125" cy="674479"/>
          </a:xfrm>
          <a:prstGeom prst="rightArrow">
            <a:avLst/>
          </a:prstGeom>
          <a:solidFill>
            <a:srgbClr val="44546A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Dropout 1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51" name="Rectangle 4"/>
          <p:cNvSpPr>
            <a:spLocks noChangeArrowheads="1"/>
          </p:cNvSpPr>
          <p:nvPr/>
        </p:nvSpPr>
        <p:spPr bwMode="auto">
          <a:xfrm>
            <a:off x="5499651" y="5769178"/>
            <a:ext cx="600488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u="none" strike="noStrike" cap="none" normalizeH="0" baseline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Figure 9:</a:t>
            </a:r>
            <a:r>
              <a:rPr kumimoji="0" lang="en-US" altLang="en-US" b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Architecture of the</a:t>
            </a:r>
            <a:r>
              <a:rPr kumimoji="0" lang="en-US" altLang="en-US" b="0" u="none" strike="noStrike" cap="none" normalizeH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proposed GCN model</a:t>
            </a:r>
            <a:endParaRPr kumimoji="0" lang="en-US" altLang="en-US" b="0" u="none" strike="noStrike" cap="none" normalizeH="0" baseline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tx1"/>
                </a:solidFill>
              </a:rPr>
              <a:t>16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5" grpId="0" bldLvl="0" animBg="1"/>
      <p:bldP spid="27" grpId="0" bldLvl="0" animBg="1"/>
      <p:bldP spid="28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  <p:bldP spid="42" grpId="0" bldLvl="0" animBg="1"/>
      <p:bldP spid="43" grpId="0" bldLvl="0" animBg="1"/>
      <p:bldP spid="46" grpId="0" bldLvl="0" animBg="1"/>
      <p:bldP spid="47" grpId="0" bldLvl="0" animBg="1"/>
      <p:bldP spid="48" grpId="0" bldLvl="0" animBg="1"/>
      <p:bldP spid="49" grpId="0" bldLvl="0" animBg="1"/>
      <p:bldP spid="50" grpId="0" bldLvl="0" animBg="1"/>
      <p:bldP spid="5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582295" y="1752600"/>
            <a:ext cx="102514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10426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Proposed Methodology(Time Prediction)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70280" y="1558290"/>
            <a:ext cx="532511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Proposed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GraphSAGE model architecture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SAGEConv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layers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ReLU activation function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 linear layer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 output layer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be 4"/>
          <p:cNvSpPr/>
          <p:nvPr/>
        </p:nvSpPr>
        <p:spPr>
          <a:xfrm>
            <a:off x="5681100" y="1820226"/>
            <a:ext cx="937260" cy="1600200"/>
          </a:xfrm>
          <a:prstGeom prst="cube">
            <a:avLst>
              <a:gd name="adj" fmla="val 86794"/>
            </a:avLst>
          </a:prstGeom>
          <a:solidFill>
            <a:srgbClr val="ED7D31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23210" y="2142171"/>
            <a:ext cx="732155" cy="495300"/>
          </a:xfrm>
          <a:prstGeom prst="rect">
            <a:avLst/>
          </a:prstGeom>
          <a:noFill/>
        </p:spPr>
      </p:pic>
      <p:sp>
        <p:nvSpPr>
          <p:cNvPr id="8" name="Right Arrow 7"/>
          <p:cNvSpPr/>
          <p:nvPr/>
        </p:nvSpPr>
        <p:spPr>
          <a:xfrm rot="5400000">
            <a:off x="8625840" y="2062480"/>
            <a:ext cx="1418590" cy="661035"/>
          </a:xfrm>
          <a:prstGeom prst="rightArrow">
            <a:avLst/>
          </a:prstGeom>
          <a:solidFill>
            <a:srgbClr val="44546A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Dropout 1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9" name="Cube 8"/>
          <p:cNvSpPr/>
          <p:nvPr/>
        </p:nvSpPr>
        <p:spPr>
          <a:xfrm>
            <a:off x="8297707" y="3260406"/>
            <a:ext cx="1874520" cy="1135380"/>
          </a:xfrm>
          <a:prstGeom prst="cube">
            <a:avLst>
              <a:gd name="adj" fmla="val 27145"/>
            </a:avLst>
          </a:prstGeom>
          <a:solidFill>
            <a:srgbClr val="ED7D31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be 9"/>
          <p:cNvSpPr/>
          <p:nvPr/>
        </p:nvSpPr>
        <p:spPr>
          <a:xfrm>
            <a:off x="9863617" y="3760786"/>
            <a:ext cx="678180" cy="640080"/>
          </a:xfrm>
          <a:prstGeom prst="cube">
            <a:avLst>
              <a:gd name="adj" fmla="val 26631"/>
            </a:avLst>
          </a:prstGeom>
          <a:solidFill>
            <a:srgbClr val="ED7D31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be 10"/>
          <p:cNvSpPr/>
          <p:nvPr/>
        </p:nvSpPr>
        <p:spPr>
          <a:xfrm>
            <a:off x="10366537" y="3818571"/>
            <a:ext cx="434340" cy="579120"/>
          </a:xfrm>
          <a:prstGeom prst="cube">
            <a:avLst>
              <a:gd name="adj" fmla="val 26631"/>
            </a:avLst>
          </a:prstGeom>
          <a:solidFill>
            <a:srgbClr val="ED7D31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be 11"/>
          <p:cNvSpPr/>
          <p:nvPr/>
        </p:nvSpPr>
        <p:spPr>
          <a:xfrm>
            <a:off x="10678957" y="3871911"/>
            <a:ext cx="266700" cy="525780"/>
          </a:xfrm>
          <a:prstGeom prst="cube">
            <a:avLst>
              <a:gd name="adj" fmla="val 26631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be 12"/>
          <p:cNvSpPr/>
          <p:nvPr/>
        </p:nvSpPr>
        <p:spPr>
          <a:xfrm>
            <a:off x="10877077" y="3910011"/>
            <a:ext cx="228600" cy="487680"/>
          </a:xfrm>
          <a:prstGeom prst="cube">
            <a:avLst>
              <a:gd name="adj" fmla="val 13297"/>
            </a:avLst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ube 13"/>
          <p:cNvSpPr/>
          <p:nvPr/>
        </p:nvSpPr>
        <p:spPr>
          <a:xfrm>
            <a:off x="5719200" y="4852351"/>
            <a:ext cx="228600" cy="228600"/>
          </a:xfrm>
          <a:prstGeom prst="cube">
            <a:avLst>
              <a:gd name="adj" fmla="val 441"/>
            </a:avLst>
          </a:prstGeom>
          <a:solidFill>
            <a:srgbClr val="ED7D31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ube 14"/>
          <p:cNvSpPr/>
          <p:nvPr/>
        </p:nvSpPr>
        <p:spPr>
          <a:xfrm>
            <a:off x="5719200" y="5187631"/>
            <a:ext cx="228600" cy="228600"/>
          </a:xfrm>
          <a:prstGeom prst="cube">
            <a:avLst>
              <a:gd name="adj" fmla="val 441"/>
            </a:avLst>
          </a:prstGeom>
          <a:solidFill>
            <a:srgbClr val="ED7D31">
              <a:lumMod val="75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ube 15"/>
          <p:cNvSpPr/>
          <p:nvPr/>
        </p:nvSpPr>
        <p:spPr>
          <a:xfrm>
            <a:off x="5719200" y="5523546"/>
            <a:ext cx="228600" cy="228600"/>
          </a:xfrm>
          <a:prstGeom prst="cube">
            <a:avLst>
              <a:gd name="adj" fmla="val 441"/>
            </a:avLst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softEdge rad="0"/>
          </a:effectLst>
        </p:spPr>
        <p:txBody>
          <a:bodyPr wrap="square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43"/>
          <p:cNvSpPr/>
          <p:nvPr/>
        </p:nvSpPr>
        <p:spPr>
          <a:xfrm>
            <a:off x="5368680" y="3646486"/>
            <a:ext cx="937260" cy="28956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4 x 100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21" name="Rectangle 44"/>
          <p:cNvSpPr/>
          <p:nvPr/>
        </p:nvSpPr>
        <p:spPr>
          <a:xfrm>
            <a:off x="8358996" y="4553644"/>
            <a:ext cx="1114114" cy="28956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100 x 16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22" name="Rectangle 45"/>
          <p:cNvSpPr/>
          <p:nvPr/>
        </p:nvSpPr>
        <p:spPr>
          <a:xfrm>
            <a:off x="9665480" y="4643787"/>
            <a:ext cx="788632" cy="10927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16 x 8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23" name="Rectangle 46"/>
          <p:cNvSpPr/>
          <p:nvPr/>
        </p:nvSpPr>
        <p:spPr>
          <a:xfrm>
            <a:off x="10366375" y="4554220"/>
            <a:ext cx="898525" cy="2438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8 x 4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24" name="Rectangle 47"/>
          <p:cNvSpPr/>
          <p:nvPr/>
        </p:nvSpPr>
        <p:spPr>
          <a:xfrm>
            <a:off x="6092579" y="4827586"/>
            <a:ext cx="1962785" cy="2533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   SAGEConv layer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25" name="Rectangle 48"/>
          <p:cNvSpPr/>
          <p:nvPr/>
        </p:nvSpPr>
        <p:spPr>
          <a:xfrm>
            <a:off x="6092580" y="5155246"/>
            <a:ext cx="1432560" cy="3200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   linear layer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26" name="Rectangle 49"/>
          <p:cNvSpPr/>
          <p:nvPr/>
        </p:nvSpPr>
        <p:spPr>
          <a:xfrm>
            <a:off x="6092825" y="5490210"/>
            <a:ext cx="1895475" cy="3200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   output layer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27" name="Rectangle 50"/>
          <p:cNvSpPr/>
          <p:nvPr/>
        </p:nvSpPr>
        <p:spPr>
          <a:xfrm>
            <a:off x="7449185" y="5170170"/>
            <a:ext cx="848360" cy="28956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(4 x 4)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28" name="Rectangle 51"/>
          <p:cNvSpPr/>
          <p:nvPr/>
        </p:nvSpPr>
        <p:spPr>
          <a:xfrm>
            <a:off x="7449185" y="5523230"/>
            <a:ext cx="1172210" cy="28956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(4 x 1)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29" name="Rectangle 52"/>
          <p:cNvSpPr/>
          <p:nvPr/>
        </p:nvSpPr>
        <p:spPr>
          <a:xfrm>
            <a:off x="7220657" y="2637471"/>
            <a:ext cx="937260" cy="28956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ReLU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30" name="Rectangles 32"/>
          <p:cNvSpPr/>
          <p:nvPr/>
        </p:nvSpPr>
        <p:spPr>
          <a:xfrm>
            <a:off x="5229157" y="1518919"/>
            <a:ext cx="6130964" cy="4454627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5082417" y="5873533"/>
            <a:ext cx="6424443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Figure 10 :</a:t>
            </a:r>
            <a:r>
              <a:rPr kumimoji="0" lang="en-US" altLang="en-US" b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Architecture</a:t>
            </a:r>
            <a:r>
              <a:rPr kumimoji="0" lang="en-US" altLang="en-US" b="0" u="none" strike="noStrike" cap="none" normalizeH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of the proposed GraphSAGE model</a:t>
            </a:r>
            <a:endParaRPr kumimoji="0" lang="en-US" altLang="en-US" b="0" u="none" strike="noStrike" cap="none" normalizeH="0" baseline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32" name="Slide Number Placeholder 25"/>
          <p:cNvSpPr>
            <a:spLocks noGrp="1"/>
          </p:cNvSpPr>
          <p:nvPr/>
        </p:nvSpPr>
        <p:spPr>
          <a:xfrm>
            <a:off x="8763635" y="62026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6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tx1"/>
                </a:solidFill>
              </a:rPr>
              <a:t>17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582295" y="1752600"/>
            <a:ext cx="102514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388188" y="329565"/>
            <a:ext cx="11511075" cy="6273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867034" y="1259530"/>
            <a:ext cx="10597472" cy="20211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867034" y="389847"/>
            <a:ext cx="111732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Proposed Methodology (contd)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67034" y="1800991"/>
            <a:ext cx="53251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Optimal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Route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Generation: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Multiple path for a source to a particular destination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Dijkstra and A* algorithm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Average of predicted time for each track are assigned as weights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/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Only the optimal route is selected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 flipH="1" flipV="1">
            <a:off x="9572379" y="4886616"/>
            <a:ext cx="112143" cy="75912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 flipV="1">
            <a:off x="8637407" y="4998225"/>
            <a:ext cx="905768" cy="657657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389" y="1358409"/>
            <a:ext cx="5029200" cy="502920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8071377" y="2681848"/>
            <a:ext cx="414069" cy="4277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2</a:t>
            </a:r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31" name="Straight Connector 30"/>
          <p:cNvCxnSpPr>
            <a:stCxn id="33" idx="0"/>
          </p:cNvCxnSpPr>
          <p:nvPr/>
        </p:nvCxnSpPr>
        <p:spPr>
          <a:xfrm flipH="1" flipV="1">
            <a:off x="9537863" y="4810698"/>
            <a:ext cx="112142" cy="7311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 flipV="1">
            <a:off x="9546492" y="4834854"/>
            <a:ext cx="112143" cy="75912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9602564" y="3783780"/>
            <a:ext cx="280359" cy="740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9602564" y="3765627"/>
            <a:ext cx="280359" cy="75912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9565901" y="3765627"/>
            <a:ext cx="280359" cy="75912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9584232" y="3762214"/>
            <a:ext cx="280359" cy="75912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9509829" y="4834854"/>
            <a:ext cx="112143" cy="75912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 flipV="1">
            <a:off x="9563750" y="4843482"/>
            <a:ext cx="112143" cy="75912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 flipV="1">
            <a:off x="9581008" y="4843482"/>
            <a:ext cx="112143" cy="75912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9435437" y="2843048"/>
            <a:ext cx="403284" cy="60384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9418179" y="2851672"/>
            <a:ext cx="403284" cy="60384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 flipV="1">
            <a:off x="9409550" y="2858595"/>
            <a:ext cx="403284" cy="60384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 flipV="1">
            <a:off x="9418179" y="2843044"/>
            <a:ext cx="403284" cy="60384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endCxn id="26" idx="6"/>
          </p:cNvCxnSpPr>
          <p:nvPr/>
        </p:nvCxnSpPr>
        <p:spPr>
          <a:xfrm flipH="1">
            <a:off x="8485446" y="2763481"/>
            <a:ext cx="596842" cy="13222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26" idx="6"/>
          </p:cNvCxnSpPr>
          <p:nvPr/>
        </p:nvCxnSpPr>
        <p:spPr>
          <a:xfrm flipH="1">
            <a:off x="8485446" y="2792480"/>
            <a:ext cx="629998" cy="10323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8492985" y="2800737"/>
            <a:ext cx="629023" cy="12397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8485447" y="2763481"/>
            <a:ext cx="636561" cy="13222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>
            <a:off x="8475727" y="2783044"/>
            <a:ext cx="636561" cy="13222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>
            <a:off x="8477718" y="2810173"/>
            <a:ext cx="636561" cy="13222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1"/>
          </p:cNvCxnSpPr>
          <p:nvPr/>
        </p:nvCxnSpPr>
        <p:spPr>
          <a:xfrm flipH="1" flipV="1">
            <a:off x="8614835" y="5017733"/>
            <a:ext cx="876574" cy="590112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H="1" flipV="1">
            <a:off x="8623465" y="5046960"/>
            <a:ext cx="876574" cy="61399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H="1" flipV="1">
            <a:off x="8632094" y="5026337"/>
            <a:ext cx="876574" cy="61399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8632094" y="4679579"/>
            <a:ext cx="690113" cy="17253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V="1">
            <a:off x="8632094" y="4697272"/>
            <a:ext cx="690113" cy="17253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8632094" y="4670143"/>
            <a:ext cx="690113" cy="17253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V="1">
            <a:off x="8632094" y="4652450"/>
            <a:ext cx="690113" cy="17253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33" idx="1"/>
          </p:cNvCxnSpPr>
          <p:nvPr/>
        </p:nvCxnSpPr>
        <p:spPr>
          <a:xfrm flipH="1" flipV="1">
            <a:off x="8623465" y="4992309"/>
            <a:ext cx="867944" cy="61553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 flipV="1">
            <a:off x="9508668" y="3762214"/>
            <a:ext cx="304166" cy="75912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V="1">
            <a:off x="9508668" y="3736634"/>
            <a:ext cx="304166" cy="75912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flipV="1">
            <a:off x="9500042" y="3736634"/>
            <a:ext cx="304166" cy="75912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V="1">
            <a:off x="9499462" y="3726864"/>
            <a:ext cx="304166" cy="75912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flipV="1">
            <a:off x="9562362" y="3727558"/>
            <a:ext cx="232148" cy="73658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V="1">
            <a:off x="10029573" y="2942401"/>
            <a:ext cx="621102" cy="51312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10046831" y="2949324"/>
            <a:ext cx="621102" cy="51312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flipV="1">
            <a:off x="10020944" y="2933773"/>
            <a:ext cx="621102" cy="51312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V="1">
            <a:off x="10020944" y="2924708"/>
            <a:ext cx="621102" cy="51312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V="1">
            <a:off x="9995057" y="2915272"/>
            <a:ext cx="638360" cy="52947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H="1" flipV="1">
            <a:off x="9481719" y="2763481"/>
            <a:ext cx="1151698" cy="9511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 flipH="1" flipV="1">
            <a:off x="9460543" y="2770646"/>
            <a:ext cx="1151698" cy="9511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 flipH="1" flipV="1">
            <a:off x="9460543" y="2770181"/>
            <a:ext cx="1151698" cy="9511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 flipH="1" flipV="1">
            <a:off x="9441999" y="2786724"/>
            <a:ext cx="1151698" cy="9511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 flipH="1" flipV="1">
            <a:off x="7992311" y="2010463"/>
            <a:ext cx="1128530" cy="6412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 flipH="1" flipV="1">
            <a:off x="7978546" y="2010462"/>
            <a:ext cx="1128530" cy="6412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 flipH="1" flipV="1">
            <a:off x="7961761" y="2018237"/>
            <a:ext cx="1128530" cy="6412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 flipH="1" flipV="1">
            <a:off x="7953758" y="2018236"/>
            <a:ext cx="1128530" cy="64121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 flipH="1" flipV="1">
            <a:off x="7847090" y="2080978"/>
            <a:ext cx="284926" cy="65283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 flipH="1" flipV="1">
            <a:off x="7855093" y="2064094"/>
            <a:ext cx="284926" cy="65283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 flipH="1" flipV="1">
            <a:off x="7855093" y="2055568"/>
            <a:ext cx="284926" cy="65283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 flipH="1" flipV="1">
            <a:off x="7871878" y="2036171"/>
            <a:ext cx="284926" cy="65283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 flipH="1" flipV="1">
            <a:off x="7879654" y="2061581"/>
            <a:ext cx="284926" cy="65283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 flipH="1" flipV="1">
            <a:off x="9463021" y="4867325"/>
            <a:ext cx="102880" cy="7034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 flipH="1" flipV="1">
            <a:off x="9470888" y="4824984"/>
            <a:ext cx="107198" cy="733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 flipH="1" flipV="1">
            <a:off x="9479412" y="4832760"/>
            <a:ext cx="107198" cy="733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/>
          <p:nvPr/>
        </p:nvCxnSpPr>
        <p:spPr>
          <a:xfrm flipH="1" flipV="1">
            <a:off x="9504984" y="4832760"/>
            <a:ext cx="107198" cy="733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 flipH="1" flipV="1">
            <a:off x="9489450" y="4832760"/>
            <a:ext cx="107198" cy="733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/>
          <p:nvPr/>
        </p:nvCxnSpPr>
        <p:spPr>
          <a:xfrm flipH="1" flipV="1">
            <a:off x="8605972" y="5026830"/>
            <a:ext cx="867944" cy="61553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425717" y="5541846"/>
            <a:ext cx="448575" cy="45067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1</a:t>
            </a:r>
            <a:r>
              <a:rPr lang="en-US" sz="1000" dirty="0" smtClean="0"/>
              <a:t>7</a:t>
            </a:r>
            <a:endParaRPr lang="en-US" sz="1000" dirty="0"/>
          </a:p>
        </p:txBody>
      </p:sp>
      <p:cxnSp>
        <p:nvCxnSpPr>
          <p:cNvPr id="170" name="Straight Connector 169"/>
          <p:cNvCxnSpPr/>
          <p:nvPr/>
        </p:nvCxnSpPr>
        <p:spPr>
          <a:xfrm flipV="1">
            <a:off x="9675893" y="4107569"/>
            <a:ext cx="1104179" cy="5448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 flipV="1">
            <a:off x="9658635" y="4116593"/>
            <a:ext cx="1104179" cy="5448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 flipV="1">
            <a:off x="9667261" y="4089876"/>
            <a:ext cx="1104179" cy="5448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/>
          <p:nvPr/>
        </p:nvCxnSpPr>
        <p:spPr>
          <a:xfrm flipV="1">
            <a:off x="9667261" y="4072183"/>
            <a:ext cx="1104179" cy="5448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 flipV="1">
            <a:off x="9658634" y="4063149"/>
            <a:ext cx="1104179" cy="5448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/>
          <p:nvPr/>
        </p:nvCxnSpPr>
        <p:spPr>
          <a:xfrm flipH="1" flipV="1">
            <a:off x="10057568" y="3601277"/>
            <a:ext cx="705245" cy="2717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7" name="Straight Connector 176"/>
          <p:cNvCxnSpPr/>
          <p:nvPr/>
        </p:nvCxnSpPr>
        <p:spPr>
          <a:xfrm flipH="1" flipV="1">
            <a:off x="10057568" y="3609065"/>
            <a:ext cx="705245" cy="2717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/>
          <p:nvPr/>
        </p:nvCxnSpPr>
        <p:spPr>
          <a:xfrm flipH="1" flipV="1">
            <a:off x="10046831" y="3619155"/>
            <a:ext cx="705245" cy="2717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/>
          <p:nvPr/>
        </p:nvCxnSpPr>
        <p:spPr>
          <a:xfrm flipH="1" flipV="1">
            <a:off x="10046831" y="3635787"/>
            <a:ext cx="705245" cy="2717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V="1">
            <a:off x="9882923" y="2169292"/>
            <a:ext cx="174645" cy="12685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 flipV="1">
            <a:off x="9899105" y="2159202"/>
            <a:ext cx="174645" cy="12685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/>
          <p:nvPr/>
        </p:nvCxnSpPr>
        <p:spPr>
          <a:xfrm flipV="1">
            <a:off x="9873203" y="2133278"/>
            <a:ext cx="174645" cy="12685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/>
          <p:nvPr/>
        </p:nvCxnSpPr>
        <p:spPr>
          <a:xfrm flipV="1">
            <a:off x="9864678" y="2126125"/>
            <a:ext cx="174645" cy="12685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/>
          <p:nvPr/>
        </p:nvCxnSpPr>
        <p:spPr>
          <a:xfrm flipH="1">
            <a:off x="9441999" y="2133188"/>
            <a:ext cx="575849" cy="5183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/>
          <p:nvPr/>
        </p:nvCxnSpPr>
        <p:spPr>
          <a:xfrm flipH="1">
            <a:off x="9414574" y="2109270"/>
            <a:ext cx="575849" cy="5183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/>
          <p:nvPr/>
        </p:nvCxnSpPr>
        <p:spPr>
          <a:xfrm flipH="1">
            <a:off x="9432272" y="2126023"/>
            <a:ext cx="575849" cy="5183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/>
          <p:nvPr/>
        </p:nvCxnSpPr>
        <p:spPr>
          <a:xfrm flipH="1">
            <a:off x="9450090" y="2135046"/>
            <a:ext cx="575849" cy="5183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/>
          <p:nvPr/>
        </p:nvCxnSpPr>
        <p:spPr>
          <a:xfrm flipH="1">
            <a:off x="9440363" y="2108805"/>
            <a:ext cx="575849" cy="5183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9" name="Straight Connector 198"/>
          <p:cNvCxnSpPr/>
          <p:nvPr/>
        </p:nvCxnSpPr>
        <p:spPr>
          <a:xfrm flipH="1" flipV="1">
            <a:off x="9052713" y="1885567"/>
            <a:ext cx="237368" cy="6835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 flipV="1">
            <a:off x="9042969" y="1883983"/>
            <a:ext cx="237368" cy="6835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 flipV="1">
            <a:off x="9041528" y="1901400"/>
            <a:ext cx="237368" cy="6835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/>
          <p:nvPr/>
        </p:nvCxnSpPr>
        <p:spPr>
          <a:xfrm flipH="1" flipV="1">
            <a:off x="9046025" y="1883983"/>
            <a:ext cx="237368" cy="6835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3" name="Straight Connector 202"/>
          <p:cNvCxnSpPr/>
          <p:nvPr/>
        </p:nvCxnSpPr>
        <p:spPr>
          <a:xfrm flipH="1" flipV="1">
            <a:off x="9024732" y="1906429"/>
            <a:ext cx="237368" cy="6835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>
            <a:stCxn id="26" idx="7"/>
          </p:cNvCxnSpPr>
          <p:nvPr/>
        </p:nvCxnSpPr>
        <p:spPr>
          <a:xfrm flipV="1">
            <a:off x="8424807" y="1906429"/>
            <a:ext cx="473956" cy="8380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/>
          <p:cNvCxnSpPr/>
          <p:nvPr/>
        </p:nvCxnSpPr>
        <p:spPr>
          <a:xfrm flipV="1">
            <a:off x="8417998" y="1906145"/>
            <a:ext cx="473956" cy="8380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>
            <a:stCxn id="26" idx="7"/>
          </p:cNvCxnSpPr>
          <p:nvPr/>
        </p:nvCxnSpPr>
        <p:spPr>
          <a:xfrm flipV="1">
            <a:off x="8424807" y="1920925"/>
            <a:ext cx="460566" cy="8235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>
          <a:xfrm flipV="1">
            <a:off x="8414942" y="1911725"/>
            <a:ext cx="460566" cy="8235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8" name="Straight Connector 217"/>
          <p:cNvCxnSpPr/>
          <p:nvPr/>
        </p:nvCxnSpPr>
        <p:spPr>
          <a:xfrm flipV="1">
            <a:off x="8397928" y="1911725"/>
            <a:ext cx="460566" cy="8235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19" name="Picture 218" descr="Ambulance-car-flat-vector-icon by superawesomevectors on DeviantArt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765" y="6041766"/>
            <a:ext cx="694991" cy="491706"/>
          </a:xfrm>
          <a:prstGeom prst="rect">
            <a:avLst/>
          </a:prstGeom>
        </p:spPr>
      </p:pic>
      <p:pic>
        <p:nvPicPr>
          <p:cNvPr id="221" name="Picture 220" descr="Building Company Clipart · Free image on Pixabay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40057" y="2453307"/>
            <a:ext cx="489094" cy="489094"/>
          </a:xfrm>
          <a:prstGeom prst="rect">
            <a:avLst/>
          </a:prstGeom>
        </p:spPr>
      </p:pic>
      <p:cxnSp>
        <p:nvCxnSpPr>
          <p:cNvPr id="226" name="Straight Connector 225"/>
          <p:cNvCxnSpPr/>
          <p:nvPr/>
        </p:nvCxnSpPr>
        <p:spPr>
          <a:xfrm flipV="1">
            <a:off x="9524487" y="3745481"/>
            <a:ext cx="304166" cy="75912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/>
          <p:nvPr/>
        </p:nvCxnSpPr>
        <p:spPr>
          <a:xfrm flipV="1">
            <a:off x="9543049" y="3746019"/>
            <a:ext cx="242248" cy="74484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0" name="Straight Connector 229"/>
          <p:cNvCxnSpPr/>
          <p:nvPr/>
        </p:nvCxnSpPr>
        <p:spPr>
          <a:xfrm flipV="1">
            <a:off x="9535380" y="3738058"/>
            <a:ext cx="242248" cy="74484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1" name="Straight Connector 230"/>
          <p:cNvCxnSpPr/>
          <p:nvPr/>
        </p:nvCxnSpPr>
        <p:spPr>
          <a:xfrm flipV="1">
            <a:off x="9525982" y="3730139"/>
            <a:ext cx="242248" cy="74484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3" name="Straight Connector 232"/>
          <p:cNvCxnSpPr/>
          <p:nvPr/>
        </p:nvCxnSpPr>
        <p:spPr>
          <a:xfrm flipV="1">
            <a:off x="9541104" y="3796857"/>
            <a:ext cx="280359" cy="75912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4" name="Straight Connector 233"/>
          <p:cNvCxnSpPr/>
          <p:nvPr/>
        </p:nvCxnSpPr>
        <p:spPr>
          <a:xfrm flipV="1">
            <a:off x="9482854" y="3764782"/>
            <a:ext cx="242248" cy="74484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5" name="Straight Connector 234"/>
          <p:cNvCxnSpPr/>
          <p:nvPr/>
        </p:nvCxnSpPr>
        <p:spPr>
          <a:xfrm flipV="1">
            <a:off x="9557712" y="3787507"/>
            <a:ext cx="280359" cy="75912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6" name="Straight Connector 235"/>
          <p:cNvCxnSpPr/>
          <p:nvPr/>
        </p:nvCxnSpPr>
        <p:spPr>
          <a:xfrm flipV="1">
            <a:off x="9499462" y="3755432"/>
            <a:ext cx="242248" cy="74484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3" name="Oval 242"/>
          <p:cNvSpPr/>
          <p:nvPr/>
        </p:nvSpPr>
        <p:spPr>
          <a:xfrm>
            <a:off x="9288445" y="4464146"/>
            <a:ext cx="436657" cy="40565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50" b="1" dirty="0" smtClean="0">
                <a:solidFill>
                  <a:schemeClr val="tx1"/>
                </a:solidFill>
              </a:rPr>
              <a:t>1</a:t>
            </a:r>
            <a:r>
              <a:rPr lang="en-US" sz="950" b="1" dirty="0">
                <a:solidFill>
                  <a:schemeClr val="tx1"/>
                </a:solidFill>
              </a:rPr>
              <a:t>4</a:t>
            </a:r>
            <a:endParaRPr lang="en-US" sz="950" b="1" dirty="0">
              <a:solidFill>
                <a:schemeClr val="tx1"/>
              </a:solidFill>
            </a:endParaRPr>
          </a:p>
        </p:txBody>
      </p:sp>
      <p:sp>
        <p:nvSpPr>
          <p:cNvPr id="244" name="Oval 243"/>
          <p:cNvSpPr/>
          <p:nvPr/>
        </p:nvSpPr>
        <p:spPr>
          <a:xfrm>
            <a:off x="9667260" y="3368253"/>
            <a:ext cx="438353" cy="40252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50" b="1" dirty="0" smtClean="0">
                <a:solidFill>
                  <a:schemeClr val="tx1"/>
                </a:solidFill>
              </a:rPr>
              <a:t>11</a:t>
            </a:r>
            <a:endParaRPr lang="en-US" sz="950" b="1" dirty="0">
              <a:solidFill>
                <a:schemeClr val="tx1"/>
              </a:solidFill>
            </a:endParaRPr>
          </a:p>
        </p:txBody>
      </p:sp>
      <p:sp>
        <p:nvSpPr>
          <p:cNvPr id="245" name="Oval 244"/>
          <p:cNvSpPr/>
          <p:nvPr/>
        </p:nvSpPr>
        <p:spPr>
          <a:xfrm>
            <a:off x="9116770" y="2521959"/>
            <a:ext cx="417699" cy="3986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8</a:t>
            </a:r>
            <a:endParaRPr lang="en-US" sz="1000" b="1" dirty="0">
              <a:solidFill>
                <a:schemeClr val="tx1"/>
              </a:solidFill>
            </a:endParaRPr>
          </a:p>
        </p:txBody>
      </p:sp>
      <p:cxnSp>
        <p:nvCxnSpPr>
          <p:cNvPr id="246" name="Straight Connector 245"/>
          <p:cNvCxnSpPr/>
          <p:nvPr/>
        </p:nvCxnSpPr>
        <p:spPr>
          <a:xfrm flipV="1">
            <a:off x="8632094" y="4651890"/>
            <a:ext cx="690113" cy="17253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7" name="Straight Connector 246"/>
          <p:cNvCxnSpPr/>
          <p:nvPr/>
        </p:nvCxnSpPr>
        <p:spPr>
          <a:xfrm flipH="1" flipV="1">
            <a:off x="8605972" y="5026270"/>
            <a:ext cx="867944" cy="61553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8" name="Straight Connector 247"/>
          <p:cNvCxnSpPr/>
          <p:nvPr/>
        </p:nvCxnSpPr>
        <p:spPr>
          <a:xfrm flipV="1">
            <a:off x="9499462" y="3754872"/>
            <a:ext cx="242248" cy="74484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4" name="Rectangle 4"/>
          <p:cNvSpPr>
            <a:spLocks noChangeArrowheads="1"/>
          </p:cNvSpPr>
          <p:nvPr/>
        </p:nvSpPr>
        <p:spPr bwMode="auto">
          <a:xfrm>
            <a:off x="4777861" y="6011683"/>
            <a:ext cx="431243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Figure 11 :</a:t>
            </a:r>
            <a:r>
              <a:rPr kumimoji="0" lang="en-US" altLang="en-US" b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Generation of optimal route</a:t>
            </a:r>
            <a:endParaRPr kumimoji="0" lang="en-US" altLang="en-US" b="0" u="none" strike="noStrike" cap="none" normalizeH="0" baseline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120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tx1"/>
                </a:solidFill>
              </a:rPr>
              <a:t>18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18135" y="257175"/>
            <a:ext cx="11585575" cy="6327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/>
              <a:t>Kula, U., Tozanli, O., &amp; Tarakcio, S. (2012). Emergency vehicle routing in disaster response operations. In 23rd annual conference on production and operation management society.</a:t>
            </a:r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970280" y="1440180"/>
            <a:ext cx="102514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732852" y="256960"/>
            <a:ext cx="8656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Methodology (contd)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980440" y="1592580"/>
            <a:ext cx="102514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213"/>
          <p:cNvSpPr>
            <a:spLocks noChangeArrowheads="1"/>
          </p:cNvSpPr>
          <p:nvPr/>
        </p:nvSpPr>
        <p:spPr bwMode="auto">
          <a:xfrm>
            <a:off x="3391486" y="2000465"/>
            <a:ext cx="1638300" cy="754063"/>
          </a:xfrm>
          <a:prstGeom prst="rect">
            <a:avLst/>
          </a:prstGeom>
          <a:solidFill>
            <a:srgbClr val="C5E0B3"/>
          </a:solidFill>
          <a:ln w="12700">
            <a:solidFill>
              <a:srgbClr val="44546A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Graph Construction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14"/>
          <p:cNvSpPr>
            <a:spLocks noChangeArrowheads="1"/>
          </p:cNvSpPr>
          <p:nvPr/>
        </p:nvSpPr>
        <p:spPr bwMode="auto">
          <a:xfrm>
            <a:off x="6781977" y="1022561"/>
            <a:ext cx="1447800" cy="977531"/>
          </a:xfrm>
          <a:prstGeom prst="rect">
            <a:avLst/>
          </a:prstGeom>
          <a:solidFill>
            <a:srgbClr val="C5E0B3"/>
          </a:solidFill>
          <a:ln w="12700">
            <a:solidFill>
              <a:srgbClr val="44546A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Making predictions using GCN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15"/>
          <p:cNvSpPr>
            <a:spLocks noChangeArrowheads="1"/>
          </p:cNvSpPr>
          <p:nvPr/>
        </p:nvSpPr>
        <p:spPr bwMode="auto">
          <a:xfrm>
            <a:off x="6824522" y="2928220"/>
            <a:ext cx="1447800" cy="1055020"/>
          </a:xfrm>
          <a:prstGeom prst="rect">
            <a:avLst/>
          </a:prstGeom>
          <a:solidFill>
            <a:srgbClr val="C5E0B3"/>
          </a:solidFill>
          <a:ln w="12700">
            <a:solidFill>
              <a:srgbClr val="44546A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Making predictions using GraphSAGE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21"/>
          <p:cNvSpPr>
            <a:spLocks noChangeArrowheads="1"/>
          </p:cNvSpPr>
          <p:nvPr/>
        </p:nvSpPr>
        <p:spPr bwMode="auto">
          <a:xfrm>
            <a:off x="9808593" y="1954005"/>
            <a:ext cx="1447800" cy="715962"/>
          </a:xfrm>
          <a:prstGeom prst="rect">
            <a:avLst/>
          </a:prstGeom>
          <a:solidFill>
            <a:srgbClr val="C5E0B3"/>
          </a:solidFill>
          <a:ln w="12700">
            <a:solidFill>
              <a:srgbClr val="44546A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Evaluation on test data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24"/>
          <p:cNvSpPr>
            <a:spLocks noChangeArrowheads="1"/>
          </p:cNvSpPr>
          <p:nvPr/>
        </p:nvSpPr>
        <p:spPr bwMode="auto">
          <a:xfrm>
            <a:off x="9777478" y="3287063"/>
            <a:ext cx="1447800" cy="715963"/>
          </a:xfrm>
          <a:prstGeom prst="rect">
            <a:avLst/>
          </a:prstGeom>
          <a:solidFill>
            <a:srgbClr val="C5E0B3"/>
          </a:solidFill>
          <a:ln w="12700">
            <a:solidFill>
              <a:srgbClr val="44546A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Performance comparison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5030035" y="4703735"/>
            <a:ext cx="1318168" cy="1279583"/>
          </a:xfrm>
          <a:prstGeom prst="rect">
            <a:avLst/>
          </a:prstGeom>
          <a:solidFill>
            <a:srgbClr val="C5E0B3"/>
          </a:solidFill>
          <a:ln w="12700">
            <a:solidFill>
              <a:srgbClr val="44546A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Shortest path algorithm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(Dijkstra and A*)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3054744" y="5042039"/>
            <a:ext cx="1318168" cy="740730"/>
          </a:xfrm>
          <a:prstGeom prst="rect">
            <a:avLst/>
          </a:prstGeom>
          <a:solidFill>
            <a:srgbClr val="C5E0B3"/>
          </a:solidFill>
          <a:ln w="12700">
            <a:solidFill>
              <a:srgbClr val="44546A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Optimal route generation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Straight Arrow Connector 27"/>
          <p:cNvCxnSpPr>
            <a:endCxn id="21" idx="1"/>
          </p:cNvCxnSpPr>
          <p:nvPr/>
        </p:nvCxnSpPr>
        <p:spPr>
          <a:xfrm flipV="1">
            <a:off x="5022215" y="1511300"/>
            <a:ext cx="1759585" cy="4908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23" idx="1"/>
          </p:cNvCxnSpPr>
          <p:nvPr/>
        </p:nvCxnSpPr>
        <p:spPr>
          <a:xfrm>
            <a:off x="5043805" y="2756535"/>
            <a:ext cx="1780540" cy="699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33" idx="0"/>
          </p:cNvCxnSpPr>
          <p:nvPr/>
        </p:nvCxnSpPr>
        <p:spPr>
          <a:xfrm>
            <a:off x="10521956" y="4003026"/>
            <a:ext cx="206" cy="6170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6348204" y="5424786"/>
            <a:ext cx="10393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 20"/>
          <p:cNvSpPr>
            <a:spLocks noChangeArrowheads="1"/>
          </p:cNvSpPr>
          <p:nvPr/>
        </p:nvSpPr>
        <p:spPr bwMode="auto">
          <a:xfrm>
            <a:off x="6298778" y="4273523"/>
            <a:ext cx="1484187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Assign the predicted time as weights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Diamond 22"/>
          <p:cNvSpPr>
            <a:spLocks noChangeArrowheads="1"/>
          </p:cNvSpPr>
          <p:nvPr/>
        </p:nvSpPr>
        <p:spPr bwMode="auto">
          <a:xfrm>
            <a:off x="9518650" y="4620260"/>
            <a:ext cx="2005965" cy="1836420"/>
          </a:xfrm>
          <a:prstGeom prst="diamond">
            <a:avLst/>
          </a:prstGeom>
          <a:solidFill>
            <a:srgbClr val="C5E0B3"/>
          </a:solidFill>
          <a:ln w="12700">
            <a:solidFill>
              <a:srgbClr val="44546A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Which model performs better?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7387504" y="5066806"/>
            <a:ext cx="1429147" cy="715963"/>
          </a:xfrm>
          <a:prstGeom prst="rect">
            <a:avLst/>
          </a:prstGeom>
          <a:solidFill>
            <a:srgbClr val="C5E0B3"/>
          </a:solidFill>
          <a:ln w="12700">
            <a:solidFill>
              <a:srgbClr val="44546A"/>
            </a:solidFill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GraphSAGE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10527030" y="2660015"/>
            <a:ext cx="3810" cy="6267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 36"/>
          <p:cNvSpPr/>
          <p:nvPr/>
        </p:nvSpPr>
        <p:spPr>
          <a:xfrm>
            <a:off x="1416507" y="2000148"/>
            <a:ext cx="1638300" cy="754380"/>
          </a:xfrm>
          <a:prstGeom prst="rect">
            <a:avLst/>
          </a:prstGeom>
          <a:solidFill>
            <a:srgbClr val="70AD47">
              <a:lumMod val="40000"/>
              <a:lumOff val="6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Preprocessing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5" name="Can 4"/>
          <p:cNvSpPr/>
          <p:nvPr/>
        </p:nvSpPr>
        <p:spPr>
          <a:xfrm>
            <a:off x="1645107" y="3582128"/>
            <a:ext cx="1181100" cy="1013460"/>
          </a:xfrm>
          <a:prstGeom prst="can">
            <a:avLst>
              <a:gd name="adj" fmla="val 35833"/>
            </a:avLst>
          </a:prstGeom>
          <a:solidFill>
            <a:srgbClr val="70AD47">
              <a:lumMod val="40000"/>
              <a:lumOff val="60000"/>
            </a:srgbClr>
          </a:solidFill>
          <a:ln w="12700" cap="flat" cmpd="sng" algn="ctr">
            <a:solidFill>
              <a:srgbClr val="44546A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Dataset Collection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cxnSp>
        <p:nvCxnSpPr>
          <p:cNvPr id="39" name="Straight Arrow Connector 38"/>
          <p:cNvCxnSpPr>
            <a:stCxn id="21" idx="3"/>
          </p:cNvCxnSpPr>
          <p:nvPr/>
        </p:nvCxnSpPr>
        <p:spPr>
          <a:xfrm>
            <a:off x="8229600" y="1511300"/>
            <a:ext cx="1563370" cy="4425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8272322" y="2659808"/>
            <a:ext cx="1548356" cy="7877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3" idx="1"/>
          </p:cNvCxnSpPr>
          <p:nvPr/>
        </p:nvCxnSpPr>
        <p:spPr>
          <a:xfrm flipH="1">
            <a:off x="8816651" y="5538470"/>
            <a:ext cx="7019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4352898" y="5424786"/>
            <a:ext cx="677136" cy="70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5" idx="1"/>
            <a:endCxn id="36" idx="2"/>
          </p:cNvCxnSpPr>
          <p:nvPr/>
        </p:nvCxnSpPr>
        <p:spPr>
          <a:xfrm flipV="1">
            <a:off x="2235657" y="2754723"/>
            <a:ext cx="0" cy="8274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3054985" y="2377440"/>
            <a:ext cx="328930" cy="19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5" name="Rectangle 4"/>
          <p:cNvSpPr>
            <a:spLocks noChangeArrowheads="1"/>
          </p:cNvSpPr>
          <p:nvPr/>
        </p:nvSpPr>
        <p:spPr bwMode="auto">
          <a:xfrm>
            <a:off x="3384766" y="5983783"/>
            <a:ext cx="600488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Figure </a:t>
            </a:r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12</a:t>
            </a:r>
            <a:r>
              <a:rPr kumimoji="0" lang="en-US" altLang="en-US" b="1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:</a:t>
            </a:r>
            <a:r>
              <a:rPr kumimoji="0" lang="en-US" altLang="en-US" b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Workflow diagram of the proposed system</a:t>
            </a:r>
            <a:endParaRPr kumimoji="0" lang="en-US" altLang="en-US" b="0" u="none" strike="noStrike" cap="none" normalizeH="0" baseline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cxnSp>
        <p:nvCxnSpPr>
          <p:cNvPr id="76" name="Straight Connector 75"/>
          <p:cNvCxnSpPr/>
          <p:nvPr/>
        </p:nvCxnSpPr>
        <p:spPr>
          <a:xfrm flipV="1">
            <a:off x="835660" y="952304"/>
            <a:ext cx="10528300" cy="1900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lide Number Placeholder 4"/>
          <p:cNvSpPr txBox="1"/>
          <p:nvPr/>
        </p:nvSpPr>
        <p:spPr>
          <a:xfrm>
            <a:off x="11186399" y="466949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tx1"/>
                </a:solidFill>
              </a:rPr>
              <a:t>19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104343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Dataset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970280" y="1440180"/>
            <a:ext cx="102514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German HighD (Highway Density)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dataset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Includes 60 recordings of six different locations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 large-scale dataset , contains 1,10,500 vehicles , 44,500 driven kilometers and 147 driven hours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Node features of graph: driving direction, distance, velocity, acceleration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/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4"/>
          <p:cNvSpPr txBox="1"/>
          <p:nvPr/>
        </p:nvSpPr>
        <p:spPr>
          <a:xfrm>
            <a:off x="11221720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tx1"/>
                </a:solidFill>
              </a:rPr>
              <a:t>2</a:t>
            </a:r>
            <a:fld id="{9B618960-8005-486C-9A75-10CB2AAC16F9}" type="slidenum">
              <a:rPr lang="en-US" b="1" smtClean="0">
                <a:solidFill>
                  <a:schemeClr val="tx1"/>
                </a:solidFill>
              </a:rPr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4" name="Rectangles 3"/>
          <p:cNvSpPr/>
          <p:nvPr/>
        </p:nvSpPr>
        <p:spPr>
          <a:xfrm>
            <a:off x="268766" y="236445"/>
            <a:ext cx="11706046" cy="63847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Text Box 18"/>
          <p:cNvSpPr txBox="1"/>
          <p:nvPr/>
        </p:nvSpPr>
        <p:spPr>
          <a:xfrm>
            <a:off x="927100" y="511810"/>
            <a:ext cx="89719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000" b="1" dirty="0" smtClean="0">
                <a:solidFill>
                  <a:srgbClr val="5B9BD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Contributions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136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96864" y="625908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7" name="Straight Connector 136"/>
          <p:cNvCxnSpPr/>
          <p:nvPr/>
        </p:nvCxnSpPr>
        <p:spPr>
          <a:xfrm>
            <a:off x="927100" y="132397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 Box 18"/>
          <p:cNvSpPr txBox="1"/>
          <p:nvPr/>
        </p:nvSpPr>
        <p:spPr>
          <a:xfrm>
            <a:off x="633801" y="1490958"/>
            <a:ext cx="1096872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 based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from the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methods that relied on heuristics or hand-engineered features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Improves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routing and navigation systems for emergency vehicles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Reduces response time and improves efficiency.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contribution is novel in that it combines the strengths of both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shortest path algorithms to provide a new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solution.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1" name="Slide Number Placeholder 4"/>
          <p:cNvSpPr txBox="1"/>
          <p:nvPr/>
        </p:nvSpPr>
        <p:spPr>
          <a:xfrm>
            <a:off x="11222355" y="650875"/>
            <a:ext cx="363220" cy="36258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B618960-8005-486C-9A75-10CB2AAC16F9}" type="slidenum">
              <a:rPr lang="en-US" b="1" smtClean="0">
                <a:solidFill>
                  <a:schemeClr val="tx1"/>
                </a:solidFill>
              </a:rPr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288941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104343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Experimental Results and Analysis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970280" y="1558290"/>
            <a:ext cx="102514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432780" y="1581382"/>
            <a:ext cx="7326216" cy="870857"/>
            <a:chOff x="1988457" y="595086"/>
            <a:chExt cx="8244114" cy="870857"/>
          </a:xfrm>
        </p:grpSpPr>
        <p:sp>
          <p:nvSpPr>
            <p:cNvPr id="2" name="Rectangle: Rounded Corners 3"/>
            <p:cNvSpPr/>
            <p:nvPr/>
          </p:nvSpPr>
          <p:spPr>
            <a:xfrm>
              <a:off x="1988457" y="595086"/>
              <a:ext cx="8244114" cy="87085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452255" y="775855"/>
              <a:ext cx="7356763" cy="52647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170999" y="1670803"/>
            <a:ext cx="1681595" cy="3771491"/>
            <a:chOff x="3183964" y="1048258"/>
            <a:chExt cx="1681595" cy="3771491"/>
          </a:xfrm>
        </p:grpSpPr>
        <p:grpSp>
          <p:nvGrpSpPr>
            <p:cNvPr id="7" name="Group 6"/>
            <p:cNvGrpSpPr/>
            <p:nvPr/>
          </p:nvGrpSpPr>
          <p:grpSpPr>
            <a:xfrm>
              <a:off x="3183964" y="1048258"/>
              <a:ext cx="1681595" cy="3771491"/>
              <a:chOff x="2079615" y="723146"/>
              <a:chExt cx="1681595" cy="3771491"/>
            </a:xfrm>
            <a:effectLst>
              <a:reflection blurRad="25400" stA="39000" endPos="28000" dist="76200" dir="5400000" sy="-100000" algn="bl" rotWithShape="0"/>
            </a:effectLst>
          </p:grpSpPr>
          <p:sp>
            <p:nvSpPr>
              <p:cNvPr id="9" name="Freeform: Shape 8"/>
              <p:cNvSpPr/>
              <p:nvPr/>
            </p:nvSpPr>
            <p:spPr>
              <a:xfrm>
                <a:off x="2079615" y="2813042"/>
                <a:ext cx="1681595" cy="1681595"/>
              </a:xfrm>
              <a:custGeom>
                <a:avLst/>
                <a:gdLst>
                  <a:gd name="connsiteX0" fmla="*/ 1052945 w 2105892"/>
                  <a:gd name="connsiteY0" fmla="*/ 109971 h 2105892"/>
                  <a:gd name="connsiteX1" fmla="*/ 962457 w 2105892"/>
                  <a:gd name="connsiteY1" fmla="*/ 205221 h 2105892"/>
                  <a:gd name="connsiteX2" fmla="*/ 1052945 w 2105892"/>
                  <a:gd name="connsiteY2" fmla="*/ 300471 h 2105892"/>
                  <a:gd name="connsiteX3" fmla="*/ 1143433 w 2105892"/>
                  <a:gd name="connsiteY3" fmla="*/ 205221 h 2105892"/>
                  <a:gd name="connsiteX4" fmla="*/ 1052945 w 2105892"/>
                  <a:gd name="connsiteY4" fmla="*/ 109971 h 2105892"/>
                  <a:gd name="connsiteX5" fmla="*/ 1052946 w 2105892"/>
                  <a:gd name="connsiteY5" fmla="*/ 0 h 2105892"/>
                  <a:gd name="connsiteX6" fmla="*/ 2105892 w 2105892"/>
                  <a:gd name="connsiteY6" fmla="*/ 1052946 h 2105892"/>
                  <a:gd name="connsiteX7" fmla="*/ 1052946 w 2105892"/>
                  <a:gd name="connsiteY7" fmla="*/ 2105892 h 2105892"/>
                  <a:gd name="connsiteX8" fmla="*/ 0 w 2105892"/>
                  <a:gd name="connsiteY8" fmla="*/ 1052946 h 2105892"/>
                  <a:gd name="connsiteX9" fmla="*/ 1052946 w 2105892"/>
                  <a:gd name="connsiteY9" fmla="*/ 0 h 2105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05892" h="2105892">
                    <a:moveTo>
                      <a:pt x="1052945" y="109971"/>
                    </a:moveTo>
                    <a:cubicBezTo>
                      <a:pt x="1002970" y="109971"/>
                      <a:pt x="962457" y="152616"/>
                      <a:pt x="962457" y="205221"/>
                    </a:cubicBezTo>
                    <a:cubicBezTo>
                      <a:pt x="962457" y="257826"/>
                      <a:pt x="1002970" y="300471"/>
                      <a:pt x="1052945" y="300471"/>
                    </a:cubicBezTo>
                    <a:cubicBezTo>
                      <a:pt x="1102920" y="300471"/>
                      <a:pt x="1143433" y="257826"/>
                      <a:pt x="1143433" y="205221"/>
                    </a:cubicBezTo>
                    <a:cubicBezTo>
                      <a:pt x="1143433" y="152616"/>
                      <a:pt x="1102920" y="109971"/>
                      <a:pt x="1052945" y="109971"/>
                    </a:cubicBezTo>
                    <a:close/>
                    <a:moveTo>
                      <a:pt x="1052946" y="0"/>
                    </a:moveTo>
                    <a:cubicBezTo>
                      <a:pt x="1634472" y="0"/>
                      <a:pt x="2105892" y="471420"/>
                      <a:pt x="2105892" y="1052946"/>
                    </a:cubicBezTo>
                    <a:cubicBezTo>
                      <a:pt x="2105892" y="1634472"/>
                      <a:pt x="1634472" y="2105892"/>
                      <a:pt x="1052946" y="2105892"/>
                    </a:cubicBezTo>
                    <a:cubicBezTo>
                      <a:pt x="471420" y="2105892"/>
                      <a:pt x="0" y="1634472"/>
                      <a:pt x="0" y="1052946"/>
                    </a:cubicBezTo>
                    <a:cubicBezTo>
                      <a:pt x="0" y="471420"/>
                      <a:pt x="471420" y="0"/>
                      <a:pt x="1052946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4">
                      <a:lumMod val="60000"/>
                      <a:lumOff val="40000"/>
                      <a:alpha val="50000"/>
                    </a:schemeClr>
                  </a:gs>
                  <a:gs pos="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2604470" y="723146"/>
                <a:ext cx="631890" cy="63189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1" name="Straight Connector 10"/>
              <p:cNvCxnSpPr>
                <a:stCxn id="9" idx="0"/>
              </p:cNvCxnSpPr>
              <p:nvPr/>
            </p:nvCxnSpPr>
            <p:spPr>
              <a:xfrm flipV="1">
                <a:off x="2920412" y="879468"/>
                <a:ext cx="0" cy="2011680"/>
              </a:xfrm>
              <a:prstGeom prst="line">
                <a:avLst/>
              </a:prstGeom>
              <a:ln w="15875" cmpd="dbl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2756028" y="863029"/>
                <a:ext cx="328773" cy="328773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3230572" y="3655785"/>
              <a:ext cx="15883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smtClean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Experimental Setup</a:t>
              </a:r>
              <a:endParaRPr lang="en-US" sz="16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508424" y="1670803"/>
            <a:ext cx="1681595" cy="4521085"/>
            <a:chOff x="4522259" y="1048258"/>
            <a:chExt cx="1681595" cy="4521085"/>
          </a:xfrm>
        </p:grpSpPr>
        <p:grpSp>
          <p:nvGrpSpPr>
            <p:cNvPr id="14" name="Group 13"/>
            <p:cNvGrpSpPr/>
            <p:nvPr/>
          </p:nvGrpSpPr>
          <p:grpSpPr>
            <a:xfrm>
              <a:off x="4522259" y="1048258"/>
              <a:ext cx="1681595" cy="4521085"/>
              <a:chOff x="2079616" y="723146"/>
              <a:chExt cx="1681595" cy="4521085"/>
            </a:xfrm>
            <a:effectLst>
              <a:reflection blurRad="25400" stA="39000" endPos="28000" dist="76200" dir="5400000" sy="-100000" algn="bl" rotWithShape="0"/>
            </a:effectLst>
          </p:grpSpPr>
          <p:sp>
            <p:nvSpPr>
              <p:cNvPr id="16" name="Oval 15"/>
              <p:cNvSpPr/>
              <p:nvPr/>
            </p:nvSpPr>
            <p:spPr>
              <a:xfrm>
                <a:off x="2604470" y="723146"/>
                <a:ext cx="631890" cy="63189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" name="Straight Connector 16"/>
              <p:cNvCxnSpPr>
                <a:stCxn id="21" idx="0"/>
              </p:cNvCxnSpPr>
              <p:nvPr/>
            </p:nvCxnSpPr>
            <p:spPr>
              <a:xfrm flipV="1">
                <a:off x="2920413" y="873832"/>
                <a:ext cx="1" cy="2743200"/>
              </a:xfrm>
              <a:prstGeom prst="line">
                <a:avLst/>
              </a:prstGeom>
              <a:ln w="15875" cmpd="dbl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2745011" y="863029"/>
                <a:ext cx="328773" cy="328773"/>
              </a:xfrm>
              <a:prstGeom prst="ellipse">
                <a:avLst/>
              </a:prstGeom>
              <a:solidFill>
                <a:srgbClr val="0070C0"/>
              </a:solidFill>
              <a:ln w="158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Freeform: Shape 42"/>
              <p:cNvSpPr/>
              <p:nvPr/>
            </p:nvSpPr>
            <p:spPr>
              <a:xfrm>
                <a:off x="2079616" y="3562636"/>
                <a:ext cx="1681595" cy="1681595"/>
              </a:xfrm>
              <a:custGeom>
                <a:avLst/>
                <a:gdLst>
                  <a:gd name="connsiteX0" fmla="*/ 1052945 w 2105892"/>
                  <a:gd name="connsiteY0" fmla="*/ 109971 h 2105892"/>
                  <a:gd name="connsiteX1" fmla="*/ 962457 w 2105892"/>
                  <a:gd name="connsiteY1" fmla="*/ 205221 h 2105892"/>
                  <a:gd name="connsiteX2" fmla="*/ 1052945 w 2105892"/>
                  <a:gd name="connsiteY2" fmla="*/ 300471 h 2105892"/>
                  <a:gd name="connsiteX3" fmla="*/ 1143433 w 2105892"/>
                  <a:gd name="connsiteY3" fmla="*/ 205221 h 2105892"/>
                  <a:gd name="connsiteX4" fmla="*/ 1052945 w 2105892"/>
                  <a:gd name="connsiteY4" fmla="*/ 109971 h 2105892"/>
                  <a:gd name="connsiteX5" fmla="*/ 1052946 w 2105892"/>
                  <a:gd name="connsiteY5" fmla="*/ 0 h 2105892"/>
                  <a:gd name="connsiteX6" fmla="*/ 2105892 w 2105892"/>
                  <a:gd name="connsiteY6" fmla="*/ 1052946 h 2105892"/>
                  <a:gd name="connsiteX7" fmla="*/ 1052946 w 2105892"/>
                  <a:gd name="connsiteY7" fmla="*/ 2105892 h 2105892"/>
                  <a:gd name="connsiteX8" fmla="*/ 0 w 2105892"/>
                  <a:gd name="connsiteY8" fmla="*/ 1052946 h 2105892"/>
                  <a:gd name="connsiteX9" fmla="*/ 1052946 w 2105892"/>
                  <a:gd name="connsiteY9" fmla="*/ 0 h 2105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05892" h="2105892">
                    <a:moveTo>
                      <a:pt x="1052945" y="109971"/>
                    </a:moveTo>
                    <a:cubicBezTo>
                      <a:pt x="1002970" y="109971"/>
                      <a:pt x="962457" y="152616"/>
                      <a:pt x="962457" y="205221"/>
                    </a:cubicBezTo>
                    <a:cubicBezTo>
                      <a:pt x="962457" y="257826"/>
                      <a:pt x="1002970" y="300471"/>
                      <a:pt x="1052945" y="300471"/>
                    </a:cubicBezTo>
                    <a:cubicBezTo>
                      <a:pt x="1102920" y="300471"/>
                      <a:pt x="1143433" y="257826"/>
                      <a:pt x="1143433" y="205221"/>
                    </a:cubicBezTo>
                    <a:cubicBezTo>
                      <a:pt x="1143433" y="152616"/>
                      <a:pt x="1102920" y="109971"/>
                      <a:pt x="1052945" y="109971"/>
                    </a:cubicBezTo>
                    <a:close/>
                    <a:moveTo>
                      <a:pt x="1052946" y="0"/>
                    </a:moveTo>
                    <a:cubicBezTo>
                      <a:pt x="1634472" y="0"/>
                      <a:pt x="2105892" y="471420"/>
                      <a:pt x="2105892" y="1052946"/>
                    </a:cubicBezTo>
                    <a:cubicBezTo>
                      <a:pt x="2105892" y="1634472"/>
                      <a:pt x="1634472" y="2105892"/>
                      <a:pt x="1052946" y="2105892"/>
                    </a:cubicBezTo>
                    <a:cubicBezTo>
                      <a:pt x="471420" y="2105892"/>
                      <a:pt x="0" y="1634472"/>
                      <a:pt x="0" y="1052946"/>
                    </a:cubicBezTo>
                    <a:cubicBezTo>
                      <a:pt x="0" y="471420"/>
                      <a:pt x="471420" y="0"/>
                      <a:pt x="1052946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50000"/>
                    </a:schemeClr>
                  </a:gs>
                  <a:gs pos="0">
                    <a:schemeClr val="accent1">
                      <a:lumMod val="75000"/>
                    </a:schemeClr>
                  </a:gs>
                </a:gsLst>
                <a:lin ang="5400000" scaled="1"/>
              </a:gra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TextBox 14"/>
            <p:cNvSpPr txBox="1"/>
            <p:nvPr/>
          </p:nvSpPr>
          <p:spPr>
            <a:xfrm>
              <a:off x="4637680" y="4576768"/>
              <a:ext cx="14467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Dataset</a:t>
              </a:r>
              <a:endParaRPr lang="en-U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904236" y="1679147"/>
            <a:ext cx="1681595" cy="3962896"/>
            <a:chOff x="5917201" y="1056602"/>
            <a:chExt cx="1681595" cy="3962896"/>
          </a:xfrm>
        </p:grpSpPr>
        <p:grpSp>
          <p:nvGrpSpPr>
            <p:cNvPr id="24" name="Group 23"/>
            <p:cNvGrpSpPr/>
            <p:nvPr/>
          </p:nvGrpSpPr>
          <p:grpSpPr>
            <a:xfrm>
              <a:off x="5917201" y="1056602"/>
              <a:ext cx="1681595" cy="3962896"/>
              <a:chOff x="2089888" y="723146"/>
              <a:chExt cx="1681595" cy="3962896"/>
            </a:xfrm>
            <a:effectLst>
              <a:reflection blurRad="25400" stA="39000" endPos="28000" dist="76200" dir="5400000" sy="-100000" algn="bl" rotWithShape="0"/>
            </a:effectLst>
          </p:grpSpPr>
          <p:sp>
            <p:nvSpPr>
              <p:cNvPr id="25" name="Freeform: Shape 47"/>
              <p:cNvSpPr/>
              <p:nvPr/>
            </p:nvSpPr>
            <p:spPr>
              <a:xfrm>
                <a:off x="2089888" y="3040122"/>
                <a:ext cx="1681595" cy="1645920"/>
              </a:xfrm>
              <a:custGeom>
                <a:avLst/>
                <a:gdLst>
                  <a:gd name="connsiteX0" fmla="*/ 1052945 w 2105892"/>
                  <a:gd name="connsiteY0" fmla="*/ 109971 h 2105892"/>
                  <a:gd name="connsiteX1" fmla="*/ 962457 w 2105892"/>
                  <a:gd name="connsiteY1" fmla="*/ 205221 h 2105892"/>
                  <a:gd name="connsiteX2" fmla="*/ 1052945 w 2105892"/>
                  <a:gd name="connsiteY2" fmla="*/ 300471 h 2105892"/>
                  <a:gd name="connsiteX3" fmla="*/ 1143433 w 2105892"/>
                  <a:gd name="connsiteY3" fmla="*/ 205221 h 2105892"/>
                  <a:gd name="connsiteX4" fmla="*/ 1052945 w 2105892"/>
                  <a:gd name="connsiteY4" fmla="*/ 109971 h 2105892"/>
                  <a:gd name="connsiteX5" fmla="*/ 1052946 w 2105892"/>
                  <a:gd name="connsiteY5" fmla="*/ 0 h 2105892"/>
                  <a:gd name="connsiteX6" fmla="*/ 2105892 w 2105892"/>
                  <a:gd name="connsiteY6" fmla="*/ 1052946 h 2105892"/>
                  <a:gd name="connsiteX7" fmla="*/ 1052946 w 2105892"/>
                  <a:gd name="connsiteY7" fmla="*/ 2105892 h 2105892"/>
                  <a:gd name="connsiteX8" fmla="*/ 0 w 2105892"/>
                  <a:gd name="connsiteY8" fmla="*/ 1052946 h 2105892"/>
                  <a:gd name="connsiteX9" fmla="*/ 1052946 w 2105892"/>
                  <a:gd name="connsiteY9" fmla="*/ 0 h 2105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05892" h="2105892">
                    <a:moveTo>
                      <a:pt x="1052945" y="109971"/>
                    </a:moveTo>
                    <a:cubicBezTo>
                      <a:pt x="1002970" y="109971"/>
                      <a:pt x="962457" y="152616"/>
                      <a:pt x="962457" y="205221"/>
                    </a:cubicBezTo>
                    <a:cubicBezTo>
                      <a:pt x="962457" y="257826"/>
                      <a:pt x="1002970" y="300471"/>
                      <a:pt x="1052945" y="300471"/>
                    </a:cubicBezTo>
                    <a:cubicBezTo>
                      <a:pt x="1102920" y="300471"/>
                      <a:pt x="1143433" y="257826"/>
                      <a:pt x="1143433" y="205221"/>
                    </a:cubicBezTo>
                    <a:cubicBezTo>
                      <a:pt x="1143433" y="152616"/>
                      <a:pt x="1102920" y="109971"/>
                      <a:pt x="1052945" y="109971"/>
                    </a:cubicBezTo>
                    <a:close/>
                    <a:moveTo>
                      <a:pt x="1052946" y="0"/>
                    </a:moveTo>
                    <a:cubicBezTo>
                      <a:pt x="1634472" y="0"/>
                      <a:pt x="2105892" y="471420"/>
                      <a:pt x="2105892" y="1052946"/>
                    </a:cubicBezTo>
                    <a:cubicBezTo>
                      <a:pt x="2105892" y="1634472"/>
                      <a:pt x="1634472" y="2105892"/>
                      <a:pt x="1052946" y="2105892"/>
                    </a:cubicBezTo>
                    <a:cubicBezTo>
                      <a:pt x="471420" y="2105892"/>
                      <a:pt x="0" y="1634472"/>
                      <a:pt x="0" y="1052946"/>
                    </a:cubicBezTo>
                    <a:cubicBezTo>
                      <a:pt x="0" y="471420"/>
                      <a:pt x="471420" y="0"/>
                      <a:pt x="1052946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50000"/>
                      <a:alpha val="50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2604470" y="723146"/>
                <a:ext cx="631890" cy="63189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 flipV="1">
                <a:off x="2930686" y="1002699"/>
                <a:ext cx="0" cy="2194560"/>
              </a:xfrm>
              <a:prstGeom prst="line">
                <a:avLst/>
              </a:prstGeom>
              <a:ln w="15875" cmpd="dbl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Oval 27"/>
              <p:cNvSpPr/>
              <p:nvPr/>
            </p:nvSpPr>
            <p:spPr>
              <a:xfrm>
                <a:off x="2756028" y="863029"/>
                <a:ext cx="328773" cy="328773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9" name="TextBox 21"/>
            <p:cNvSpPr txBox="1"/>
            <p:nvPr/>
          </p:nvSpPr>
          <p:spPr>
            <a:xfrm>
              <a:off x="6079771" y="3740306"/>
              <a:ext cx="144671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smtClean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Performance </a:t>
              </a:r>
              <a:endParaRPr lang="en-US" sz="1600" b="1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600" b="1" dirty="0" smtClean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Analysis on Training </a:t>
              </a:r>
              <a:r>
                <a:rPr lang="en-US" sz="16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US" sz="1600" b="1" dirty="0" smtClean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ata </a:t>
              </a:r>
              <a:endParaRPr lang="en-US" sz="16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389440" y="1701181"/>
            <a:ext cx="1681595" cy="4049961"/>
            <a:chOff x="7402405" y="1078636"/>
            <a:chExt cx="1681595" cy="4049961"/>
          </a:xfrm>
        </p:grpSpPr>
        <p:grpSp>
          <p:nvGrpSpPr>
            <p:cNvPr id="31" name="Group 30"/>
            <p:cNvGrpSpPr/>
            <p:nvPr/>
          </p:nvGrpSpPr>
          <p:grpSpPr>
            <a:xfrm>
              <a:off x="7402405" y="1078636"/>
              <a:ext cx="1681595" cy="4049961"/>
              <a:chOff x="2079616" y="723146"/>
              <a:chExt cx="1681595" cy="4049961"/>
            </a:xfrm>
            <a:effectLst>
              <a:reflection blurRad="25400" stA="39000" endPos="28000" dist="76200" dir="5400000" sy="-100000" algn="bl" rotWithShape="0"/>
            </a:effectLst>
          </p:grpSpPr>
          <p:sp>
            <p:nvSpPr>
              <p:cNvPr id="32" name="Freeform: Shape 52"/>
              <p:cNvSpPr/>
              <p:nvPr/>
            </p:nvSpPr>
            <p:spPr>
              <a:xfrm>
                <a:off x="2079616" y="3091512"/>
                <a:ext cx="1681595" cy="1681595"/>
              </a:xfrm>
              <a:custGeom>
                <a:avLst/>
                <a:gdLst>
                  <a:gd name="connsiteX0" fmla="*/ 1052945 w 2105892"/>
                  <a:gd name="connsiteY0" fmla="*/ 109971 h 2105892"/>
                  <a:gd name="connsiteX1" fmla="*/ 962457 w 2105892"/>
                  <a:gd name="connsiteY1" fmla="*/ 205221 h 2105892"/>
                  <a:gd name="connsiteX2" fmla="*/ 1052945 w 2105892"/>
                  <a:gd name="connsiteY2" fmla="*/ 300471 h 2105892"/>
                  <a:gd name="connsiteX3" fmla="*/ 1143433 w 2105892"/>
                  <a:gd name="connsiteY3" fmla="*/ 205221 h 2105892"/>
                  <a:gd name="connsiteX4" fmla="*/ 1052945 w 2105892"/>
                  <a:gd name="connsiteY4" fmla="*/ 109971 h 2105892"/>
                  <a:gd name="connsiteX5" fmla="*/ 1052946 w 2105892"/>
                  <a:gd name="connsiteY5" fmla="*/ 0 h 2105892"/>
                  <a:gd name="connsiteX6" fmla="*/ 2105892 w 2105892"/>
                  <a:gd name="connsiteY6" fmla="*/ 1052946 h 2105892"/>
                  <a:gd name="connsiteX7" fmla="*/ 1052946 w 2105892"/>
                  <a:gd name="connsiteY7" fmla="*/ 2105892 h 2105892"/>
                  <a:gd name="connsiteX8" fmla="*/ 0 w 2105892"/>
                  <a:gd name="connsiteY8" fmla="*/ 1052946 h 2105892"/>
                  <a:gd name="connsiteX9" fmla="*/ 1052946 w 2105892"/>
                  <a:gd name="connsiteY9" fmla="*/ 0 h 2105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05892" h="2105892">
                    <a:moveTo>
                      <a:pt x="1052945" y="109971"/>
                    </a:moveTo>
                    <a:cubicBezTo>
                      <a:pt x="1002970" y="109971"/>
                      <a:pt x="962457" y="152616"/>
                      <a:pt x="962457" y="205221"/>
                    </a:cubicBezTo>
                    <a:cubicBezTo>
                      <a:pt x="962457" y="257826"/>
                      <a:pt x="1002970" y="300471"/>
                      <a:pt x="1052945" y="300471"/>
                    </a:cubicBezTo>
                    <a:cubicBezTo>
                      <a:pt x="1102920" y="300471"/>
                      <a:pt x="1143433" y="257826"/>
                      <a:pt x="1143433" y="205221"/>
                    </a:cubicBezTo>
                    <a:cubicBezTo>
                      <a:pt x="1143433" y="152616"/>
                      <a:pt x="1102920" y="109971"/>
                      <a:pt x="1052945" y="109971"/>
                    </a:cubicBezTo>
                    <a:close/>
                    <a:moveTo>
                      <a:pt x="1052946" y="0"/>
                    </a:moveTo>
                    <a:cubicBezTo>
                      <a:pt x="1634472" y="0"/>
                      <a:pt x="2105892" y="471420"/>
                      <a:pt x="2105892" y="1052946"/>
                    </a:cubicBezTo>
                    <a:cubicBezTo>
                      <a:pt x="2105892" y="1634472"/>
                      <a:pt x="1634472" y="2105892"/>
                      <a:pt x="1052946" y="2105892"/>
                    </a:cubicBezTo>
                    <a:cubicBezTo>
                      <a:pt x="471420" y="2105892"/>
                      <a:pt x="0" y="1634472"/>
                      <a:pt x="0" y="1052946"/>
                    </a:cubicBezTo>
                    <a:cubicBezTo>
                      <a:pt x="0" y="471420"/>
                      <a:pt x="471420" y="0"/>
                      <a:pt x="105294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030A0"/>
                  </a:gs>
                  <a:gs pos="100000">
                    <a:srgbClr val="D58BC5">
                      <a:alpha val="5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2604470" y="723146"/>
                <a:ext cx="631890" cy="63189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4" name="Straight Connector 33"/>
              <p:cNvCxnSpPr>
                <a:stCxn id="32" idx="0"/>
              </p:cNvCxnSpPr>
              <p:nvPr/>
            </p:nvCxnSpPr>
            <p:spPr>
              <a:xfrm flipV="1">
                <a:off x="2920413" y="1157938"/>
                <a:ext cx="0" cy="2011680"/>
              </a:xfrm>
              <a:prstGeom prst="line">
                <a:avLst/>
              </a:prstGeom>
              <a:ln w="15875" cmpd="dbl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Oval 34"/>
              <p:cNvSpPr/>
              <p:nvPr/>
            </p:nvSpPr>
            <p:spPr>
              <a:xfrm>
                <a:off x="2756028" y="863029"/>
                <a:ext cx="328773" cy="328773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6" name="TextBox 28"/>
            <p:cNvSpPr txBox="1"/>
            <p:nvPr/>
          </p:nvSpPr>
          <p:spPr>
            <a:xfrm>
              <a:off x="7569602" y="3826134"/>
              <a:ext cx="144671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smtClean="0">
                  <a:solidFill>
                    <a:srgbClr val="6600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Performance Analysis on Test Data</a:t>
              </a:r>
              <a:endParaRPr lang="en-US" sz="1600" b="1" dirty="0">
                <a:solidFill>
                  <a:srgbClr val="66006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" name="Slide Number Placeholder 4"/>
          <p:cNvSpPr txBox="1"/>
          <p:nvPr/>
        </p:nvSpPr>
        <p:spPr>
          <a:xfrm>
            <a:off x="11222355" y="650875"/>
            <a:ext cx="363220" cy="36258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B618960-8005-486C-9A75-10CB2AAC16F9}" type="slidenum">
              <a:rPr lang="en-US" b="1" smtClean="0">
                <a:solidFill>
                  <a:schemeClr val="tx1"/>
                </a:solidFill>
              </a:rPr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730513" y="1268653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639073" y="433789"/>
            <a:ext cx="104343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Experimental Setup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730513" y="1755859"/>
            <a:ext cx="1025144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 fontAlgn="base"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  <a:sym typeface="+mn-ea"/>
              </a:rPr>
              <a:t>Required Software: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charset="0"/>
              <a:cs typeface="Arial" panose="020B0604020202020204" pitchFamily="34" charset="0"/>
              <a:sym typeface="+mn-ea"/>
            </a:endParaRPr>
          </a:p>
          <a:p>
            <a:pPr algn="just" fontAlgn="base">
              <a:buSzPts val="1000"/>
              <a:tabLst>
                <a:tab pos="457200" algn="l"/>
              </a:tabLst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  <a:sym typeface="+mn-ea"/>
              </a:rPr>
              <a:t>Operating System: Windows 10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charset="0"/>
              <a:cs typeface="Arial" panose="020B0604020202020204" pitchFamily="34" charset="0"/>
            </a:endParaRPr>
          </a:p>
          <a:p>
            <a:pPr marR="0" lvl="0" algn="just" fontAlgn="base"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  <a:sym typeface="+mn-ea"/>
              </a:rPr>
              <a:t>Programming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  <a:sym typeface="+mn-ea"/>
              </a:rPr>
              <a:t>Language: Python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  <a:sym typeface="+mn-ea"/>
              </a:rPr>
              <a:t>3.8.10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charset="0"/>
              <a:cs typeface="Arial" panose="020B0604020202020204" pitchFamily="34" charset="0"/>
            </a:endParaRPr>
          </a:p>
          <a:p>
            <a:pPr marR="0" lvl="0" algn="just" fontAlgn="base"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  <a:sym typeface="+mn-ea"/>
              </a:rPr>
              <a:t>Environment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  <a:sym typeface="+mn-ea"/>
              </a:rPr>
              <a:t>: Google Colaboratory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charset="0"/>
              <a:cs typeface="Arial" panose="020B0604020202020204" pitchFamily="34" charset="0"/>
            </a:endParaRPr>
          </a:p>
          <a:p>
            <a:pPr marR="0" lvl="0" indent="0" algn="just" fontAlgn="base">
              <a:spcBef>
                <a:spcPts val="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  <a:sym typeface="+mn-ea"/>
              </a:rPr>
              <a:t>Libraries:  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charset="0"/>
              <a:cs typeface="Arial" panose="020B0604020202020204" pitchFamily="34" charset="0"/>
            </a:endParaRPr>
          </a:p>
          <a:p>
            <a:pPr marL="1257300" lvl="2" indent="-342900" algn="just" fontAlgn="base"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  <a:sym typeface="+mn-ea"/>
              </a:rPr>
              <a:t>Pytorch 1.13.1+cu116, Pytorch Geometric 2.2.0,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charset="0"/>
              <a:cs typeface="Arial" panose="020B0604020202020204" pitchFamily="34" charset="0"/>
            </a:endParaRPr>
          </a:p>
          <a:p>
            <a:pPr marL="1257300" lvl="2" indent="-342900" algn="just" fontAlgn="base"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  <a:sym typeface="+mn-ea"/>
              </a:rPr>
              <a:t>Numpy 1.21.6, Pandas 1.3.5,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charset="0"/>
              <a:cs typeface="Arial" panose="020B0604020202020204" pitchFamily="34" charset="0"/>
            </a:endParaRPr>
          </a:p>
          <a:p>
            <a:pPr marL="1257300" lvl="2" indent="-342900" algn="just" fontAlgn="base"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  <a:sym typeface="+mn-ea"/>
              </a:rPr>
              <a:t>Scikitlearn 1.0.2, Matplotlib 3.2.2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charset="0"/>
              <a:cs typeface="Arial" panose="020B0604020202020204" pitchFamily="3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  <a:sym typeface="+mn-ea"/>
              </a:rPr>
              <a:t>Required Hardware: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  <a:sym typeface="+mn-ea"/>
              </a:rPr>
              <a:t>Processor : intel(R) core(TM) i5-7200U CPU @ 2.50GHz – 2.71GHz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charset="0"/>
                <a:cs typeface="Arial" panose="020B0604020202020204" pitchFamily="34" charset="0"/>
                <a:sym typeface="+mn-ea"/>
              </a:rPr>
              <a:t>RAM : 8.00GB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B618960-8005-486C-9A75-10CB2AAC16F9}" type="slidenum">
              <a:rPr lang="en-US" b="1" smtClean="0">
                <a:solidFill>
                  <a:schemeClr val="tx1"/>
                </a:solidFill>
              </a:rPr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104343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Dataset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970280" y="1440180"/>
            <a:ext cx="102514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German HighD (Highway Density)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dataset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Includes 60 recordings of six different locations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 large-scale dataset , contains 1,10,500 vehicles , 44,500 driven kilometers and 147 driven hours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Node features of graph: driving direction, distance, velocity, acceleration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/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4"/>
          <p:cNvSpPr txBox="1"/>
          <p:nvPr/>
        </p:nvSpPr>
        <p:spPr>
          <a:xfrm>
            <a:off x="11221720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tx1"/>
                </a:solidFill>
              </a:rPr>
              <a:t>23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104343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Performance Analysis on Training Data</a:t>
            </a:r>
            <a:endParaRPr lang="en-US" sz="4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841272" y="3326237"/>
            <a:ext cx="10495479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u="none" strike="noStrike" cap="none" normalizeH="0" baseline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Figure 13 :</a:t>
            </a:r>
            <a:r>
              <a:rPr kumimoji="0" lang="en-US" altLang="en-US" b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loss vs epoch curve of (a) location 2 with MAE loss (b) location 6 with MSE loss </a:t>
            </a:r>
            <a:endParaRPr kumimoji="0" lang="en-US" altLang="en-US" b="0" u="none" strike="noStrike" cap="none" normalizeH="0" baseline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132537" y="6065837"/>
            <a:ext cx="99413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1" u="none" strike="noStrike" cap="none" normalizeH="0" baseline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Figure 14 :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Comparison between R-squared values of GCN and GraphSAGE models</a:t>
            </a:r>
            <a:endParaRPr lang="en-US" alt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(a) Loss function </a:t>
            </a:r>
            <a:r>
              <a:rPr lang="en-US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MAE 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(b) Loss function </a:t>
            </a:r>
            <a:r>
              <a:rPr lang="en-US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MSE</a:t>
            </a:r>
            <a:endParaRPr lang="en-US" alt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</a:t>
            </a:r>
            <a:endParaRPr kumimoji="0" lang="en-US" altLang="en-US" b="0" u="none" strike="noStrike" cap="none" normalizeH="0" baseline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graphicFrame>
        <p:nvGraphicFramePr>
          <p:cNvPr id="22" name="Content Placeholder 21"/>
          <p:cNvGraphicFramePr>
            <a:graphicFrameLocks noGrp="1"/>
          </p:cNvGraphicFramePr>
          <p:nvPr>
            <p:ph sz="half" idx="1"/>
          </p:nvPr>
        </p:nvGraphicFramePr>
        <p:xfrm>
          <a:off x="1480820" y="3948430"/>
          <a:ext cx="4478020" cy="1960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3" name="Content Placeholder 22"/>
          <p:cNvGraphicFramePr>
            <a:graphicFrameLocks noGrp="1"/>
          </p:cNvGraphicFramePr>
          <p:nvPr>
            <p:ph sz="half" idx="2"/>
          </p:nvPr>
        </p:nvGraphicFramePr>
        <p:xfrm>
          <a:off x="6532880" y="3865245"/>
          <a:ext cx="4173220" cy="2021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Chart 24"/>
          <p:cNvGraphicFramePr/>
          <p:nvPr/>
        </p:nvGraphicFramePr>
        <p:xfrm>
          <a:off x="6225413" y="1429214"/>
          <a:ext cx="4480560" cy="226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23"/>
          <p:cNvGraphicFramePr/>
          <p:nvPr/>
        </p:nvGraphicFramePr>
        <p:xfrm>
          <a:off x="1480738" y="1427384"/>
          <a:ext cx="4478578" cy="2269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B618960-8005-486C-9A75-10CB2AAC16F9}" type="slidenum">
              <a:rPr lang="en-US" b="1" smtClean="0">
                <a:solidFill>
                  <a:schemeClr val="tx1"/>
                </a:solidFill>
              </a:rPr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536700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103638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Performance Analysis on Test </a:t>
            </a:r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Data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Chart 5"/>
          <p:cNvGraphicFramePr/>
          <p:nvPr/>
        </p:nvGraphicFramePr>
        <p:xfrm>
          <a:off x="1217719" y="1986015"/>
          <a:ext cx="4940761" cy="2545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6373191" y="1991730"/>
          <a:ext cx="4891353" cy="2533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ctangle 4"/>
          <p:cNvSpPr/>
          <p:nvPr/>
        </p:nvSpPr>
        <p:spPr>
          <a:xfrm>
            <a:off x="398471" y="5621455"/>
            <a:ext cx="11445858" cy="830997"/>
          </a:xfrm>
          <a:prstGeom prst="rect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Prediction results are achieved from time calculated in the test data and the time predicted from the models  </a:t>
            </a:r>
            <a:endParaRPr lang="en-US" alt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2" name="Rectangle 4"/>
          <p:cNvSpPr/>
          <p:nvPr/>
        </p:nvSpPr>
        <p:spPr>
          <a:xfrm>
            <a:off x="398788" y="5141950"/>
            <a:ext cx="114458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Figure </a:t>
            </a:r>
            <a:r>
              <a:rPr lang="en-US" altLang="en-US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15 </a:t>
            </a: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:</a:t>
            </a: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Prediction error on test set of (a) MAE Loss (b) MSE Loss</a:t>
            </a:r>
            <a:endParaRPr lang="en-US" altLang="en-US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90834" y="4615238"/>
            <a:ext cx="1052423" cy="3278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37176" y="4615238"/>
            <a:ext cx="1052423" cy="3278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B618960-8005-486C-9A75-10CB2AAC16F9}" type="slidenum">
              <a:rPr lang="en-US" b="1" smtClean="0">
                <a:solidFill>
                  <a:schemeClr val="tx1"/>
                </a:solidFill>
              </a:rPr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2159" y="500211"/>
          <a:ext cx="10872732" cy="5806228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1180234"/>
                <a:gridCol w="1404354"/>
                <a:gridCol w="1124872"/>
                <a:gridCol w="1393826"/>
                <a:gridCol w="1016291"/>
                <a:gridCol w="1187774"/>
                <a:gridCol w="1273158"/>
                <a:gridCol w="1118056"/>
                <a:gridCol w="1174167"/>
              </a:tblGrid>
              <a:tr h="38730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+mn-lt"/>
                        <a:ea typeface="Times New Roman" panose="02020603050405020304" charset="0"/>
                      </a:endParaRPr>
                    </a:p>
                  </a:txBody>
                  <a:tcPr marL="53264" marR="53264" marT="0" marB="0"/>
                </a:tc>
                <a:tc gridSpan="4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GCN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GraphSAGE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52192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charset="0"/>
                      </a:endParaRPr>
                    </a:p>
                  </a:txBody>
                  <a:tcPr marL="53264" marR="53264" marT="0" marB="0"/>
                </a:tc>
                <a:tc gridSpan="2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Evaluation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</a:t>
                      </a:r>
                      <a:r>
                        <a:rPr lang="en-US" sz="18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 hMerge="1">
                  <a:tcPr marL="53264" marR="53264" marT="0" marB="0"/>
                </a:tc>
                <a:tc gridSpan="2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Evaluation on</a:t>
                      </a:r>
                      <a:r>
                        <a:rPr lang="en-US" sz="18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  <a:r>
                        <a:rPr lang="en-US" sz="18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Evaluation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</a:t>
                      </a:r>
                      <a:r>
                        <a:rPr lang="en-US" sz="18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 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Evaluation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</a:t>
                      </a:r>
                      <a:r>
                        <a:rPr lang="en-US" sz="18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  <a:r>
                        <a:rPr lang="en-US" sz="18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 hMerge="1">
                  <a:tcPr/>
                </a:tc>
              </a:tr>
              <a:tr h="193651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Locationid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R-squared </a:t>
                      </a:r>
                      <a:endParaRPr lang="en-US" sz="1800" b="0" dirty="0" smtClean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 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MAE)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R-squared </a:t>
                      </a: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</a:t>
                      </a:r>
                      <a:r>
                        <a:rPr lang="en-US" sz="1800" b="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MSE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Absolute Error </a:t>
                      </a:r>
                      <a:endParaRPr lang="en-US" sz="1800" b="0" dirty="0" smtClean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(MAE)</a:t>
                      </a:r>
                      <a:endParaRPr lang="en-US" sz="1800" b="0" dirty="0" smtClean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Squared </a:t>
                      </a: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 (MSE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R-squared</a:t>
                      </a:r>
                      <a:r>
                        <a:rPr lang="en-US" sz="1800" b="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</a:t>
                      </a:r>
                      <a:r>
                        <a:rPr lang="en-US" sz="1800" b="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MAE</a:t>
                      </a: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R-squared</a:t>
                      </a:r>
                      <a:r>
                        <a:rPr lang="en-US" sz="1800" b="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</a:t>
                      </a:r>
                      <a:r>
                        <a:rPr lang="en-US" sz="1800" b="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MSE)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Absolute Error (MAE)</a:t>
                      </a:r>
                      <a:endParaRPr lang="en-US" sz="1800" b="0" dirty="0" smtClean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Squared </a:t>
                      </a: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 (MSE)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</a:tr>
              <a:tr h="387303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>
                          <a:effectLst/>
                        </a:rPr>
                        <a:t>1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0.7049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0.7081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1.9557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4.7964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0.7384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0.7627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0.8757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1.4554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</a:tr>
              <a:tr h="387303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>
                          <a:effectLst/>
                        </a:rPr>
                        <a:t>2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0.5685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0.5779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2.0789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6.5515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0.9188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0.8226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0.5761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2.1331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</a:tr>
              <a:tr h="387303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>
                          <a:effectLst/>
                        </a:rPr>
                        <a:t>3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0.5280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0.5280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1.9302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5.4685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0.9336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0.9336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0.4975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0.6774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</a:tr>
              <a:tr h="387303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>
                          <a:effectLst/>
                        </a:rPr>
                        <a:t>4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0.6558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0.6558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1.8130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>
                          <a:effectLst/>
                        </a:rPr>
                        <a:t>5.3080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0.9400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0.9400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0.4572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0.5532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</a:tr>
              <a:tr h="387303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>
                          <a:effectLst/>
                        </a:rPr>
                        <a:t>5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0.7134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0.7134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1.7397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>
                          <a:effectLst/>
                        </a:rPr>
                        <a:t>5.2710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0.9468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0.9468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0.4812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0.6770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</a:tr>
              <a:tr h="339488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>
                          <a:effectLst/>
                        </a:rPr>
                        <a:t>6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>
                          <a:effectLst/>
                        </a:rPr>
                        <a:t>0.5106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0.5106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2.1282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>
                          <a:effectLst/>
                        </a:rPr>
                        <a:t>8.4290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0.8766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0.8766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 smtClean="0">
                          <a:effectLst/>
                        </a:rPr>
                        <a:t>0.5953</a:t>
                      </a:r>
                      <a:endParaRPr lang="en-US" sz="1800" dirty="0" smtClean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  <a:p>
                      <a:endParaRPr lang="en-US" dirty="0"/>
                    </a:p>
                  </a:txBody>
                  <a:tcPr marL="53264" marR="5326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1.3561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53264" marR="53264" marT="0" marB="0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974421" y="65627"/>
            <a:ext cx="8532433" cy="659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1: Overall performance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between GCN and GraphSAGE models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-138023" y="6399891"/>
            <a:ext cx="8532433" cy="5516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Findings from the table: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GraphSAGE performs better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4"/>
          <p:cNvSpPr txBox="1"/>
          <p:nvPr/>
        </p:nvSpPr>
        <p:spPr>
          <a:xfrm>
            <a:off x="11682958" y="135086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tx1"/>
                </a:solidFill>
              </a:rPr>
              <a:t>26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4"/>
          <p:cNvSpPr txBox="1"/>
          <p:nvPr/>
        </p:nvSpPr>
        <p:spPr>
          <a:xfrm>
            <a:off x="11221720" y="67976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B618960-8005-486C-9A75-10CB2AAC16F9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4"/>
          <p:cNvSpPr txBox="1"/>
          <p:nvPr/>
        </p:nvSpPr>
        <p:spPr>
          <a:xfrm>
            <a:off x="11221720" y="640557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>
                <a:solidFill>
                  <a:schemeClr val="tx1"/>
                </a:solidFill>
              </a:rPr>
              <a:t>27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Text Box 18"/>
          <p:cNvSpPr txBox="1"/>
          <p:nvPr/>
        </p:nvSpPr>
        <p:spPr>
          <a:xfrm>
            <a:off x="927100" y="511810"/>
            <a:ext cx="104343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on Khulna City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319844" y="2027208"/>
          <a:ext cx="9532184" cy="3790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523"/>
                <a:gridCol w="1191523"/>
                <a:gridCol w="1191523"/>
                <a:gridCol w="1191523"/>
                <a:gridCol w="1191523"/>
                <a:gridCol w="1191523"/>
                <a:gridCol w="1191523"/>
                <a:gridCol w="1191523"/>
              </a:tblGrid>
              <a:tr h="638354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GCN</a:t>
                      </a:r>
                      <a:endParaRPr lang="en-US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GraphSAGE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00850">
                <a:tc gridSpan="2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Evaluation on</a:t>
                      </a:r>
                      <a:r>
                        <a:rPr lang="en-US" sz="18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 set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Evaluation on</a:t>
                      </a:r>
                      <a:r>
                        <a:rPr lang="en-US" sz="18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  <a:r>
                        <a:rPr lang="en-US" sz="18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Evaluation on</a:t>
                      </a:r>
                      <a:r>
                        <a:rPr lang="en-US" sz="18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 set</a:t>
                      </a:r>
                      <a:endParaRPr lang="en-US" sz="1800" dirty="0" smtClean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  <a:p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Evaluation on</a:t>
                      </a:r>
                      <a:r>
                        <a:rPr lang="en-US" sz="18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</a:t>
                      </a:r>
                      <a:r>
                        <a:rPr lang="en-US" sz="18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50085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R-squared (in MAE)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R-squared (in</a:t>
                      </a:r>
                      <a:r>
                        <a:rPr lang="en-US" sz="1800" b="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MSE)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Absolute Error (MAE)</a:t>
                      </a:r>
                      <a:endParaRPr lang="en-US" sz="1800" b="0" dirty="0" smtClean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Squared Error (MSE)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R-squared (in MAE)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R-squared (in</a:t>
                      </a:r>
                      <a:r>
                        <a:rPr lang="en-US" sz="1800" b="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MSE)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Absolute Error (MAE)</a:t>
                      </a:r>
                      <a:endParaRPr lang="en-US" sz="1800" b="0" dirty="0" smtClean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395"/>
                        </a:spcBef>
                        <a:spcAft>
                          <a:spcPts val="600"/>
                        </a:spcAft>
                      </a:pPr>
                      <a:r>
                        <a:rPr lang="en-US" sz="1800" b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Squared Error (MSE)</a:t>
                      </a:r>
                      <a:endParaRPr lang="en-US" sz="18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008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0.4881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0.0014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2.0431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8.7733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0.9298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0.9338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0.6038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0.6267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880853" y="5948475"/>
            <a:ext cx="10481094" cy="5516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Findings :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GraphSAGE performs a lot better than GCN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72738" y="1472693"/>
            <a:ext cx="9679290" cy="6598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2: A case study of Khulna city road network in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GCN and GraphSAGE models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104343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 </a:t>
            </a:r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and Future Works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970280" y="1440180"/>
            <a:ext cx="1025144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aim was to find a path that is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safe, efficient and reaches the destination quickly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sz="24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For this, a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graph-based approach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was proposed. 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shortest path algorithm generated the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optimal route considering the time needed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to travel from one node to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another.</a:t>
            </a:r>
            <a:endParaRPr lang="en-US" sz="2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he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proposed system was capable of finding the optimal route in a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reasonable amount of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time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4"/>
          <p:cNvSpPr txBox="1"/>
          <p:nvPr/>
        </p:nvSpPr>
        <p:spPr>
          <a:xfrm>
            <a:off x="11221720" y="67976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B618960-8005-486C-9A75-10CB2AAC16F9}" type="slidenum">
              <a:rPr lang="en-US" b="1" smtClean="0">
                <a:solidFill>
                  <a:schemeClr val="tx1"/>
                </a:solidFill>
              </a:rPr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295060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104343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</a:t>
            </a:r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and Future Works (</a:t>
            </a:r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Contd.)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970280" y="1440180"/>
            <a:ext cx="1025144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Limitation includes </a:t>
            </a:r>
            <a:r>
              <a:rPr lang="en-US" sz="2400" b="1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constraints of dataset.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srgbClr val="5B9BD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proposed model is </a:t>
            </a:r>
            <a:r>
              <a:rPr lang="en-US" sz="2400" b="1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network specific.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5B9BD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</a:t>
            </a:r>
            <a:r>
              <a:rPr lang="en-US" sz="240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ncorporating </a:t>
            </a:r>
            <a:r>
              <a:rPr lang="en-US" sz="240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real-time traffic data and </a:t>
            </a:r>
            <a:r>
              <a:rPr lang="en-US" sz="2400" b="1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dynamic rerouting capabilities </a:t>
            </a:r>
            <a:r>
              <a:rPr lang="en-US" sz="240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can be done </a:t>
            </a:r>
            <a:r>
              <a:rPr lang="en-US" sz="240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future research </a:t>
            </a:r>
            <a:r>
              <a:rPr lang="en-US" sz="240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directions.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srgbClr val="5B9BD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srgbClr val="5B9BD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Research is needed in terms of its </a:t>
            </a:r>
            <a:r>
              <a:rPr lang="en-US" sz="2400" b="1" dirty="0" smtClean="0">
                <a:solidFill>
                  <a:srgbClr val="5B9BD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generalizability</a:t>
            </a:r>
            <a:r>
              <a:rPr lang="en-US" sz="2400" dirty="0" smtClean="0">
                <a:solidFill>
                  <a:srgbClr val="5B9BD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(can be extented to other countries as well).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4"/>
          <p:cNvSpPr txBox="1"/>
          <p:nvPr/>
        </p:nvSpPr>
        <p:spPr>
          <a:xfrm>
            <a:off x="11221720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B618960-8005-486C-9A75-10CB2AAC16F9}" type="slidenum">
              <a:rPr lang="en-US" b="1" smtClean="0">
                <a:solidFill>
                  <a:schemeClr val="tx1"/>
                </a:solidFill>
              </a:rPr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/>
              <a:t>Kula, U., Tozanli, O., &amp; Tarakcio, S. (2012). Emergency vehicle routing in disaster response operations. In 23rd annual conference on production and operation management society.</a:t>
            </a: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104343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970280" y="1440180"/>
            <a:ext cx="102514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27100" y="1504950"/>
            <a:ext cx="102514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13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[1] </a:t>
            </a:r>
            <a:r>
              <a:rPr lang="en-US" sz="13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Wu, J., Kulcsár, B., Ahn, S., &amp; Qu, X. (2020). Emergency vehicle lane pre-clearing: from microscopic cooperation to routing decision making. Transportation research part B: methodological, 141, 223-239</a:t>
            </a:r>
            <a:r>
              <a:rPr lang="en-US" sz="13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sz="13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13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[2] </a:t>
            </a:r>
            <a:r>
              <a:rPr lang="en-US" sz="13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Kula, U., Tozanli, O., &amp; Tarakcio, S. (2012). Emergency vehicle routing in disaster response operations. In 23rd annual conference on production and operation management society.</a:t>
            </a:r>
            <a:endParaRPr lang="en-US" sz="13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 </a:t>
            </a:r>
            <a:r>
              <a:rPr lang="en-US" sz="13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Rathore, N., Jain, P. K., &amp; Parida, M. (2018, July). A routing model for emergency vehicles using the real time traffic data. In 2018 IEEE International Conference on Service Operations and Logistics, and Informatics (SOLI) (pp. 175-179). IEEE</a:t>
            </a:r>
            <a:r>
              <a:rPr lang="en-US" sz="13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3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3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[4] </a:t>
            </a:r>
            <a:r>
              <a:rPr lang="en-US" sz="13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Krajewski, R., Bock, J., Kloeker, L., &amp; Eckstein, L. (2018, November). The highd dataset: A drone dataset of naturalistic vehicle trajectories on german highways for validation of highly automated driving systems. In </a:t>
            </a:r>
            <a:r>
              <a:rPr lang="en-US" sz="13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2018 21st International Conference on Intelligent Transportation Systems (ITSC)</a:t>
            </a:r>
            <a:r>
              <a:rPr lang="en-US" sz="13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 (pp. 2118-2125). IEEE.</a:t>
            </a:r>
            <a:endParaRPr lang="en-US" sz="13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4"/>
          <p:cNvSpPr txBox="1"/>
          <p:nvPr/>
        </p:nvSpPr>
        <p:spPr>
          <a:xfrm>
            <a:off x="11230346" y="648018"/>
            <a:ext cx="355121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B618960-8005-486C-9A75-10CB2AAC16F9}" type="slidenum">
              <a:rPr lang="en-US" b="1" smtClean="0">
                <a:solidFill>
                  <a:schemeClr val="tx1"/>
                </a:solidFill>
              </a:rPr>
            </a:fld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201839" y="2743201"/>
            <a:ext cx="5890403" cy="107830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72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sz="72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343535" y="329565"/>
            <a:ext cx="11555730" cy="623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927100" y="1331595"/>
            <a:ext cx="10337800" cy="1079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927100" y="511810"/>
            <a:ext cx="108978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Methodology (Preprocessing)</a:t>
            </a:r>
            <a:endParaRPr lang="en-US" sz="4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 Box 19"/>
              <p:cNvSpPr txBox="1"/>
              <p:nvPr/>
            </p:nvSpPr>
            <p:spPr>
              <a:xfrm>
                <a:off x="970280" y="1558290"/>
                <a:ext cx="10251440" cy="5590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Standardization: </a:t>
                </a: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to scale a feature to a standard </a:t>
                </a:r>
                <a:r>
                  <a:rPr lang="en-US" sz="2400" dirty="0" smtClean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scale. </a:t>
                </a:r>
                <a:endParaRPr lang="en-US" sz="24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/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 </a:t>
                </a:r>
                <a:endParaRPr lang="en-US" sz="24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			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− µ)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sz="24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den>
                    </m:f>
                  </m:oMath>
                </a14:m>
                <a:endParaRPr lang="en-US" sz="2400" b="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Z = standardized feature</a:t>
                </a:r>
                <a:endParaRPr lang="en-US" sz="24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X = original feature</a:t>
                </a:r>
                <a:endParaRPr lang="en-US" sz="24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μ = </a:t>
                </a: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the feature's </a:t>
                </a:r>
                <a:r>
                  <a:rPr lang="en-US" sz="2400" dirty="0" smtClean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mean</a:t>
                </a:r>
                <a:endParaRPr lang="en-US" sz="24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σ = the </a:t>
                </a: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standard deviation of the feature</a:t>
                </a:r>
                <a:r>
                  <a:rPr lang="en-US" sz="2400" dirty="0" smtClean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.</a:t>
                </a:r>
                <a:endParaRPr lang="en-US" sz="24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/>
                <a:endParaRPr lang="en-US" sz="2400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Inference of missing values: </a:t>
                </a: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The mean values of each column were used to fill in any missing values</a:t>
                </a:r>
                <a:endParaRPr lang="en-US" sz="24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280" y="1558290"/>
                <a:ext cx="10251440" cy="559054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399"/>
  <p:tag name="KSO_WM_UNIT_ID" val="custom160399_24*n_h_a*1_1_1"/>
  <p:tag name="KSO_WM_UNIT_CLEAR" val="1"/>
  <p:tag name="KSO_WM_UNIT_LAYERLEVEL" val="1_1_1"/>
  <p:tag name="KSO_WM_UNIT_VALUE" val="32"/>
  <p:tag name="KSO_WM_UNIT_HIGHLIGHT" val="0"/>
  <p:tag name="KSO_WM_UNIT_COMPATIBLE" val="0"/>
  <p:tag name="KSO_WM_UNIT_PRESET_TEXT_INDEX" val="3"/>
  <p:tag name="KSO_WM_UNIT_PRESET_TEXT_LEN" val="17"/>
  <p:tag name="KSO_WM_DIAGRAM_GROUP_CODE" val="n1-1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399"/>
  <p:tag name="KSO_WM_UNIT_ID" val="custom160399_24*n_i*1_5"/>
  <p:tag name="KSO_WM_UNIT_CLEAR" val="1"/>
  <p:tag name="KSO_WM_UNIT_LAYERLEVEL" val="1_1"/>
  <p:tag name="KSO_WM_DIAGRAM_GROUP_CODE" val="n1-1"/>
</p:tagLst>
</file>

<file path=ppt/tags/tag3.xml><?xml version="1.0" encoding="utf-8"?>
<p:tagLst xmlns:p="http://schemas.openxmlformats.org/presentationml/2006/main">
  <p:tag name="KSO_WM_TAG_VERSION" val="1.0"/>
  <p:tag name="KSO_WM_TEMPLATE_CATEGORY" val="custom"/>
  <p:tag name="KSO_WM_TEMPLATE_INDEX" val="160399"/>
  <p:tag name="KSO_WM_UNIT_ID" val="custom160399_24*n_i*1_6"/>
  <p:tag name="KSO_WM_UNIT_CLEAR" val="1"/>
  <p:tag name="KSO_WM_UNIT_LAYERLEVEL" val="1_1"/>
  <p:tag name="KSO_WM_DIAGRAM_GROUP_CODE" val="n1-1"/>
</p:tagLst>
</file>

<file path=ppt/tags/tag4.xml><?xml version="1.0" encoding="utf-8"?>
<p:tagLst xmlns:p="http://schemas.openxmlformats.org/presentationml/2006/main">
  <p:tag name="KSO_WM_TAG_VERSION" val="1.0"/>
  <p:tag name="KSO_WM_TEMPLATE_CATEGORY" val="custom"/>
  <p:tag name="KSO_WM_TEMPLATE_INDEX" val="160399"/>
  <p:tag name="KSO_WM_UNIT_ID" val="custom160399_24*n_i*1_6"/>
  <p:tag name="KSO_WM_UNIT_CLEAR" val="1"/>
  <p:tag name="KSO_WM_UNIT_LAYERLEVEL" val="1_1"/>
  <p:tag name="KSO_WM_DIAGRAM_GROUP_CODE" val="n1-1"/>
</p:tagLst>
</file>

<file path=ppt/tags/tag5.xml><?xml version="1.0" encoding="utf-8"?>
<p:tagLst xmlns:p="http://schemas.openxmlformats.org/presentationml/2006/main">
  <p:tag name="KSO_WM_TAG_VERSION" val="1.0"/>
  <p:tag name="KSO_WM_TEMPLATE_CATEGORY" val="custom"/>
  <p:tag name="KSO_WM_TEMPLATE_INDEX" val="160399"/>
  <p:tag name="KSO_WM_UNIT_ID" val="custom160399_24*n_i*1_6"/>
  <p:tag name="KSO_WM_UNIT_CLEAR" val="1"/>
  <p:tag name="KSO_WM_UNIT_LAYERLEVEL" val="1_1"/>
  <p:tag name="KSO_WM_DIAGRAM_GROUP_CODE" val="n1-1"/>
</p:tagLst>
</file>

<file path=ppt/tags/tag6.xml><?xml version="1.0" encoding="utf-8"?>
<p:tagLst xmlns:p="http://schemas.openxmlformats.org/presentationml/2006/main">
  <p:tag name="KSO_WM_TAG_VERSION" val="1.0"/>
  <p:tag name="KSO_WM_TEMPLATE_CATEGORY" val="custom"/>
  <p:tag name="KSO_WM_TEMPLATE_INDEX" val="160399"/>
  <p:tag name="KSO_WM_UNIT_ID" val="custom160399_24*n_i*1_6"/>
  <p:tag name="KSO_WM_UNIT_CLEAR" val="1"/>
  <p:tag name="KSO_WM_UNIT_LAYERLEVEL" val="1_1"/>
  <p:tag name="KSO_WM_DIAGRAM_GROUP_CODE" val="n1-1"/>
</p:tagLst>
</file>

<file path=ppt/tags/tag7.xml><?xml version="1.0" encoding="utf-8"?>
<p:tagLst xmlns:p="http://schemas.openxmlformats.org/presentationml/2006/main">
  <p:tag name="KSO_WM_TAG_VERSION" val="1.0"/>
  <p:tag name="KSO_WM_TEMPLATE_CATEGORY" val="custom"/>
  <p:tag name="KSO_WM_TEMPLATE_INDEX" val="160399"/>
  <p:tag name="KSO_WM_UNIT_ID" val="custom160399_24*n_i*1_6"/>
  <p:tag name="KSO_WM_UNIT_CLEAR" val="1"/>
  <p:tag name="KSO_WM_UNIT_LAYERLEVEL" val="1_1"/>
  <p:tag name="KSO_WM_DIAGRAM_GROUP_CODE" val="n1-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11130</Words>
  <Application>WPS Presentation</Application>
  <PresentationFormat>Widescreen</PresentationFormat>
  <Paragraphs>835</Paragraphs>
  <Slides>32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Times New Roman</vt:lpstr>
      <vt:lpstr>Calibri</vt:lpstr>
      <vt:lpstr>Symbol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Faria Opy</dc:creator>
  <cp:lastModifiedBy>USER</cp:lastModifiedBy>
  <cp:revision>46</cp:revision>
  <dcterms:created xsi:type="dcterms:W3CDTF">2023-02-09T18:01:00Z</dcterms:created>
  <dcterms:modified xsi:type="dcterms:W3CDTF">2023-02-13T01:48:14Z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CA0005417A3E4F0F8A4FCE963CA412B7</vt:lpwstr>
  </property>
  <property fmtid="{D5CDD505-2E9C-101B-9397-08002B2CF9AE}" pid="3" name="KSOProductBuildVer">
    <vt:lpwstr>1033-11.2.0.11440</vt:lpwstr>
  </property>
</Properties>
</file>