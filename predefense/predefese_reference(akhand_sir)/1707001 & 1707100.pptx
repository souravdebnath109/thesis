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media/image3.jpg" ContentType="image/unknown"/>
  <Override PartName="/ppt/media/image6.jpg" ContentType="image/unknown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40"/>
  </p:notesMasterIdLst>
  <p:sldIdLst>
    <p:sldId id="256" r:id="rId4"/>
    <p:sldId id="257" r:id="rId5"/>
    <p:sldId id="259" r:id="rId6"/>
    <p:sldId id="258" r:id="rId7"/>
    <p:sldId id="290" r:id="rId8"/>
    <p:sldId id="260" r:id="rId9"/>
    <p:sldId id="262" r:id="rId10"/>
    <p:sldId id="288" r:id="rId11"/>
    <p:sldId id="309" r:id="rId12"/>
    <p:sldId id="261" r:id="rId13"/>
    <p:sldId id="275" r:id="rId14"/>
    <p:sldId id="295" r:id="rId15"/>
    <p:sldId id="289" r:id="rId16"/>
    <p:sldId id="276" r:id="rId17"/>
    <p:sldId id="263" r:id="rId18"/>
    <p:sldId id="268" r:id="rId19"/>
    <p:sldId id="269" r:id="rId20"/>
    <p:sldId id="271" r:id="rId21"/>
    <p:sldId id="272" r:id="rId22"/>
    <p:sldId id="274" r:id="rId23"/>
    <p:sldId id="273" r:id="rId24"/>
    <p:sldId id="310" r:id="rId25"/>
    <p:sldId id="270" r:id="rId26"/>
    <p:sldId id="277" r:id="rId27"/>
    <p:sldId id="279" r:id="rId28"/>
    <p:sldId id="302" r:id="rId29"/>
    <p:sldId id="301" r:id="rId30"/>
    <p:sldId id="281" r:id="rId31"/>
    <p:sldId id="280" r:id="rId32"/>
    <p:sldId id="282" r:id="rId33"/>
    <p:sldId id="311" r:id="rId34"/>
    <p:sldId id="284" r:id="rId35"/>
    <p:sldId id="285" r:id="rId36"/>
    <p:sldId id="312" r:id="rId37"/>
    <p:sldId id="283" r:id="rId38"/>
    <p:sldId id="31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" userDrawn="1">
          <p15:clr>
            <a:srgbClr val="A4A3A4"/>
          </p15:clr>
        </p15:guide>
        <p15:guide id="2" pos="7416" userDrawn="1">
          <p15:clr>
            <a:srgbClr val="A4A3A4"/>
          </p15:clr>
        </p15:guide>
        <p15:guide id="3" orient="horz" pos="4032" userDrawn="1">
          <p15:clr>
            <a:srgbClr val="A4A3A4"/>
          </p15:clr>
        </p15:guide>
        <p15:guide id="4" orient="horz" pos="288" userDrawn="1">
          <p15:clr>
            <a:srgbClr val="A4A3A4"/>
          </p15:clr>
        </p15:guide>
        <p15:guide id="5" orient="horz" pos="840" userDrawn="1">
          <p15:clr>
            <a:srgbClr val="A4A3A4"/>
          </p15:clr>
        </p15:guide>
        <p15:guide id="6" orient="horz" pos="1080" userDrawn="1">
          <p15:clr>
            <a:srgbClr val="A4A3A4"/>
          </p15:clr>
        </p15:guide>
        <p15:guide id="7" orient="horz" pos="3840" userDrawn="1">
          <p15:clr>
            <a:srgbClr val="A4A3A4"/>
          </p15:clr>
        </p15:guide>
        <p15:guide id="8" pos="3648" userDrawn="1">
          <p15:clr>
            <a:srgbClr val="A4A3A4"/>
          </p15:clr>
        </p15:guide>
        <p15:guide id="9" pos="51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1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283"/>
      </p:cViewPr>
      <p:guideLst>
        <p:guide pos="288"/>
        <p:guide pos="7416"/>
        <p:guide orient="horz" pos="4032"/>
        <p:guide orient="horz" pos="288"/>
        <p:guide orient="horz" pos="840"/>
        <p:guide orient="horz" pos="1080"/>
        <p:guide orient="horz" pos="3840"/>
        <p:guide pos="3648"/>
        <p:guide pos="51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loss1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Sheet1!$A$2:$A$229</c:f>
              <c:numCache>
                <c:formatCode>General</c:formatCode>
                <c:ptCount val="2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</c:numCache>
            </c:numRef>
          </c:xVal>
          <c:yVal>
            <c:numRef>
              <c:f>Sheet1!$B$2:$B$229</c:f>
              <c:numCache>
                <c:formatCode>General</c:formatCode>
                <c:ptCount val="228"/>
                <c:pt idx="0">
                  <c:v>0.89776318886491502</c:v>
                </c:pt>
                <c:pt idx="1">
                  <c:v>0.608421659482135</c:v>
                </c:pt>
                <c:pt idx="2">
                  <c:v>0.48698656068315399</c:v>
                </c:pt>
                <c:pt idx="3">
                  <c:v>0.41723188937635403</c:v>
                </c:pt>
                <c:pt idx="4">
                  <c:v>0.37131289836277998</c:v>
                </c:pt>
                <c:pt idx="5">
                  <c:v>0.332090887512629</c:v>
                </c:pt>
                <c:pt idx="6">
                  <c:v>0.29293598995091502</c:v>
                </c:pt>
                <c:pt idx="7">
                  <c:v>0.25912015108856801</c:v>
                </c:pt>
                <c:pt idx="8">
                  <c:v>0.23303072715727499</c:v>
                </c:pt>
                <c:pt idx="9">
                  <c:v>0.212379731327277</c:v>
                </c:pt>
                <c:pt idx="10">
                  <c:v>0.19433251803243801</c:v>
                </c:pt>
                <c:pt idx="11">
                  <c:v>0.17903023230600601</c:v>
                </c:pt>
                <c:pt idx="12">
                  <c:v>0.16468464409797101</c:v>
                </c:pt>
                <c:pt idx="13">
                  <c:v>0.15145155077851999</c:v>
                </c:pt>
                <c:pt idx="14">
                  <c:v>0.13990093993814201</c:v>
                </c:pt>
                <c:pt idx="15">
                  <c:v>0.130754973915155</c:v>
                </c:pt>
                <c:pt idx="16">
                  <c:v>0.12167796021992899</c:v>
                </c:pt>
                <c:pt idx="17">
                  <c:v>0.11336029810248301</c:v>
                </c:pt>
                <c:pt idx="18">
                  <c:v>0.107427381122006</c:v>
                </c:pt>
                <c:pt idx="19">
                  <c:v>9.9202136535103597E-2</c:v>
                </c:pt>
                <c:pt idx="20">
                  <c:v>9.3828342186540806E-2</c:v>
                </c:pt>
                <c:pt idx="21">
                  <c:v>8.8675372714562703E-2</c:v>
                </c:pt>
                <c:pt idx="22">
                  <c:v>8.3123785688963295E-2</c:v>
                </c:pt>
                <c:pt idx="23">
                  <c:v>8.0226762974663302E-2</c:v>
                </c:pt>
                <c:pt idx="24">
                  <c:v>7.4757226645243993E-2</c:v>
                </c:pt>
                <c:pt idx="25">
                  <c:v>7.05460733194061E-2</c:v>
                </c:pt>
                <c:pt idx="26">
                  <c:v>6.7105164851345794E-2</c:v>
                </c:pt>
                <c:pt idx="27">
                  <c:v>6.4010460685000395E-2</c:v>
                </c:pt>
                <c:pt idx="28">
                  <c:v>6.0860442671861997E-2</c:v>
                </c:pt>
                <c:pt idx="29">
                  <c:v>5.8706511830818799E-2</c:v>
                </c:pt>
                <c:pt idx="30">
                  <c:v>5.5198654783707897E-2</c:v>
                </c:pt>
                <c:pt idx="31">
                  <c:v>5.24047011581227E-2</c:v>
                </c:pt>
                <c:pt idx="32">
                  <c:v>4.9425081214680103E-2</c:v>
                </c:pt>
                <c:pt idx="33">
                  <c:v>4.6981690389719298E-2</c:v>
                </c:pt>
                <c:pt idx="34">
                  <c:v>4.5387814320758502E-2</c:v>
                </c:pt>
                <c:pt idx="35">
                  <c:v>4.33782063619092E-2</c:v>
                </c:pt>
                <c:pt idx="36">
                  <c:v>4.1659317733317401E-2</c:v>
                </c:pt>
                <c:pt idx="37">
                  <c:v>4.0233820314544803E-2</c:v>
                </c:pt>
                <c:pt idx="38">
                  <c:v>3.7479725990827099E-2</c:v>
                </c:pt>
                <c:pt idx="39">
                  <c:v>3.60511420333448E-2</c:v>
                </c:pt>
                <c:pt idx="40">
                  <c:v>3.5183936068564702E-2</c:v>
                </c:pt>
                <c:pt idx="41">
                  <c:v>3.3618838181776502E-2</c:v>
                </c:pt>
                <c:pt idx="42">
                  <c:v>3.2272362999053401E-2</c:v>
                </c:pt>
                <c:pt idx="43">
                  <c:v>3.1909214062184603E-2</c:v>
                </c:pt>
                <c:pt idx="44">
                  <c:v>2.9860771109438699E-2</c:v>
                </c:pt>
                <c:pt idx="45">
                  <c:v>2.8766615214660798E-2</c:v>
                </c:pt>
                <c:pt idx="46">
                  <c:v>2.7694518075968001E-2</c:v>
                </c:pt>
                <c:pt idx="47">
                  <c:v>2.6769999947467701E-2</c:v>
                </c:pt>
                <c:pt idx="48">
                  <c:v>2.5884718288969301E-2</c:v>
                </c:pt>
                <c:pt idx="49">
                  <c:v>2.4589627100151699E-2</c:v>
                </c:pt>
                <c:pt idx="50">
                  <c:v>2.3611467587440298E-2</c:v>
                </c:pt>
                <c:pt idx="51">
                  <c:v>2.27491801608075E-2</c:v>
                </c:pt>
                <c:pt idx="52">
                  <c:v>2.1984134237548799E-2</c:v>
                </c:pt>
                <c:pt idx="53">
                  <c:v>2.1263214697240001E-2</c:v>
                </c:pt>
                <c:pt idx="54">
                  <c:v>2.0663054348077699E-2</c:v>
                </c:pt>
                <c:pt idx="55">
                  <c:v>1.9990672884541202E-2</c:v>
                </c:pt>
                <c:pt idx="56">
                  <c:v>1.9028068312800201E-2</c:v>
                </c:pt>
                <c:pt idx="57">
                  <c:v>1.8384523308468698E-2</c:v>
                </c:pt>
                <c:pt idx="58">
                  <c:v>1.8078058277599399E-2</c:v>
                </c:pt>
                <c:pt idx="59">
                  <c:v>1.7304259298617699E-2</c:v>
                </c:pt>
                <c:pt idx="60">
                  <c:v>1.6659045859624601E-2</c:v>
                </c:pt>
                <c:pt idx="61">
                  <c:v>1.6195498372448099E-2</c:v>
                </c:pt>
                <c:pt idx="62">
                  <c:v>1.5742080216294699E-2</c:v>
                </c:pt>
                <c:pt idx="63">
                  <c:v>1.56557722945211E-2</c:v>
                </c:pt>
                <c:pt idx="64">
                  <c:v>1.4871493478451301E-2</c:v>
                </c:pt>
                <c:pt idx="65">
                  <c:v>1.45638618765687E-2</c:v>
                </c:pt>
                <c:pt idx="66">
                  <c:v>1.40336743723947E-2</c:v>
                </c:pt>
                <c:pt idx="67">
                  <c:v>1.3645626640154901E-2</c:v>
                </c:pt>
                <c:pt idx="68">
                  <c:v>1.33022590462018E-2</c:v>
                </c:pt>
                <c:pt idx="69">
                  <c:v>1.29796436403876E-2</c:v>
                </c:pt>
                <c:pt idx="70">
                  <c:v>1.26674145124776E-2</c:v>
                </c:pt>
                <c:pt idx="71">
                  <c:v>1.2371879308223199E-2</c:v>
                </c:pt>
                <c:pt idx="72">
                  <c:v>1.2089050780921999E-2</c:v>
                </c:pt>
                <c:pt idx="73">
                  <c:v>1.18005296362715E-2</c:v>
                </c:pt>
                <c:pt idx="74">
                  <c:v>1.15570670579732E-2</c:v>
                </c:pt>
                <c:pt idx="75">
                  <c:v>1.12953043246488E-2</c:v>
                </c:pt>
                <c:pt idx="76">
                  <c:v>1.10611770066293E-2</c:v>
                </c:pt>
                <c:pt idx="77">
                  <c:v>1.08239881120392E-2</c:v>
                </c:pt>
                <c:pt idx="78">
                  <c:v>1.06094306170088E-2</c:v>
                </c:pt>
                <c:pt idx="79">
                  <c:v>1.03839695511205E-2</c:v>
                </c:pt>
                <c:pt idx="80">
                  <c:v>1.0178056797758701E-2</c:v>
                </c:pt>
                <c:pt idx="81">
                  <c:v>9.9914686309351495E-3</c:v>
                </c:pt>
                <c:pt idx="82">
                  <c:v>9.7879731748746895E-3</c:v>
                </c:pt>
                <c:pt idx="83">
                  <c:v>9.5934402469217001E-3</c:v>
                </c:pt>
                <c:pt idx="84">
                  <c:v>9.4842753252295606E-3</c:v>
                </c:pt>
                <c:pt idx="85">
                  <c:v>9.2686910253729094E-3</c:v>
                </c:pt>
                <c:pt idx="86">
                  <c:v>9.0848036024342906E-3</c:v>
                </c:pt>
                <c:pt idx="87">
                  <c:v>8.9212100137353693E-3</c:v>
                </c:pt>
                <c:pt idx="88">
                  <c:v>8.7778775102321498E-3</c:v>
                </c:pt>
                <c:pt idx="89">
                  <c:v>8.6514169727113892E-3</c:v>
                </c:pt>
                <c:pt idx="90">
                  <c:v>8.4683380581017705E-3</c:v>
                </c:pt>
                <c:pt idx="91">
                  <c:v>8.3366057625141807E-3</c:v>
                </c:pt>
                <c:pt idx="92">
                  <c:v>8.2011915125615002E-3</c:v>
                </c:pt>
                <c:pt idx="93">
                  <c:v>8.0657375651956107E-3</c:v>
                </c:pt>
                <c:pt idx="94">
                  <c:v>7.9441923625084999E-3</c:v>
                </c:pt>
                <c:pt idx="95">
                  <c:v>7.8470875256753097E-3</c:v>
                </c:pt>
                <c:pt idx="96">
                  <c:v>7.7397121915159699E-3</c:v>
                </c:pt>
                <c:pt idx="97">
                  <c:v>7.58685027734835E-3</c:v>
                </c:pt>
                <c:pt idx="98">
                  <c:v>7.46977979386891E-3</c:v>
                </c:pt>
                <c:pt idx="99">
                  <c:v>7.3653610958432604E-3</c:v>
                </c:pt>
                <c:pt idx="100">
                  <c:v>7.3017861574487097E-3</c:v>
                </c:pt>
                <c:pt idx="101">
                  <c:v>7.16027415312808E-3</c:v>
                </c:pt>
                <c:pt idx="102">
                  <c:v>7.0412962727412999E-3</c:v>
                </c:pt>
                <c:pt idx="103">
                  <c:v>6.9380009982375097E-3</c:v>
                </c:pt>
                <c:pt idx="104">
                  <c:v>6.8446186348067603E-3</c:v>
                </c:pt>
                <c:pt idx="105">
                  <c:v>6.7656134942048699E-3</c:v>
                </c:pt>
                <c:pt idx="106">
                  <c:v>6.6740256390157701E-3</c:v>
                </c:pt>
                <c:pt idx="107">
                  <c:v>6.5876931705442197E-3</c:v>
                </c:pt>
                <c:pt idx="108">
                  <c:v>6.5220844139818202E-3</c:v>
                </c:pt>
                <c:pt idx="109">
                  <c:v>6.4333281005536603E-3</c:v>
                </c:pt>
                <c:pt idx="110">
                  <c:v>6.3446690975445799E-3</c:v>
                </c:pt>
                <c:pt idx="111">
                  <c:v>6.2732454239897897E-3</c:v>
                </c:pt>
                <c:pt idx="112">
                  <c:v>6.1968501533556097E-3</c:v>
                </c:pt>
                <c:pt idx="113">
                  <c:v>6.1286314919500604E-3</c:v>
                </c:pt>
                <c:pt idx="114">
                  <c:v>6.0572191195013697E-3</c:v>
                </c:pt>
                <c:pt idx="115">
                  <c:v>5.9893329226988401E-3</c:v>
                </c:pt>
                <c:pt idx="116">
                  <c:v>5.9278377999931603E-3</c:v>
                </c:pt>
                <c:pt idx="117">
                  <c:v>5.8585242822162603E-3</c:v>
                </c:pt>
                <c:pt idx="118">
                  <c:v>5.8051939076331199E-3</c:v>
                </c:pt>
                <c:pt idx="119">
                  <c:v>5.7412026825340596E-3</c:v>
                </c:pt>
                <c:pt idx="120">
                  <c:v>5.6761881078011703E-3</c:v>
                </c:pt>
                <c:pt idx="121">
                  <c:v>5.6164610587848196E-3</c:v>
                </c:pt>
                <c:pt idx="122">
                  <c:v>5.5630753507148302E-3</c:v>
                </c:pt>
                <c:pt idx="123">
                  <c:v>5.5085794355173301E-3</c:v>
                </c:pt>
                <c:pt idx="124">
                  <c:v>5.4571494772434398E-3</c:v>
                </c:pt>
                <c:pt idx="125">
                  <c:v>5.4054928746556097E-3</c:v>
                </c:pt>
                <c:pt idx="126">
                  <c:v>5.3572309646458599E-3</c:v>
                </c:pt>
                <c:pt idx="127">
                  <c:v>5.30583824623418E-3</c:v>
                </c:pt>
                <c:pt idx="128">
                  <c:v>5.2521014242296899E-3</c:v>
                </c:pt>
                <c:pt idx="129">
                  <c:v>5.2099631571487703E-3</c:v>
                </c:pt>
                <c:pt idx="130">
                  <c:v>5.1653074694099502E-3</c:v>
                </c:pt>
                <c:pt idx="131">
                  <c:v>5.1191595440809503E-3</c:v>
                </c:pt>
                <c:pt idx="132">
                  <c:v>5.0765960729254201E-3</c:v>
                </c:pt>
                <c:pt idx="133">
                  <c:v>5.0371289000849502E-3</c:v>
                </c:pt>
                <c:pt idx="134">
                  <c:v>4.9938911458632003E-3</c:v>
                </c:pt>
                <c:pt idx="135">
                  <c:v>4.95708694215678E-3</c:v>
                </c:pt>
                <c:pt idx="136">
                  <c:v>4.9168555806517102E-3</c:v>
                </c:pt>
                <c:pt idx="137">
                  <c:v>4.8797539888436299E-3</c:v>
                </c:pt>
                <c:pt idx="138">
                  <c:v>4.8455801443329201E-3</c:v>
                </c:pt>
                <c:pt idx="139">
                  <c:v>4.8092796790228896E-3</c:v>
                </c:pt>
                <c:pt idx="140">
                  <c:v>4.7737193304072103E-3</c:v>
                </c:pt>
                <c:pt idx="141">
                  <c:v>4.7399138109201098E-3</c:v>
                </c:pt>
                <c:pt idx="142">
                  <c:v>4.7075864620482197E-3</c:v>
                </c:pt>
                <c:pt idx="143">
                  <c:v>4.7061655950491801E-3</c:v>
                </c:pt>
                <c:pt idx="144">
                  <c:v>4.6462439533201602E-3</c:v>
                </c:pt>
                <c:pt idx="145">
                  <c:v>4.6196092746635699E-3</c:v>
                </c:pt>
                <c:pt idx="146">
                  <c:v>4.5840069266611496E-3</c:v>
                </c:pt>
                <c:pt idx="147">
                  <c:v>4.5559156080272204E-3</c:v>
                </c:pt>
                <c:pt idx="148">
                  <c:v>4.5276498232209904E-3</c:v>
                </c:pt>
                <c:pt idx="149">
                  <c:v>4.5022903742141102E-3</c:v>
                </c:pt>
                <c:pt idx="150">
                  <c:v>4.4746638699114999E-3</c:v>
                </c:pt>
                <c:pt idx="151">
                  <c:v>4.4459506782644998E-3</c:v>
                </c:pt>
                <c:pt idx="152">
                  <c:v>4.4199866292115803E-3</c:v>
                </c:pt>
                <c:pt idx="153">
                  <c:v>4.3947471365894204E-3</c:v>
                </c:pt>
                <c:pt idx="154">
                  <c:v>4.3687814641349097E-3</c:v>
                </c:pt>
                <c:pt idx="155">
                  <c:v>4.34708798893387E-3</c:v>
                </c:pt>
                <c:pt idx="156">
                  <c:v>4.3211843575775002E-3</c:v>
                </c:pt>
                <c:pt idx="157">
                  <c:v>4.29765251269778E-3</c:v>
                </c:pt>
                <c:pt idx="158">
                  <c:v>4.2740667468578603E-3</c:v>
                </c:pt>
                <c:pt idx="159">
                  <c:v>4.2518162954610101E-3</c:v>
                </c:pt>
                <c:pt idx="160">
                  <c:v>4.2291512993274999E-3</c:v>
                </c:pt>
                <c:pt idx="161">
                  <c:v>4.2222594174395403E-3</c:v>
                </c:pt>
                <c:pt idx="162">
                  <c:v>4.2048343617326301E-3</c:v>
                </c:pt>
                <c:pt idx="163">
                  <c:v>4.1630822701156202E-3</c:v>
                </c:pt>
                <c:pt idx="164">
                  <c:v>4.1391214527802204E-3</c:v>
                </c:pt>
                <c:pt idx="165">
                  <c:v>4.1161399174908997E-3</c:v>
                </c:pt>
                <c:pt idx="166">
                  <c:v>4.0911600690776498E-3</c:v>
                </c:pt>
                <c:pt idx="167">
                  <c:v>4.067666487071E-3</c:v>
                </c:pt>
                <c:pt idx="168">
                  <c:v>4.0401701803487898E-3</c:v>
                </c:pt>
                <c:pt idx="169">
                  <c:v>4.0108611863142003E-3</c:v>
                </c:pt>
                <c:pt idx="170">
                  <c:v>3.9857177453182296E-3</c:v>
                </c:pt>
                <c:pt idx="171">
                  <c:v>3.96040391209078E-3</c:v>
                </c:pt>
                <c:pt idx="172">
                  <c:v>3.90502399937001E-3</c:v>
                </c:pt>
                <c:pt idx="173">
                  <c:v>3.8774551484646001E-3</c:v>
                </c:pt>
                <c:pt idx="174">
                  <c:v>3.8021556748199302E-3</c:v>
                </c:pt>
                <c:pt idx="175">
                  <c:v>3.7308122754700301E-3</c:v>
                </c:pt>
                <c:pt idx="176">
                  <c:v>3.6541889758967198E-3</c:v>
                </c:pt>
                <c:pt idx="177">
                  <c:v>3.5537695908902499E-3</c:v>
                </c:pt>
                <c:pt idx="178">
                  <c:v>3.4530151710228502E-3</c:v>
                </c:pt>
                <c:pt idx="179">
                  <c:v>3.34904990252373E-3</c:v>
                </c:pt>
                <c:pt idx="180">
                  <c:v>3.25781262064206E-3</c:v>
                </c:pt>
                <c:pt idx="181">
                  <c:v>3.1942546803527699E-3</c:v>
                </c:pt>
                <c:pt idx="182">
                  <c:v>3.1048495201985598E-3</c:v>
                </c:pt>
                <c:pt idx="183">
                  <c:v>3.05127098156871E-3</c:v>
                </c:pt>
                <c:pt idx="184">
                  <c:v>2.9944855943607302E-3</c:v>
                </c:pt>
                <c:pt idx="185">
                  <c:v>2.9554023948353001E-3</c:v>
                </c:pt>
                <c:pt idx="186">
                  <c:v>2.9211719851922999E-3</c:v>
                </c:pt>
                <c:pt idx="187">
                  <c:v>2.8844426357247598E-3</c:v>
                </c:pt>
                <c:pt idx="188">
                  <c:v>2.8575699485412802E-3</c:v>
                </c:pt>
                <c:pt idx="189">
                  <c:v>2.8320047505398498E-3</c:v>
                </c:pt>
                <c:pt idx="190">
                  <c:v>2.8063465316613399E-3</c:v>
                </c:pt>
                <c:pt idx="191">
                  <c:v>2.78299993050494E-3</c:v>
                </c:pt>
                <c:pt idx="192">
                  <c:v>2.7617079655422498E-3</c:v>
                </c:pt>
                <c:pt idx="193">
                  <c:v>2.74191726384742E-3</c:v>
                </c:pt>
                <c:pt idx="194">
                  <c:v>2.7237426591186198E-3</c:v>
                </c:pt>
                <c:pt idx="195">
                  <c:v>2.7051463131201499E-3</c:v>
                </c:pt>
                <c:pt idx="196">
                  <c:v>2.6876766116424298E-3</c:v>
                </c:pt>
                <c:pt idx="197">
                  <c:v>2.6724666484986802E-3</c:v>
                </c:pt>
                <c:pt idx="198">
                  <c:v>2.65624326578101E-3</c:v>
                </c:pt>
                <c:pt idx="199">
                  <c:v>2.6413183380734001E-3</c:v>
                </c:pt>
                <c:pt idx="200">
                  <c:v>2.6263209037349399E-3</c:v>
                </c:pt>
                <c:pt idx="201">
                  <c:v>2.61281399870521E-3</c:v>
                </c:pt>
                <c:pt idx="202">
                  <c:v>2.5988590229215499E-3</c:v>
                </c:pt>
                <c:pt idx="203">
                  <c:v>2.5887014597171E-3</c:v>
                </c:pt>
                <c:pt idx="204">
                  <c:v>2.5739628915282401E-3</c:v>
                </c:pt>
                <c:pt idx="205">
                  <c:v>2.5597034654913798E-3</c:v>
                </c:pt>
                <c:pt idx="206">
                  <c:v>2.54684548745818E-3</c:v>
                </c:pt>
                <c:pt idx="207">
                  <c:v>2.53581969770534E-3</c:v>
                </c:pt>
                <c:pt idx="208">
                  <c:v>2.5249572770755999E-3</c:v>
                </c:pt>
                <c:pt idx="209">
                  <c:v>2.5130316801397498E-3</c:v>
                </c:pt>
                <c:pt idx="210">
                  <c:v>2.5028902906543702E-3</c:v>
                </c:pt>
                <c:pt idx="211">
                  <c:v>2.61040254900172E-2</c:v>
                </c:pt>
                <c:pt idx="212">
                  <c:v>2.4509548387212799E-2</c:v>
                </c:pt>
                <c:pt idx="213">
                  <c:v>6.8169369517929604E-3</c:v>
                </c:pt>
                <c:pt idx="214">
                  <c:v>2.9332443541529901E-3</c:v>
                </c:pt>
                <c:pt idx="215">
                  <c:v>2.7294287526379501E-3</c:v>
                </c:pt>
                <c:pt idx="216">
                  <c:v>2.6831078586652601E-3</c:v>
                </c:pt>
                <c:pt idx="217">
                  <c:v>2.65284640175856E-3</c:v>
                </c:pt>
                <c:pt idx="218">
                  <c:v>2.63087288940449E-3</c:v>
                </c:pt>
                <c:pt idx="219">
                  <c:v>2.6115965752927699E-3</c:v>
                </c:pt>
                <c:pt idx="220">
                  <c:v>2.5945747919451098E-3</c:v>
                </c:pt>
                <c:pt idx="221">
                  <c:v>2.5797841098396598E-3</c:v>
                </c:pt>
                <c:pt idx="222">
                  <c:v>2.5663485407768699E-3</c:v>
                </c:pt>
                <c:pt idx="223">
                  <c:v>2.5539866186930901E-3</c:v>
                </c:pt>
                <c:pt idx="224">
                  <c:v>2.54213604725765E-3</c:v>
                </c:pt>
                <c:pt idx="225">
                  <c:v>2.53120221791534E-3</c:v>
                </c:pt>
                <c:pt idx="226">
                  <c:v>2.5208996160478599E-3</c:v>
                </c:pt>
                <c:pt idx="227">
                  <c:v>2.5121123741642598E-3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B81-4243-BC8A-79E8270658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44103248"/>
        <c:axId val="1844104080"/>
      </c:scatterChart>
      <c:valAx>
        <c:axId val="18441032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epochs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104080"/>
        <c:crosses val="autoZero"/>
        <c:crossBetween val="midCat"/>
      </c:valAx>
      <c:valAx>
        <c:axId val="184410408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1032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1741032191969987"/>
          <c:y val="0.13277131071013196"/>
          <c:w val="0.14533636214136833"/>
          <c:h val="7.54728816340280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loss2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Sheet1!$A$2:$A$229</c:f>
              <c:numCache>
                <c:formatCode>General</c:formatCode>
                <c:ptCount val="2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</c:numCache>
            </c:numRef>
          </c:xVal>
          <c:yVal>
            <c:numRef>
              <c:f>Sheet1!$C$2:$C$229</c:f>
              <c:numCache>
                <c:formatCode>General</c:formatCode>
                <c:ptCount val="228"/>
                <c:pt idx="0">
                  <c:v>0.69551169470122798</c:v>
                </c:pt>
                <c:pt idx="1">
                  <c:v>0.55516161853368395</c:v>
                </c:pt>
                <c:pt idx="2">
                  <c:v>0.48283431116724201</c:v>
                </c:pt>
                <c:pt idx="3">
                  <c:v>0.42725779291375299</c:v>
                </c:pt>
                <c:pt idx="4">
                  <c:v>0.38023363910970198</c:v>
                </c:pt>
                <c:pt idx="5">
                  <c:v>0.34080664927111998</c:v>
                </c:pt>
                <c:pt idx="6">
                  <c:v>0.30944374396922297</c:v>
                </c:pt>
                <c:pt idx="7">
                  <c:v>0.28310979672307202</c:v>
                </c:pt>
                <c:pt idx="8">
                  <c:v>0.25932568399588801</c:v>
                </c:pt>
                <c:pt idx="9">
                  <c:v>0.23787596150370099</c:v>
                </c:pt>
                <c:pt idx="10">
                  <c:v>0.21804000406542201</c:v>
                </c:pt>
                <c:pt idx="11">
                  <c:v>0.20142596548208</c:v>
                </c:pt>
                <c:pt idx="12">
                  <c:v>0.186281442510673</c:v>
                </c:pt>
                <c:pt idx="13">
                  <c:v>0.17403176144143001</c:v>
                </c:pt>
                <c:pt idx="14">
                  <c:v>0.16161913222267499</c:v>
                </c:pt>
                <c:pt idx="15">
                  <c:v>0.15149352292427301</c:v>
                </c:pt>
                <c:pt idx="16">
                  <c:v>0.14139927128812901</c:v>
                </c:pt>
                <c:pt idx="17">
                  <c:v>0.13297143458602101</c:v>
                </c:pt>
                <c:pt idx="18">
                  <c:v>0.12541185430400301</c:v>
                </c:pt>
                <c:pt idx="19">
                  <c:v>0.11972275812562901</c:v>
                </c:pt>
                <c:pt idx="20">
                  <c:v>0.111639399865627</c:v>
                </c:pt>
                <c:pt idx="21">
                  <c:v>0.10565581743416901</c:v>
                </c:pt>
                <c:pt idx="22">
                  <c:v>0.100247529372858</c:v>
                </c:pt>
                <c:pt idx="23">
                  <c:v>9.5410746879014699E-2</c:v>
                </c:pt>
                <c:pt idx="24">
                  <c:v>9.0931697531729402E-2</c:v>
                </c:pt>
                <c:pt idx="25">
                  <c:v>8.6866420282836102E-2</c:v>
                </c:pt>
                <c:pt idx="26">
                  <c:v>8.3062676541199601E-2</c:v>
                </c:pt>
                <c:pt idx="27">
                  <c:v>7.9379734152720899E-2</c:v>
                </c:pt>
                <c:pt idx="28">
                  <c:v>7.5771531606900394E-2</c:v>
                </c:pt>
                <c:pt idx="29">
                  <c:v>7.2597184463962794E-2</c:v>
                </c:pt>
                <c:pt idx="30">
                  <c:v>6.9656706233953994E-2</c:v>
                </c:pt>
                <c:pt idx="31">
                  <c:v>6.6907980452770299E-2</c:v>
                </c:pt>
                <c:pt idx="32">
                  <c:v>6.4353383305620904E-2</c:v>
                </c:pt>
                <c:pt idx="33">
                  <c:v>6.1917691166178797E-2</c:v>
                </c:pt>
                <c:pt idx="34">
                  <c:v>5.96496982899197E-2</c:v>
                </c:pt>
                <c:pt idx="35">
                  <c:v>5.74198176346115E-2</c:v>
                </c:pt>
                <c:pt idx="36">
                  <c:v>5.5311455538706297E-2</c:v>
                </c:pt>
                <c:pt idx="37">
                  <c:v>5.3194332625578697E-2</c:v>
                </c:pt>
                <c:pt idx="38">
                  <c:v>5.1299107630759302E-2</c:v>
                </c:pt>
                <c:pt idx="39">
                  <c:v>4.9558884480915E-2</c:v>
                </c:pt>
                <c:pt idx="40">
                  <c:v>4.7953290940351098E-2</c:v>
                </c:pt>
                <c:pt idx="41">
                  <c:v>4.6381829318373501E-2</c:v>
                </c:pt>
                <c:pt idx="42">
                  <c:v>4.4924124966126799E-2</c:v>
                </c:pt>
                <c:pt idx="43">
                  <c:v>4.3507992034053498E-2</c:v>
                </c:pt>
                <c:pt idx="44">
                  <c:v>4.2015795126202897E-2</c:v>
                </c:pt>
                <c:pt idx="45">
                  <c:v>4.0571507256610198E-2</c:v>
                </c:pt>
                <c:pt idx="46">
                  <c:v>3.9306536621339601E-2</c:v>
                </c:pt>
                <c:pt idx="47">
                  <c:v>3.8055821927087903E-2</c:v>
                </c:pt>
                <c:pt idx="48">
                  <c:v>3.6934752409527601E-2</c:v>
                </c:pt>
                <c:pt idx="49">
                  <c:v>3.5847862137239603E-2</c:v>
                </c:pt>
                <c:pt idx="50">
                  <c:v>3.48246709119715E-2</c:v>
                </c:pt>
                <c:pt idx="51">
                  <c:v>3.3841218021550497E-2</c:v>
                </c:pt>
                <c:pt idx="52">
                  <c:v>3.2906412098367498E-2</c:v>
                </c:pt>
                <c:pt idx="53">
                  <c:v>3.20178932520125E-2</c:v>
                </c:pt>
                <c:pt idx="54">
                  <c:v>3.1156766994338399E-2</c:v>
                </c:pt>
                <c:pt idx="55">
                  <c:v>3.0343445128028002E-2</c:v>
                </c:pt>
                <c:pt idx="56">
                  <c:v>2.9535687274286401E-2</c:v>
                </c:pt>
                <c:pt idx="57">
                  <c:v>2.8780285589064699E-2</c:v>
                </c:pt>
                <c:pt idx="58">
                  <c:v>2.8055987742216799E-2</c:v>
                </c:pt>
                <c:pt idx="59">
                  <c:v>2.7351297953404699E-2</c:v>
                </c:pt>
                <c:pt idx="60">
                  <c:v>2.6680646478742E-2</c:v>
                </c:pt>
                <c:pt idx="61">
                  <c:v>2.6031108963056299E-2</c:v>
                </c:pt>
                <c:pt idx="62">
                  <c:v>2.5407735038241501E-2</c:v>
                </c:pt>
                <c:pt idx="63">
                  <c:v>2.48014005312031E-2</c:v>
                </c:pt>
                <c:pt idx="64">
                  <c:v>2.4224255548073999E-2</c:v>
                </c:pt>
                <c:pt idx="65">
                  <c:v>2.36569341780953E-2</c:v>
                </c:pt>
                <c:pt idx="66">
                  <c:v>2.3117614679927699E-2</c:v>
                </c:pt>
                <c:pt idx="67">
                  <c:v>2.25936938299705E-2</c:v>
                </c:pt>
                <c:pt idx="68">
                  <c:v>2.2090573749681101E-2</c:v>
                </c:pt>
                <c:pt idx="69">
                  <c:v>2.15942154677062E-2</c:v>
                </c:pt>
                <c:pt idx="70">
                  <c:v>2.1110739468886999E-2</c:v>
                </c:pt>
                <c:pt idx="71">
                  <c:v>2.06481005832913E-2</c:v>
                </c:pt>
                <c:pt idx="72">
                  <c:v>2.0196676875784698E-2</c:v>
                </c:pt>
                <c:pt idx="73">
                  <c:v>1.9759490270692001E-2</c:v>
                </c:pt>
                <c:pt idx="74">
                  <c:v>1.9342709266520999E-2</c:v>
                </c:pt>
                <c:pt idx="75">
                  <c:v>1.8939915970218199E-2</c:v>
                </c:pt>
                <c:pt idx="76">
                  <c:v>1.8553774630082499E-2</c:v>
                </c:pt>
                <c:pt idx="77">
                  <c:v>1.81777419185651E-2</c:v>
                </c:pt>
                <c:pt idx="78">
                  <c:v>1.7812288764631101E-2</c:v>
                </c:pt>
                <c:pt idx="79">
                  <c:v>1.74620381393823E-2</c:v>
                </c:pt>
                <c:pt idx="80">
                  <c:v>1.7120989567095599E-2</c:v>
                </c:pt>
                <c:pt idx="81">
                  <c:v>1.6792303789831001E-2</c:v>
                </c:pt>
                <c:pt idx="82">
                  <c:v>1.6474359863745701E-2</c:v>
                </c:pt>
                <c:pt idx="83">
                  <c:v>1.6163493166060101E-2</c:v>
                </c:pt>
                <c:pt idx="84">
                  <c:v>1.5863331052238101E-2</c:v>
                </c:pt>
                <c:pt idx="85">
                  <c:v>1.5571588882898601E-2</c:v>
                </c:pt>
                <c:pt idx="86">
                  <c:v>1.5290511941133299E-2</c:v>
                </c:pt>
                <c:pt idx="87">
                  <c:v>1.50136692823515E-2</c:v>
                </c:pt>
                <c:pt idx="88">
                  <c:v>1.4748095983523E-2</c:v>
                </c:pt>
                <c:pt idx="89">
                  <c:v>1.4489379837376999E-2</c:v>
                </c:pt>
                <c:pt idx="90">
                  <c:v>1.42385901421637E-2</c:v>
                </c:pt>
                <c:pt idx="91">
                  <c:v>1.39826057381034E-2</c:v>
                </c:pt>
                <c:pt idx="92">
                  <c:v>1.3739227883191501E-2</c:v>
                </c:pt>
                <c:pt idx="93">
                  <c:v>1.34424373645185E-2</c:v>
                </c:pt>
                <c:pt idx="94">
                  <c:v>1.3070878866233799E-2</c:v>
                </c:pt>
                <c:pt idx="95">
                  <c:v>1.2424531632892101E-2</c:v>
                </c:pt>
                <c:pt idx="96">
                  <c:v>1.2187913669570999E-2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D1C-4D40-BA3E-8BAE28ABD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44103248"/>
        <c:axId val="1844104080"/>
      </c:scatterChart>
      <c:valAx>
        <c:axId val="18441032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epochs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104080"/>
        <c:crosses val="autoZero"/>
        <c:crossBetween val="midCat"/>
      </c:valAx>
      <c:valAx>
        <c:axId val="1844104080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1032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46480505654623039"/>
          <c:y val="0.13636734557566904"/>
          <c:w val="0.14533636214136833"/>
          <c:h val="7.54728816340280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loss3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Sheet1!$A$2:$A$229</c:f>
              <c:numCache>
                <c:formatCode>General</c:formatCode>
                <c:ptCount val="2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</c:numCache>
            </c:numRef>
          </c:xVal>
          <c:yVal>
            <c:numRef>
              <c:f>Sheet1!$D$2:$D$229</c:f>
              <c:numCache>
                <c:formatCode>General</c:formatCode>
                <c:ptCount val="228"/>
                <c:pt idx="0">
                  <c:v>0.87507191600000001</c:v>
                </c:pt>
                <c:pt idx="1">
                  <c:v>0.57966301799999997</c:v>
                </c:pt>
                <c:pt idx="2">
                  <c:v>0.46225508199999998</c:v>
                </c:pt>
                <c:pt idx="3">
                  <c:v>0.39390555399999999</c:v>
                </c:pt>
                <c:pt idx="4">
                  <c:v>0.346620712</c:v>
                </c:pt>
                <c:pt idx="5">
                  <c:v>0.30586346599999997</c:v>
                </c:pt>
                <c:pt idx="6">
                  <c:v>0.26456697299999998</c:v>
                </c:pt>
                <c:pt idx="7">
                  <c:v>0.23723040200000001</c:v>
                </c:pt>
                <c:pt idx="8">
                  <c:v>0.21439545900000001</c:v>
                </c:pt>
                <c:pt idx="9">
                  <c:v>0.19639833300000001</c:v>
                </c:pt>
                <c:pt idx="10">
                  <c:v>0.181490332</c:v>
                </c:pt>
                <c:pt idx="11">
                  <c:v>0.16622382799999999</c:v>
                </c:pt>
                <c:pt idx="12">
                  <c:v>0.15612784499999999</c:v>
                </c:pt>
                <c:pt idx="13">
                  <c:v>0.14342366400000001</c:v>
                </c:pt>
                <c:pt idx="14">
                  <c:v>0.13347725699999999</c:v>
                </c:pt>
                <c:pt idx="15">
                  <c:v>0.123521081</c:v>
                </c:pt>
                <c:pt idx="16">
                  <c:v>0.114144722</c:v>
                </c:pt>
                <c:pt idx="17">
                  <c:v>0.10830387499999999</c:v>
                </c:pt>
                <c:pt idx="18">
                  <c:v>0.10070146200000001</c:v>
                </c:pt>
                <c:pt idx="19">
                  <c:v>9.3127635E-2</c:v>
                </c:pt>
                <c:pt idx="20">
                  <c:v>8.6754330000000004E-2</c:v>
                </c:pt>
                <c:pt idx="21">
                  <c:v>8.1769316999999994E-2</c:v>
                </c:pt>
                <c:pt idx="22">
                  <c:v>7.6614142999999996E-2</c:v>
                </c:pt>
                <c:pt idx="23">
                  <c:v>7.2848950999999995E-2</c:v>
                </c:pt>
                <c:pt idx="24">
                  <c:v>6.8816878999999997E-2</c:v>
                </c:pt>
                <c:pt idx="25">
                  <c:v>6.5055381999999995E-2</c:v>
                </c:pt>
                <c:pt idx="26">
                  <c:v>6.0896525E-2</c:v>
                </c:pt>
                <c:pt idx="27">
                  <c:v>5.7537741000000003E-2</c:v>
                </c:pt>
                <c:pt idx="28">
                  <c:v>5.4842795E-2</c:v>
                </c:pt>
                <c:pt idx="29">
                  <c:v>5.1722236999999997E-2</c:v>
                </c:pt>
                <c:pt idx="30">
                  <c:v>4.8835007E-2</c:v>
                </c:pt>
                <c:pt idx="31">
                  <c:v>4.7019043000000003E-2</c:v>
                </c:pt>
                <c:pt idx="32">
                  <c:v>4.5991626000000001E-2</c:v>
                </c:pt>
                <c:pt idx="33">
                  <c:v>4.2448287000000001E-2</c:v>
                </c:pt>
                <c:pt idx="34">
                  <c:v>4.0200447E-2</c:v>
                </c:pt>
                <c:pt idx="35">
                  <c:v>3.9734975999999998E-2</c:v>
                </c:pt>
                <c:pt idx="36">
                  <c:v>3.7347379999999999E-2</c:v>
                </c:pt>
                <c:pt idx="37">
                  <c:v>3.5337207000000002E-2</c:v>
                </c:pt>
                <c:pt idx="38">
                  <c:v>3.4316496000000002E-2</c:v>
                </c:pt>
                <c:pt idx="39">
                  <c:v>3.2543390999999998E-2</c:v>
                </c:pt>
                <c:pt idx="40">
                  <c:v>3.1764603000000002E-2</c:v>
                </c:pt>
                <c:pt idx="41">
                  <c:v>3.0332135E-2</c:v>
                </c:pt>
                <c:pt idx="42">
                  <c:v>2.8771910000000001E-2</c:v>
                </c:pt>
                <c:pt idx="43">
                  <c:v>2.7559732999999999E-2</c:v>
                </c:pt>
                <c:pt idx="44">
                  <c:v>2.6063316999999999E-2</c:v>
                </c:pt>
                <c:pt idx="45">
                  <c:v>2.4992370999999999E-2</c:v>
                </c:pt>
                <c:pt idx="46">
                  <c:v>2.4265703E-2</c:v>
                </c:pt>
                <c:pt idx="47">
                  <c:v>2.3143917999999999E-2</c:v>
                </c:pt>
                <c:pt idx="48">
                  <c:v>2.2121645999999998E-2</c:v>
                </c:pt>
                <c:pt idx="49">
                  <c:v>2.1155454000000001E-2</c:v>
                </c:pt>
                <c:pt idx="50">
                  <c:v>2.0505664E-2</c:v>
                </c:pt>
                <c:pt idx="51">
                  <c:v>1.9646697000000001E-2</c:v>
                </c:pt>
                <c:pt idx="52">
                  <c:v>1.9054808999999999E-2</c:v>
                </c:pt>
                <c:pt idx="53">
                  <c:v>1.8767426E-2</c:v>
                </c:pt>
                <c:pt idx="54">
                  <c:v>1.7776948000000001E-2</c:v>
                </c:pt>
                <c:pt idx="55">
                  <c:v>1.7203130000000001E-2</c:v>
                </c:pt>
                <c:pt idx="56">
                  <c:v>1.6684088999999999E-2</c:v>
                </c:pt>
                <c:pt idx="57">
                  <c:v>1.6159219999999998E-2</c:v>
                </c:pt>
                <c:pt idx="58">
                  <c:v>1.5644302999999998E-2</c:v>
                </c:pt>
                <c:pt idx="59">
                  <c:v>1.5135648999999999E-2</c:v>
                </c:pt>
                <c:pt idx="60">
                  <c:v>1.4706535E-2</c:v>
                </c:pt>
                <c:pt idx="61">
                  <c:v>1.4357440000000001E-2</c:v>
                </c:pt>
                <c:pt idx="62">
                  <c:v>1.3873162E-2</c:v>
                </c:pt>
                <c:pt idx="63">
                  <c:v>1.3517354000000001E-2</c:v>
                </c:pt>
                <c:pt idx="64">
                  <c:v>1.3140297E-2</c:v>
                </c:pt>
                <c:pt idx="65">
                  <c:v>1.2793534000000001E-2</c:v>
                </c:pt>
                <c:pt idx="66">
                  <c:v>1.2499366E-2</c:v>
                </c:pt>
                <c:pt idx="67">
                  <c:v>1.2150012E-2</c:v>
                </c:pt>
                <c:pt idx="68">
                  <c:v>1.1838797E-2</c:v>
                </c:pt>
                <c:pt idx="69">
                  <c:v>1.1485367999999999E-2</c:v>
                </c:pt>
                <c:pt idx="70">
                  <c:v>1.1191102E-2</c:v>
                </c:pt>
                <c:pt idx="71">
                  <c:v>1.0959790000000001E-2</c:v>
                </c:pt>
                <c:pt idx="72">
                  <c:v>1.0670916000000001E-2</c:v>
                </c:pt>
                <c:pt idx="73">
                  <c:v>1.0438182000000001E-2</c:v>
                </c:pt>
                <c:pt idx="74">
                  <c:v>1.0293441E-2</c:v>
                </c:pt>
                <c:pt idx="75">
                  <c:v>9.9919220000000003E-3</c:v>
                </c:pt>
                <c:pt idx="76">
                  <c:v>9.7771890000000004E-3</c:v>
                </c:pt>
                <c:pt idx="77">
                  <c:v>9.6049489999999998E-3</c:v>
                </c:pt>
                <c:pt idx="78">
                  <c:v>9.3914489999999996E-3</c:v>
                </c:pt>
                <c:pt idx="79">
                  <c:v>9.2129859999999994E-3</c:v>
                </c:pt>
                <c:pt idx="80">
                  <c:v>9.0487859999999996E-3</c:v>
                </c:pt>
                <c:pt idx="81">
                  <c:v>8.8734829999999997E-3</c:v>
                </c:pt>
                <c:pt idx="82">
                  <c:v>8.694383E-3</c:v>
                </c:pt>
                <c:pt idx="83">
                  <c:v>8.5285320000000001E-3</c:v>
                </c:pt>
                <c:pt idx="84">
                  <c:v>8.3867969999999997E-3</c:v>
                </c:pt>
                <c:pt idx="85">
                  <c:v>8.2271199999999992E-3</c:v>
                </c:pt>
                <c:pt idx="86">
                  <c:v>8.0892140000000008E-3</c:v>
                </c:pt>
                <c:pt idx="87">
                  <c:v>7.9784049999999992E-3</c:v>
                </c:pt>
                <c:pt idx="88">
                  <c:v>7.8025960000000002E-3</c:v>
                </c:pt>
                <c:pt idx="89">
                  <c:v>7.6772840000000004E-3</c:v>
                </c:pt>
                <c:pt idx="90">
                  <c:v>7.5460149999999997E-3</c:v>
                </c:pt>
                <c:pt idx="91">
                  <c:v>7.4279680000000001E-3</c:v>
                </c:pt>
                <c:pt idx="92">
                  <c:v>7.3262199999999996E-3</c:v>
                </c:pt>
                <c:pt idx="93">
                  <c:v>7.1936719999999999E-3</c:v>
                </c:pt>
                <c:pt idx="94">
                  <c:v>7.0906770000000001E-3</c:v>
                </c:pt>
                <c:pt idx="95">
                  <c:v>6.9793490000000001E-3</c:v>
                </c:pt>
                <c:pt idx="96">
                  <c:v>6.8686989999999998E-3</c:v>
                </c:pt>
                <c:pt idx="97">
                  <c:v>6.7805749999999996E-3</c:v>
                </c:pt>
                <c:pt idx="98">
                  <c:v>6.6757220000000003E-3</c:v>
                </c:pt>
                <c:pt idx="99">
                  <c:v>6.5808300000000002E-3</c:v>
                </c:pt>
                <c:pt idx="100">
                  <c:v>6.4931950000000002E-3</c:v>
                </c:pt>
                <c:pt idx="101">
                  <c:v>6.4013189999999999E-3</c:v>
                </c:pt>
                <c:pt idx="102">
                  <c:v>6.3241520000000004E-3</c:v>
                </c:pt>
                <c:pt idx="103">
                  <c:v>6.2338070000000001E-3</c:v>
                </c:pt>
                <c:pt idx="104">
                  <c:v>6.1514930000000001E-3</c:v>
                </c:pt>
                <c:pt idx="105">
                  <c:v>6.0814119999999996E-3</c:v>
                </c:pt>
                <c:pt idx="106">
                  <c:v>6.0063750000000004E-3</c:v>
                </c:pt>
                <c:pt idx="107">
                  <c:v>5.9382849999999997E-3</c:v>
                </c:pt>
                <c:pt idx="108">
                  <c:v>5.863633E-3</c:v>
                </c:pt>
                <c:pt idx="109">
                  <c:v>5.7864659999999997E-3</c:v>
                </c:pt>
                <c:pt idx="110">
                  <c:v>5.7225590000000003E-3</c:v>
                </c:pt>
                <c:pt idx="111">
                  <c:v>5.6650759999999998E-3</c:v>
                </c:pt>
                <c:pt idx="112">
                  <c:v>5.5913459999999996E-3</c:v>
                </c:pt>
                <c:pt idx="113">
                  <c:v>5.5309959999999998E-3</c:v>
                </c:pt>
                <c:pt idx="114">
                  <c:v>5.4769809999999997E-3</c:v>
                </c:pt>
                <c:pt idx="115">
                  <c:v>5.4370080000000001E-3</c:v>
                </c:pt>
                <c:pt idx="116">
                  <c:v>5.3611700000000002E-3</c:v>
                </c:pt>
                <c:pt idx="117">
                  <c:v>5.3081999999999999E-3</c:v>
                </c:pt>
                <c:pt idx="118">
                  <c:v>5.2522269999999999E-3</c:v>
                </c:pt>
                <c:pt idx="119">
                  <c:v>5.2057309999999999E-3</c:v>
                </c:pt>
                <c:pt idx="120">
                  <c:v>5.1590359999999997E-3</c:v>
                </c:pt>
                <c:pt idx="121">
                  <c:v>5.1296290000000001E-3</c:v>
                </c:pt>
                <c:pt idx="122">
                  <c:v>5.0762450000000001E-3</c:v>
                </c:pt>
                <c:pt idx="123">
                  <c:v>5.0204680000000002E-3</c:v>
                </c:pt>
                <c:pt idx="124">
                  <c:v>4.976505E-3</c:v>
                </c:pt>
                <c:pt idx="125">
                  <c:v>4.9314629999999996E-3</c:v>
                </c:pt>
                <c:pt idx="126">
                  <c:v>4.8993439999999999E-3</c:v>
                </c:pt>
                <c:pt idx="127">
                  <c:v>4.8595699999999997E-3</c:v>
                </c:pt>
                <c:pt idx="128">
                  <c:v>4.8163859999999998E-3</c:v>
                </c:pt>
                <c:pt idx="129">
                  <c:v>4.7760570000000002E-3</c:v>
                </c:pt>
                <c:pt idx="130">
                  <c:v>4.74749E-3</c:v>
                </c:pt>
                <c:pt idx="131">
                  <c:v>4.7051760000000001E-3</c:v>
                </c:pt>
                <c:pt idx="132">
                  <c:v>4.6748129999999999E-3</c:v>
                </c:pt>
                <c:pt idx="133">
                  <c:v>4.6388699999999998E-3</c:v>
                </c:pt>
                <c:pt idx="134">
                  <c:v>4.6061009999999996E-3</c:v>
                </c:pt>
                <c:pt idx="135">
                  <c:v>4.5735430000000002E-3</c:v>
                </c:pt>
                <c:pt idx="136">
                  <c:v>4.543872E-3</c:v>
                </c:pt>
                <c:pt idx="137">
                  <c:v>4.5162099999999997E-3</c:v>
                </c:pt>
                <c:pt idx="138">
                  <c:v>4.4952899999999999E-3</c:v>
                </c:pt>
                <c:pt idx="139">
                  <c:v>4.4596669999999996E-3</c:v>
                </c:pt>
                <c:pt idx="140">
                  <c:v>4.4312889999999997E-3</c:v>
                </c:pt>
                <c:pt idx="141">
                  <c:v>4.4033880000000003E-3</c:v>
                </c:pt>
                <c:pt idx="142">
                  <c:v>4.3819820000000004E-3</c:v>
                </c:pt>
                <c:pt idx="143">
                  <c:v>4.3571130000000001E-3</c:v>
                </c:pt>
                <c:pt idx="144">
                  <c:v>4.328943E-3</c:v>
                </c:pt>
                <c:pt idx="145">
                  <c:v>4.3048280000000001E-3</c:v>
                </c:pt>
                <c:pt idx="146">
                  <c:v>4.2929780000000002E-3</c:v>
                </c:pt>
                <c:pt idx="147">
                  <c:v>4.2599270000000002E-3</c:v>
                </c:pt>
                <c:pt idx="148">
                  <c:v>4.2392819999999996E-3</c:v>
                </c:pt>
                <c:pt idx="149">
                  <c:v>4.2189580000000001E-3</c:v>
                </c:pt>
                <c:pt idx="150">
                  <c:v>4.1950970000000001E-3</c:v>
                </c:pt>
                <c:pt idx="151">
                  <c:v>4.1756329999999998E-3</c:v>
                </c:pt>
                <c:pt idx="152">
                  <c:v>4.1580000000000002E-3</c:v>
                </c:pt>
                <c:pt idx="153">
                  <c:v>4.1370779999999998E-3</c:v>
                </c:pt>
                <c:pt idx="154">
                  <c:v>4.1131060000000001E-3</c:v>
                </c:pt>
                <c:pt idx="155">
                  <c:v>4.1016539999999997E-3</c:v>
                </c:pt>
                <c:pt idx="156">
                  <c:v>4.0790569999999996E-3</c:v>
                </c:pt>
                <c:pt idx="157">
                  <c:v>4.0694499999999996E-3</c:v>
                </c:pt>
                <c:pt idx="158">
                  <c:v>4.0527389999999996E-3</c:v>
                </c:pt>
                <c:pt idx="159">
                  <c:v>4.03535E-3</c:v>
                </c:pt>
                <c:pt idx="160">
                  <c:v>4.0207059999999998E-3</c:v>
                </c:pt>
                <c:pt idx="161">
                  <c:v>4.0125109999999999E-3</c:v>
                </c:pt>
                <c:pt idx="162">
                  <c:v>3.9871200000000002E-3</c:v>
                </c:pt>
                <c:pt idx="163">
                  <c:v>3.9733939999999999E-3</c:v>
                </c:pt>
                <c:pt idx="164">
                  <c:v>3.9611560000000004E-3</c:v>
                </c:pt>
                <c:pt idx="165">
                  <c:v>3.936457E-3</c:v>
                </c:pt>
                <c:pt idx="166">
                  <c:v>3.9313569999999999E-3</c:v>
                </c:pt>
                <c:pt idx="167">
                  <c:v>3.9211530000000001E-3</c:v>
                </c:pt>
                <c:pt idx="168">
                  <c:v>3.9125540000000004E-3</c:v>
                </c:pt>
                <c:pt idx="169">
                  <c:v>3.9040949999999998E-3</c:v>
                </c:pt>
                <c:pt idx="170">
                  <c:v>3.8818059999999998E-3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CF8-4F78-9270-549D00BE38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44103248"/>
        <c:axId val="1844104080"/>
      </c:scatterChart>
      <c:valAx>
        <c:axId val="18441032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epochs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104080"/>
        <c:crosses val="autoZero"/>
        <c:crossBetween val="midCat"/>
      </c:valAx>
      <c:valAx>
        <c:axId val="184410408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1032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2968730206065437"/>
          <c:y val="0.13277131071013196"/>
          <c:w val="0.14533636214136833"/>
          <c:h val="7.54728816340280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3"/>
          <c:order val="0"/>
          <c:tx>
            <c:strRef>
              <c:f>Sheet1!$E$1</c:f>
              <c:strCache>
                <c:ptCount val="1"/>
                <c:pt idx="0">
                  <c:v>loss4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Sheet1!$A$2:$A$229</c:f>
              <c:numCache>
                <c:formatCode>General</c:formatCode>
                <c:ptCount val="2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</c:numCache>
            </c:numRef>
          </c:xVal>
          <c:yVal>
            <c:numRef>
              <c:f>Sheet1!$E$2:$E$229</c:f>
              <c:numCache>
                <c:formatCode>General</c:formatCode>
                <c:ptCount val="228"/>
                <c:pt idx="0">
                  <c:v>0.68152002700000003</c:v>
                </c:pt>
                <c:pt idx="1">
                  <c:v>0.54414705399999996</c:v>
                </c:pt>
                <c:pt idx="2">
                  <c:v>0.46812479600000001</c:v>
                </c:pt>
                <c:pt idx="3">
                  <c:v>0.40960263499999999</c:v>
                </c:pt>
                <c:pt idx="4">
                  <c:v>0.36113618199999997</c:v>
                </c:pt>
                <c:pt idx="5">
                  <c:v>0.32261173100000001</c:v>
                </c:pt>
                <c:pt idx="6">
                  <c:v>0.29223453700000002</c:v>
                </c:pt>
                <c:pt idx="7">
                  <c:v>0.26273992400000001</c:v>
                </c:pt>
                <c:pt idx="8">
                  <c:v>0.23935695600000001</c:v>
                </c:pt>
                <c:pt idx="9">
                  <c:v>0.21873035199999999</c:v>
                </c:pt>
                <c:pt idx="10">
                  <c:v>0.19923214</c:v>
                </c:pt>
                <c:pt idx="11">
                  <c:v>0.18384302799999999</c:v>
                </c:pt>
                <c:pt idx="12">
                  <c:v>0.16879353</c:v>
                </c:pt>
                <c:pt idx="13">
                  <c:v>0.15577196099999999</c:v>
                </c:pt>
                <c:pt idx="14">
                  <c:v>0.14455261999999999</c:v>
                </c:pt>
                <c:pt idx="15">
                  <c:v>0.13495257799999999</c:v>
                </c:pt>
                <c:pt idx="16">
                  <c:v>0.12635196200000001</c:v>
                </c:pt>
                <c:pt idx="17">
                  <c:v>0.11822163300000001</c:v>
                </c:pt>
                <c:pt idx="18">
                  <c:v>0.11139245</c:v>
                </c:pt>
                <c:pt idx="19">
                  <c:v>0.10397851</c:v>
                </c:pt>
                <c:pt idx="20">
                  <c:v>9.8141566E-2</c:v>
                </c:pt>
                <c:pt idx="21">
                  <c:v>9.2752038999999994E-2</c:v>
                </c:pt>
                <c:pt idx="22">
                  <c:v>8.7865183999999999E-2</c:v>
                </c:pt>
                <c:pt idx="23">
                  <c:v>8.3393141000000004E-2</c:v>
                </c:pt>
                <c:pt idx="24">
                  <c:v>7.9153425999999999E-2</c:v>
                </c:pt>
                <c:pt idx="25">
                  <c:v>7.5354936999999997E-2</c:v>
                </c:pt>
                <c:pt idx="26">
                  <c:v>7.1973338999999997E-2</c:v>
                </c:pt>
                <c:pt idx="27">
                  <c:v>6.8640366999999994E-2</c:v>
                </c:pt>
                <c:pt idx="28">
                  <c:v>6.5681931999999998E-2</c:v>
                </c:pt>
                <c:pt idx="29">
                  <c:v>6.2881556000000005E-2</c:v>
                </c:pt>
                <c:pt idx="30">
                  <c:v>6.0286644E-2</c:v>
                </c:pt>
                <c:pt idx="31">
                  <c:v>5.7869030000000002E-2</c:v>
                </c:pt>
                <c:pt idx="32">
                  <c:v>5.5594290999999997E-2</c:v>
                </c:pt>
                <c:pt idx="33">
                  <c:v>5.3516585999999998E-2</c:v>
                </c:pt>
                <c:pt idx="34">
                  <c:v>5.1494995000000002E-2</c:v>
                </c:pt>
                <c:pt idx="35">
                  <c:v>4.9636687999999998E-2</c:v>
                </c:pt>
                <c:pt idx="36">
                  <c:v>4.7861687E-2</c:v>
                </c:pt>
                <c:pt idx="37">
                  <c:v>4.6239096E-2</c:v>
                </c:pt>
                <c:pt idx="38">
                  <c:v>4.4616483999999998E-2</c:v>
                </c:pt>
                <c:pt idx="39">
                  <c:v>4.3127596999999997E-2</c:v>
                </c:pt>
                <c:pt idx="40">
                  <c:v>4.1726142000000001E-2</c:v>
                </c:pt>
                <c:pt idx="41">
                  <c:v>4.0398183999999997E-2</c:v>
                </c:pt>
                <c:pt idx="42">
                  <c:v>3.9130712999999998E-2</c:v>
                </c:pt>
                <c:pt idx="43">
                  <c:v>3.7925399999999998E-2</c:v>
                </c:pt>
                <c:pt idx="44">
                  <c:v>3.6781543999999999E-2</c:v>
                </c:pt>
                <c:pt idx="45">
                  <c:v>3.5715677000000001E-2</c:v>
                </c:pt>
                <c:pt idx="46">
                  <c:v>3.4659544E-2</c:v>
                </c:pt>
                <c:pt idx="47">
                  <c:v>3.3671208000000001E-2</c:v>
                </c:pt>
                <c:pt idx="48">
                  <c:v>3.2733923999999998E-2</c:v>
                </c:pt>
                <c:pt idx="49">
                  <c:v>3.1827847999999999E-2</c:v>
                </c:pt>
                <c:pt idx="50">
                  <c:v>3.0978108000000001E-2</c:v>
                </c:pt>
                <c:pt idx="51">
                  <c:v>3.0156928E-2</c:v>
                </c:pt>
                <c:pt idx="52">
                  <c:v>2.9372133000000002E-2</c:v>
                </c:pt>
                <c:pt idx="53">
                  <c:v>2.8619591999999999E-2</c:v>
                </c:pt>
                <c:pt idx="54">
                  <c:v>2.7903206E-2</c:v>
                </c:pt>
                <c:pt idx="55">
                  <c:v>2.7212480000000001E-2</c:v>
                </c:pt>
                <c:pt idx="56">
                  <c:v>2.6559045E-2</c:v>
                </c:pt>
                <c:pt idx="57">
                  <c:v>2.5919968000000002E-2</c:v>
                </c:pt>
                <c:pt idx="58">
                  <c:v>2.5312127E-2</c:v>
                </c:pt>
                <c:pt idx="59">
                  <c:v>2.4726898000000001E-2</c:v>
                </c:pt>
                <c:pt idx="60">
                  <c:v>2.4168403000000001E-2</c:v>
                </c:pt>
                <c:pt idx="61">
                  <c:v>2.3627589000000001E-2</c:v>
                </c:pt>
                <c:pt idx="62">
                  <c:v>2.3111369999999999E-2</c:v>
                </c:pt>
                <c:pt idx="63">
                  <c:v>2.2612206999999999E-2</c:v>
                </c:pt>
                <c:pt idx="64">
                  <c:v>2.2132817999999999E-2</c:v>
                </c:pt>
                <c:pt idx="65">
                  <c:v>2.1670953E-2</c:v>
                </c:pt>
                <c:pt idx="66">
                  <c:v>2.1227607999999999E-2</c:v>
                </c:pt>
                <c:pt idx="67">
                  <c:v>2.0798925999999999E-2</c:v>
                </c:pt>
                <c:pt idx="68">
                  <c:v>2.0385322000000001E-2</c:v>
                </c:pt>
                <c:pt idx="69">
                  <c:v>1.9986553000000001E-2</c:v>
                </c:pt>
                <c:pt idx="70">
                  <c:v>1.9604824E-2</c:v>
                </c:pt>
                <c:pt idx="71">
                  <c:v>1.9233460000000001E-2</c:v>
                </c:pt>
                <c:pt idx="72">
                  <c:v>1.8877881999999999E-2</c:v>
                </c:pt>
                <c:pt idx="73">
                  <c:v>1.8531407999999999E-2</c:v>
                </c:pt>
                <c:pt idx="74">
                  <c:v>1.8198295E-2</c:v>
                </c:pt>
                <c:pt idx="75">
                  <c:v>1.7877939999999998E-2</c:v>
                </c:pt>
                <c:pt idx="76">
                  <c:v>1.7569588000000001E-2</c:v>
                </c:pt>
                <c:pt idx="77">
                  <c:v>1.7267069999999999E-2</c:v>
                </c:pt>
                <c:pt idx="78">
                  <c:v>1.6976986999999999E-2</c:v>
                </c:pt>
                <c:pt idx="79">
                  <c:v>1.6695324000000001E-2</c:v>
                </c:pt>
                <c:pt idx="80">
                  <c:v>1.6427979999999998E-2</c:v>
                </c:pt>
                <c:pt idx="81">
                  <c:v>1.6164201999999999E-2</c:v>
                </c:pt>
                <c:pt idx="82">
                  <c:v>1.5909126999999999E-2</c:v>
                </c:pt>
                <c:pt idx="83">
                  <c:v>1.5668327999999999E-2</c:v>
                </c:pt>
                <c:pt idx="84">
                  <c:v>1.5426577E-2</c:v>
                </c:pt>
                <c:pt idx="85">
                  <c:v>1.5195557E-2</c:v>
                </c:pt>
                <c:pt idx="86">
                  <c:v>2.7560608E-2</c:v>
                </c:pt>
                <c:pt idx="87">
                  <c:v>3.4575871000000001E-2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55C-4D72-9EF6-BC163D55AC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44103248"/>
        <c:axId val="1844104080"/>
      </c:scatterChart>
      <c:valAx>
        <c:axId val="18441032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epochs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104080"/>
        <c:crosses val="autoZero"/>
        <c:crossBetween val="midCat"/>
      </c:valAx>
      <c:valAx>
        <c:axId val="1844104080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1032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7920713317339505"/>
          <c:y val="0.13277131071013196"/>
          <c:w val="0.14533636214136833"/>
          <c:h val="7.54728816340280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966254218222723"/>
          <c:y val="7.9185888720629302E-2"/>
          <c:w val="0.8120059310767973"/>
          <c:h val="0.73137538934432178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loss1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Sheet1!$A$2:$A$175</c:f>
              <c:numCache>
                <c:formatCode>General</c:formatCode>
                <c:ptCount val="17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</c:numCache>
            </c:numRef>
          </c:xVal>
          <c:yVal>
            <c:numRef>
              <c:f>Sheet1!$B$2:$B$175</c:f>
              <c:numCache>
                <c:formatCode>General</c:formatCode>
                <c:ptCount val="174"/>
                <c:pt idx="0">
                  <c:v>0.64510507500000003</c:v>
                </c:pt>
                <c:pt idx="1">
                  <c:v>0.53427942299999998</c:v>
                </c:pt>
                <c:pt idx="2">
                  <c:v>0.47676222000000001</c:v>
                </c:pt>
                <c:pt idx="3">
                  <c:v>0.43536895199999998</c:v>
                </c:pt>
                <c:pt idx="4">
                  <c:v>0.39708022900000001</c:v>
                </c:pt>
                <c:pt idx="5">
                  <c:v>0.36102300399999998</c:v>
                </c:pt>
                <c:pt idx="6">
                  <c:v>0.33056027199999999</c:v>
                </c:pt>
                <c:pt idx="7">
                  <c:v>0.30095228299999999</c:v>
                </c:pt>
                <c:pt idx="8">
                  <c:v>0.274473629</c:v>
                </c:pt>
                <c:pt idx="9">
                  <c:v>0.25228008400000002</c:v>
                </c:pt>
                <c:pt idx="10">
                  <c:v>0.23362839199999999</c:v>
                </c:pt>
                <c:pt idx="11">
                  <c:v>0.21606526300000001</c:v>
                </c:pt>
                <c:pt idx="12">
                  <c:v>0.20016046200000001</c:v>
                </c:pt>
                <c:pt idx="13">
                  <c:v>0.18622074799999999</c:v>
                </c:pt>
                <c:pt idx="14">
                  <c:v>0.174565795</c:v>
                </c:pt>
                <c:pt idx="15">
                  <c:v>0.16076592300000001</c:v>
                </c:pt>
                <c:pt idx="16">
                  <c:v>0.149406914</c:v>
                </c:pt>
                <c:pt idx="17">
                  <c:v>0.14020458699999999</c:v>
                </c:pt>
                <c:pt idx="18">
                  <c:v>0.130912906</c:v>
                </c:pt>
                <c:pt idx="19">
                  <c:v>0.123729931</c:v>
                </c:pt>
                <c:pt idx="20">
                  <c:v>0.115943222</c:v>
                </c:pt>
                <c:pt idx="21">
                  <c:v>0.10827019</c:v>
                </c:pt>
                <c:pt idx="22">
                  <c:v>0.100972744</c:v>
                </c:pt>
                <c:pt idx="23">
                  <c:v>9.4100191999999999E-2</c:v>
                </c:pt>
                <c:pt idx="24">
                  <c:v>8.7998570999999998E-2</c:v>
                </c:pt>
                <c:pt idx="25">
                  <c:v>8.3745644999999994E-2</c:v>
                </c:pt>
                <c:pt idx="26">
                  <c:v>7.9063533000000005E-2</c:v>
                </c:pt>
                <c:pt idx="27">
                  <c:v>7.3419106999999997E-2</c:v>
                </c:pt>
                <c:pt idx="28">
                  <c:v>6.8689521000000003E-2</c:v>
                </c:pt>
                <c:pt idx="29">
                  <c:v>6.5592153E-2</c:v>
                </c:pt>
                <c:pt idx="30">
                  <c:v>6.2240279000000003E-2</c:v>
                </c:pt>
                <c:pt idx="31">
                  <c:v>5.8656916000000003E-2</c:v>
                </c:pt>
                <c:pt idx="32">
                  <c:v>5.5830381999999998E-2</c:v>
                </c:pt>
                <c:pt idx="33">
                  <c:v>5.3183319999999999E-2</c:v>
                </c:pt>
                <c:pt idx="34">
                  <c:v>5.1034303000000003E-2</c:v>
                </c:pt>
                <c:pt idx="35">
                  <c:v>4.9066299000000001E-2</c:v>
                </c:pt>
                <c:pt idx="36">
                  <c:v>4.6844733999999999E-2</c:v>
                </c:pt>
                <c:pt idx="37">
                  <c:v>4.4866898000000002E-2</c:v>
                </c:pt>
                <c:pt idx="38">
                  <c:v>4.3453253999999997E-2</c:v>
                </c:pt>
                <c:pt idx="39">
                  <c:v>4.1357697999999998E-2</c:v>
                </c:pt>
                <c:pt idx="40">
                  <c:v>3.9906544000000002E-2</c:v>
                </c:pt>
                <c:pt idx="41">
                  <c:v>3.8347758000000003E-2</c:v>
                </c:pt>
                <c:pt idx="42">
                  <c:v>3.6814860999999997E-2</c:v>
                </c:pt>
                <c:pt idx="43">
                  <c:v>3.5660710999999998E-2</c:v>
                </c:pt>
                <c:pt idx="44">
                  <c:v>3.4722021999999998E-2</c:v>
                </c:pt>
                <c:pt idx="45">
                  <c:v>3.3032338000000001E-2</c:v>
                </c:pt>
                <c:pt idx="46">
                  <c:v>3.1618284000000003E-2</c:v>
                </c:pt>
                <c:pt idx="47">
                  <c:v>3.0297116999999998E-2</c:v>
                </c:pt>
                <c:pt idx="48">
                  <c:v>2.8905108999999998E-2</c:v>
                </c:pt>
                <c:pt idx="49">
                  <c:v>2.7678290000000001E-2</c:v>
                </c:pt>
                <c:pt idx="50">
                  <c:v>2.6731313999999999E-2</c:v>
                </c:pt>
                <c:pt idx="51">
                  <c:v>2.5729405E-2</c:v>
                </c:pt>
                <c:pt idx="52">
                  <c:v>2.4754344000000001E-2</c:v>
                </c:pt>
                <c:pt idx="53">
                  <c:v>2.3925776999999999E-2</c:v>
                </c:pt>
                <c:pt idx="54">
                  <c:v>2.3178900999999998E-2</c:v>
                </c:pt>
                <c:pt idx="55">
                  <c:v>2.2472659999999998E-2</c:v>
                </c:pt>
                <c:pt idx="56">
                  <c:v>2.1836372E-2</c:v>
                </c:pt>
                <c:pt idx="57">
                  <c:v>2.123015E-2</c:v>
                </c:pt>
                <c:pt idx="58">
                  <c:v>2.0593151000000001E-2</c:v>
                </c:pt>
                <c:pt idx="59">
                  <c:v>2.0011042E-2</c:v>
                </c:pt>
                <c:pt idx="60">
                  <c:v>1.9400845999999999E-2</c:v>
                </c:pt>
                <c:pt idx="61">
                  <c:v>1.8783685000000001E-2</c:v>
                </c:pt>
                <c:pt idx="62">
                  <c:v>1.8219333000000001E-2</c:v>
                </c:pt>
                <c:pt idx="63">
                  <c:v>1.7575113999999999E-2</c:v>
                </c:pt>
                <c:pt idx="64">
                  <c:v>1.6963622000000001E-2</c:v>
                </c:pt>
                <c:pt idx="65">
                  <c:v>1.6407178000000001E-2</c:v>
                </c:pt>
                <c:pt idx="66">
                  <c:v>1.5973767999999999E-2</c:v>
                </c:pt>
                <c:pt idx="67">
                  <c:v>1.5525687999999999E-2</c:v>
                </c:pt>
                <c:pt idx="68">
                  <c:v>1.5139105999999999E-2</c:v>
                </c:pt>
                <c:pt idx="69">
                  <c:v>1.4768633999999999E-2</c:v>
                </c:pt>
                <c:pt idx="70">
                  <c:v>1.4414233E-2</c:v>
                </c:pt>
                <c:pt idx="71">
                  <c:v>1.4077915E-2</c:v>
                </c:pt>
                <c:pt idx="72">
                  <c:v>1.3780557000000001E-2</c:v>
                </c:pt>
                <c:pt idx="73">
                  <c:v>1.3445517000000001E-2</c:v>
                </c:pt>
                <c:pt idx="74">
                  <c:v>1.3176907999999999E-2</c:v>
                </c:pt>
                <c:pt idx="75">
                  <c:v>1.2860295000000001E-2</c:v>
                </c:pt>
                <c:pt idx="76">
                  <c:v>1.2593328000000001E-2</c:v>
                </c:pt>
                <c:pt idx="77">
                  <c:v>1.2337648E-2</c:v>
                </c:pt>
                <c:pt idx="78">
                  <c:v>1.2051635999999999E-2</c:v>
                </c:pt>
                <c:pt idx="79">
                  <c:v>1.1808645E-2</c:v>
                </c:pt>
                <c:pt idx="80">
                  <c:v>1.1572951999999999E-2</c:v>
                </c:pt>
                <c:pt idx="81">
                  <c:v>1.1350399000000001E-2</c:v>
                </c:pt>
                <c:pt idx="82">
                  <c:v>1.1131251E-2</c:v>
                </c:pt>
                <c:pt idx="83">
                  <c:v>1.0903248000000001E-2</c:v>
                </c:pt>
                <c:pt idx="84">
                  <c:v>1.0699996E-2</c:v>
                </c:pt>
                <c:pt idx="85">
                  <c:v>1.0523459000000001E-2</c:v>
                </c:pt>
                <c:pt idx="86">
                  <c:v>1.0313933000000001E-2</c:v>
                </c:pt>
                <c:pt idx="87">
                  <c:v>1.0127944999999999E-2</c:v>
                </c:pt>
                <c:pt idx="88">
                  <c:v>9.9544579999999994E-3</c:v>
                </c:pt>
                <c:pt idx="89">
                  <c:v>9.7852440000000002E-3</c:v>
                </c:pt>
                <c:pt idx="90">
                  <c:v>9.616131E-3</c:v>
                </c:pt>
                <c:pt idx="91">
                  <c:v>9.4650189999999999E-3</c:v>
                </c:pt>
                <c:pt idx="92">
                  <c:v>9.2915540000000005E-3</c:v>
                </c:pt>
                <c:pt idx="93">
                  <c:v>9.1413150000000006E-3</c:v>
                </c:pt>
                <c:pt idx="94">
                  <c:v>8.9906900000000008E-3</c:v>
                </c:pt>
                <c:pt idx="95">
                  <c:v>8.8472150000000003E-3</c:v>
                </c:pt>
                <c:pt idx="96">
                  <c:v>8.7042930000000001E-3</c:v>
                </c:pt>
                <c:pt idx="97">
                  <c:v>8.5620809999999992E-3</c:v>
                </c:pt>
                <c:pt idx="98">
                  <c:v>8.4248129999999997E-3</c:v>
                </c:pt>
                <c:pt idx="99">
                  <c:v>8.2932249999999996E-3</c:v>
                </c:pt>
                <c:pt idx="100">
                  <c:v>8.1543139999999993E-3</c:v>
                </c:pt>
                <c:pt idx="101">
                  <c:v>8.0365469999999998E-3</c:v>
                </c:pt>
                <c:pt idx="102">
                  <c:v>7.8966660000000001E-3</c:v>
                </c:pt>
                <c:pt idx="103">
                  <c:v>7.769237E-3</c:v>
                </c:pt>
                <c:pt idx="104">
                  <c:v>7.6387729999999997E-3</c:v>
                </c:pt>
                <c:pt idx="105">
                  <c:v>7.5028229999999996E-3</c:v>
                </c:pt>
                <c:pt idx="106">
                  <c:v>7.338397E-3</c:v>
                </c:pt>
                <c:pt idx="107">
                  <c:v>7.1961229999999996E-3</c:v>
                </c:pt>
                <c:pt idx="108">
                  <c:v>7.0525420000000002E-3</c:v>
                </c:pt>
                <c:pt idx="109">
                  <c:v>6.8991469999999996E-3</c:v>
                </c:pt>
                <c:pt idx="110">
                  <c:v>6.7525650000000003E-3</c:v>
                </c:pt>
                <c:pt idx="111">
                  <c:v>6.5907509999999997E-3</c:v>
                </c:pt>
                <c:pt idx="112">
                  <c:v>6.4394400000000003E-3</c:v>
                </c:pt>
                <c:pt idx="113">
                  <c:v>6.2865120000000002E-3</c:v>
                </c:pt>
                <c:pt idx="114">
                  <c:v>6.131989E-3</c:v>
                </c:pt>
                <c:pt idx="115">
                  <c:v>5.9914210000000002E-3</c:v>
                </c:pt>
                <c:pt idx="116">
                  <c:v>5.8593389999999999E-3</c:v>
                </c:pt>
                <c:pt idx="117">
                  <c:v>5.7230689999999999E-3</c:v>
                </c:pt>
                <c:pt idx="118">
                  <c:v>5.6030150000000003E-3</c:v>
                </c:pt>
                <c:pt idx="119">
                  <c:v>5.4944540000000002E-3</c:v>
                </c:pt>
                <c:pt idx="120">
                  <c:v>5.3863280000000001E-3</c:v>
                </c:pt>
                <c:pt idx="121">
                  <c:v>5.2812390000000001E-3</c:v>
                </c:pt>
                <c:pt idx="122">
                  <c:v>5.1776849999999996E-3</c:v>
                </c:pt>
                <c:pt idx="123">
                  <c:v>5.0984339999999998E-3</c:v>
                </c:pt>
                <c:pt idx="124">
                  <c:v>5.0036619999999999E-3</c:v>
                </c:pt>
                <c:pt idx="125">
                  <c:v>4.9175440000000003E-3</c:v>
                </c:pt>
                <c:pt idx="126">
                  <c:v>4.836463E-3</c:v>
                </c:pt>
                <c:pt idx="127">
                  <c:v>4.7586529999999998E-3</c:v>
                </c:pt>
                <c:pt idx="128">
                  <c:v>4.6836650000000001E-3</c:v>
                </c:pt>
                <c:pt idx="129">
                  <c:v>4.6123850000000001E-3</c:v>
                </c:pt>
                <c:pt idx="130">
                  <c:v>4.5411610000000002E-3</c:v>
                </c:pt>
                <c:pt idx="131">
                  <c:v>4.4763709999999998E-3</c:v>
                </c:pt>
                <c:pt idx="132">
                  <c:v>4.4110979999999996E-3</c:v>
                </c:pt>
                <c:pt idx="133">
                  <c:v>4.3455170000000001E-3</c:v>
                </c:pt>
                <c:pt idx="134">
                  <c:v>4.2870699999999996E-3</c:v>
                </c:pt>
                <c:pt idx="135">
                  <c:v>4.2268799999999997E-3</c:v>
                </c:pt>
                <c:pt idx="136">
                  <c:v>4.1725909999999998E-3</c:v>
                </c:pt>
                <c:pt idx="137">
                  <c:v>4.1172489999999999E-3</c:v>
                </c:pt>
                <c:pt idx="138">
                  <c:v>4.0619949999999997E-3</c:v>
                </c:pt>
                <c:pt idx="139">
                  <c:v>4.0073829999999998E-3</c:v>
                </c:pt>
                <c:pt idx="140">
                  <c:v>3.9583889999999997E-3</c:v>
                </c:pt>
                <c:pt idx="141">
                  <c:v>3.9037630000000002E-3</c:v>
                </c:pt>
                <c:pt idx="142">
                  <c:v>3.8588659999999999E-3</c:v>
                </c:pt>
                <c:pt idx="143">
                  <c:v>3.814553E-3</c:v>
                </c:pt>
                <c:pt idx="144">
                  <c:v>3.775376E-3</c:v>
                </c:pt>
                <c:pt idx="145">
                  <c:v>3.7279499999999998E-3</c:v>
                </c:pt>
                <c:pt idx="146">
                  <c:v>3.6801500000000001E-3</c:v>
                </c:pt>
                <c:pt idx="147">
                  <c:v>3.6377060000000001E-3</c:v>
                </c:pt>
                <c:pt idx="148">
                  <c:v>3.6016939999999999E-3</c:v>
                </c:pt>
                <c:pt idx="149">
                  <c:v>3.561065E-3</c:v>
                </c:pt>
                <c:pt idx="150">
                  <c:v>3.519295E-3</c:v>
                </c:pt>
                <c:pt idx="151">
                  <c:v>3.4838299999999998E-3</c:v>
                </c:pt>
                <c:pt idx="152">
                  <c:v>3.4452100000000002E-3</c:v>
                </c:pt>
                <c:pt idx="153">
                  <c:v>3.4127910000000001E-3</c:v>
                </c:pt>
                <c:pt idx="154">
                  <c:v>3.375547E-3</c:v>
                </c:pt>
                <c:pt idx="155">
                  <c:v>3.3397000000000001E-3</c:v>
                </c:pt>
                <c:pt idx="156">
                  <c:v>3.305545E-3</c:v>
                </c:pt>
                <c:pt idx="157">
                  <c:v>3.2758650000000002E-3</c:v>
                </c:pt>
                <c:pt idx="158">
                  <c:v>3.238421E-3</c:v>
                </c:pt>
                <c:pt idx="159">
                  <c:v>3.2065219999999998E-3</c:v>
                </c:pt>
                <c:pt idx="160">
                  <c:v>3.1701989999999998E-3</c:v>
                </c:pt>
                <c:pt idx="161">
                  <c:v>3.1368870000000001E-3</c:v>
                </c:pt>
                <c:pt idx="162">
                  <c:v>3.1049010000000002E-3</c:v>
                </c:pt>
                <c:pt idx="163">
                  <c:v>3.07552E-3</c:v>
                </c:pt>
                <c:pt idx="164">
                  <c:v>3.045641E-3</c:v>
                </c:pt>
                <c:pt idx="165">
                  <c:v>3.0110050000000002E-3</c:v>
                </c:pt>
                <c:pt idx="166">
                  <c:v>2.9823950000000001E-3</c:v>
                </c:pt>
                <c:pt idx="167">
                  <c:v>2.9463179999999999E-3</c:v>
                </c:pt>
                <c:pt idx="168">
                  <c:v>2.9118719999999998E-3</c:v>
                </c:pt>
                <c:pt idx="169">
                  <c:v>2.8789610000000002E-3</c:v>
                </c:pt>
                <c:pt idx="170">
                  <c:v>2.845757E-3</c:v>
                </c:pt>
                <c:pt idx="171">
                  <c:v>2.813533E-3</c:v>
                </c:pt>
                <c:pt idx="172">
                  <c:v>2.7806279999999998E-3</c:v>
                </c:pt>
                <c:pt idx="173">
                  <c:v>2.7455230000000001E-3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6AB-4511-9B16-7C2C799AA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217487"/>
        <c:axId val="99228719"/>
      </c:scatterChart>
      <c:valAx>
        <c:axId val="992174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epochs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228719"/>
        <c:crosses val="autoZero"/>
        <c:crossBetween val="midCat"/>
      </c:valAx>
      <c:valAx>
        <c:axId val="99228719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21748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2749340423356171"/>
          <c:y val="7.7312070939414002E-2"/>
          <c:w val="0.13614295940280191"/>
          <c:h val="8.37904767370294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966254218222723"/>
          <c:y val="7.9185888720629302E-2"/>
          <c:w val="0.8120059310767973"/>
          <c:h val="0.73137538934432178"/>
        </c:manualLayout>
      </c:layout>
      <c:scatterChart>
        <c:scatterStyle val="smooth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loss2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Sheet1!$A$2:$A$175</c:f>
              <c:numCache>
                <c:formatCode>General</c:formatCode>
                <c:ptCount val="17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</c:numCache>
            </c:numRef>
          </c:xVal>
          <c:yVal>
            <c:numRef>
              <c:f>Sheet1!$C$2:$C$175</c:f>
              <c:numCache>
                <c:formatCode>General</c:formatCode>
                <c:ptCount val="174"/>
                <c:pt idx="0">
                  <c:v>0.51021798399999996</c:v>
                </c:pt>
                <c:pt idx="1">
                  <c:v>0.333304129</c:v>
                </c:pt>
                <c:pt idx="2">
                  <c:v>0.281013656</c:v>
                </c:pt>
                <c:pt idx="3">
                  <c:v>0.245758375</c:v>
                </c:pt>
                <c:pt idx="4">
                  <c:v>0.21527790099999999</c:v>
                </c:pt>
                <c:pt idx="5">
                  <c:v>0.1886737</c:v>
                </c:pt>
                <c:pt idx="6">
                  <c:v>0.16668292900000001</c:v>
                </c:pt>
                <c:pt idx="7">
                  <c:v>0.146119527</c:v>
                </c:pt>
                <c:pt idx="8">
                  <c:v>0.128859275</c:v>
                </c:pt>
                <c:pt idx="9">
                  <c:v>0.11607243</c:v>
                </c:pt>
                <c:pt idx="10">
                  <c:v>0.10363882200000001</c:v>
                </c:pt>
                <c:pt idx="11">
                  <c:v>9.3545711000000004E-2</c:v>
                </c:pt>
                <c:pt idx="12">
                  <c:v>8.5396357000000006E-2</c:v>
                </c:pt>
                <c:pt idx="13">
                  <c:v>7.5984344999999995E-2</c:v>
                </c:pt>
                <c:pt idx="14">
                  <c:v>6.9564864000000004E-2</c:v>
                </c:pt>
                <c:pt idx="15">
                  <c:v>6.3588196E-2</c:v>
                </c:pt>
                <c:pt idx="16">
                  <c:v>5.7983589000000002E-2</c:v>
                </c:pt>
                <c:pt idx="17">
                  <c:v>5.3045239000000001E-2</c:v>
                </c:pt>
                <c:pt idx="18">
                  <c:v>4.8556149999999999E-2</c:v>
                </c:pt>
                <c:pt idx="19">
                  <c:v>4.5469527000000003E-2</c:v>
                </c:pt>
                <c:pt idx="20">
                  <c:v>4.1739409999999998E-2</c:v>
                </c:pt>
                <c:pt idx="21">
                  <c:v>3.9368216999999997E-2</c:v>
                </c:pt>
                <c:pt idx="22">
                  <c:v>3.6149621999999999E-2</c:v>
                </c:pt>
                <c:pt idx="23">
                  <c:v>3.4150529999999998E-2</c:v>
                </c:pt>
                <c:pt idx="24">
                  <c:v>3.2208818E-2</c:v>
                </c:pt>
                <c:pt idx="25">
                  <c:v>3.0224830000000001E-2</c:v>
                </c:pt>
                <c:pt idx="26">
                  <c:v>2.8467520999999999E-2</c:v>
                </c:pt>
                <c:pt idx="27">
                  <c:v>2.8497539999999998E-2</c:v>
                </c:pt>
                <c:pt idx="28">
                  <c:v>2.5680034000000001E-2</c:v>
                </c:pt>
                <c:pt idx="29">
                  <c:v>2.3843942999999999E-2</c:v>
                </c:pt>
                <c:pt idx="30">
                  <c:v>2.3048755000000001E-2</c:v>
                </c:pt>
                <c:pt idx="31">
                  <c:v>2.1930952E-2</c:v>
                </c:pt>
                <c:pt idx="32">
                  <c:v>2.0692980999999999E-2</c:v>
                </c:pt>
                <c:pt idx="33">
                  <c:v>2.0104344E-2</c:v>
                </c:pt>
                <c:pt idx="34">
                  <c:v>1.9045315E-2</c:v>
                </c:pt>
                <c:pt idx="35">
                  <c:v>1.8312102E-2</c:v>
                </c:pt>
                <c:pt idx="36">
                  <c:v>1.7679035999999999E-2</c:v>
                </c:pt>
                <c:pt idx="37">
                  <c:v>1.7061468999999999E-2</c:v>
                </c:pt>
                <c:pt idx="38">
                  <c:v>1.6438161999999999E-2</c:v>
                </c:pt>
                <c:pt idx="39">
                  <c:v>1.5848892E-2</c:v>
                </c:pt>
                <c:pt idx="40">
                  <c:v>1.5278597E-2</c:v>
                </c:pt>
                <c:pt idx="41">
                  <c:v>1.4836278E-2</c:v>
                </c:pt>
                <c:pt idx="42">
                  <c:v>1.4422948999999999E-2</c:v>
                </c:pt>
                <c:pt idx="43">
                  <c:v>1.4219094E-2</c:v>
                </c:pt>
                <c:pt idx="44">
                  <c:v>1.3491431E-2</c:v>
                </c:pt>
                <c:pt idx="45">
                  <c:v>1.3095961999999999E-2</c:v>
                </c:pt>
                <c:pt idx="46">
                  <c:v>1.2734578E-2</c:v>
                </c:pt>
                <c:pt idx="47">
                  <c:v>1.2367576E-2</c:v>
                </c:pt>
                <c:pt idx="48">
                  <c:v>1.2039192000000001E-2</c:v>
                </c:pt>
                <c:pt idx="49">
                  <c:v>1.1801730999999999E-2</c:v>
                </c:pt>
                <c:pt idx="50">
                  <c:v>1.1415923999999999E-2</c:v>
                </c:pt>
                <c:pt idx="51">
                  <c:v>1.1161023000000001E-2</c:v>
                </c:pt>
                <c:pt idx="52">
                  <c:v>1.0894734999999999E-2</c:v>
                </c:pt>
                <c:pt idx="53">
                  <c:v>1.0619728E-2</c:v>
                </c:pt>
                <c:pt idx="54">
                  <c:v>1.0388968E-2</c:v>
                </c:pt>
                <c:pt idx="55">
                  <c:v>1.0113571999999999E-2</c:v>
                </c:pt>
                <c:pt idx="56">
                  <c:v>9.8942070000000003E-3</c:v>
                </c:pt>
                <c:pt idx="57">
                  <c:v>9.6867289999999998E-3</c:v>
                </c:pt>
                <c:pt idx="58">
                  <c:v>9.4713439999999996E-3</c:v>
                </c:pt>
                <c:pt idx="59">
                  <c:v>9.2794550000000007E-3</c:v>
                </c:pt>
                <c:pt idx="60">
                  <c:v>9.0864429999999996E-3</c:v>
                </c:pt>
                <c:pt idx="61">
                  <c:v>8.9051019999999998E-3</c:v>
                </c:pt>
                <c:pt idx="62">
                  <c:v>8.7268550000000004E-3</c:v>
                </c:pt>
                <c:pt idx="63">
                  <c:v>8.5706989999999993E-3</c:v>
                </c:pt>
                <c:pt idx="64">
                  <c:v>8.4405859999999999E-3</c:v>
                </c:pt>
                <c:pt idx="65">
                  <c:v>8.2335269999999992E-3</c:v>
                </c:pt>
                <c:pt idx="66">
                  <c:v>8.0800379999999995E-3</c:v>
                </c:pt>
                <c:pt idx="67">
                  <c:v>7.9406939999999999E-3</c:v>
                </c:pt>
                <c:pt idx="68">
                  <c:v>7.8007299999999996E-3</c:v>
                </c:pt>
                <c:pt idx="69">
                  <c:v>7.6626070000000001E-3</c:v>
                </c:pt>
                <c:pt idx="70">
                  <c:v>7.5374650000000001E-3</c:v>
                </c:pt>
                <c:pt idx="71">
                  <c:v>7.4164219999999998E-3</c:v>
                </c:pt>
                <c:pt idx="72">
                  <c:v>7.2936859999999997E-3</c:v>
                </c:pt>
                <c:pt idx="73">
                  <c:v>7.1701810000000003E-3</c:v>
                </c:pt>
                <c:pt idx="74">
                  <c:v>7.0599230000000001E-3</c:v>
                </c:pt>
                <c:pt idx="75">
                  <c:v>6.9519550000000001E-3</c:v>
                </c:pt>
                <c:pt idx="76">
                  <c:v>6.8427890000000002E-3</c:v>
                </c:pt>
                <c:pt idx="77">
                  <c:v>6.7501749999999998E-3</c:v>
                </c:pt>
                <c:pt idx="78">
                  <c:v>6.6461979999999999E-3</c:v>
                </c:pt>
                <c:pt idx="79">
                  <c:v>6.5507100000000004E-3</c:v>
                </c:pt>
                <c:pt idx="80">
                  <c:v>6.455868E-3</c:v>
                </c:pt>
                <c:pt idx="81">
                  <c:v>6.370555E-3</c:v>
                </c:pt>
                <c:pt idx="82">
                  <c:v>6.2935639999999998E-3</c:v>
                </c:pt>
                <c:pt idx="83">
                  <c:v>6.198472E-3</c:v>
                </c:pt>
                <c:pt idx="84">
                  <c:v>6.1211950000000003E-3</c:v>
                </c:pt>
                <c:pt idx="85">
                  <c:v>6.0422569999999997E-3</c:v>
                </c:pt>
                <c:pt idx="86">
                  <c:v>5.9656630000000004E-3</c:v>
                </c:pt>
                <c:pt idx="87">
                  <c:v>5.8959920000000001E-3</c:v>
                </c:pt>
                <c:pt idx="88">
                  <c:v>5.8221990000000001E-3</c:v>
                </c:pt>
                <c:pt idx="89">
                  <c:v>5.7520189999999997E-3</c:v>
                </c:pt>
                <c:pt idx="90">
                  <c:v>5.6892959999999999E-3</c:v>
                </c:pt>
                <c:pt idx="91">
                  <c:v>5.6270019999999999E-3</c:v>
                </c:pt>
                <c:pt idx="92">
                  <c:v>5.5652699999999998E-3</c:v>
                </c:pt>
                <c:pt idx="93">
                  <c:v>5.5009389999999998E-3</c:v>
                </c:pt>
                <c:pt idx="94">
                  <c:v>5.4396949999999996E-3</c:v>
                </c:pt>
                <c:pt idx="95">
                  <c:v>5.384397E-3</c:v>
                </c:pt>
                <c:pt idx="96">
                  <c:v>5.3267849999999997E-3</c:v>
                </c:pt>
                <c:pt idx="97">
                  <c:v>5.2748600000000001E-3</c:v>
                </c:pt>
                <c:pt idx="98">
                  <c:v>5.2214009999999996E-3</c:v>
                </c:pt>
                <c:pt idx="99">
                  <c:v>5.1732490000000004E-3</c:v>
                </c:pt>
                <c:pt idx="100">
                  <c:v>5.1216050000000004E-3</c:v>
                </c:pt>
                <c:pt idx="101">
                  <c:v>5.0745900000000004E-3</c:v>
                </c:pt>
                <c:pt idx="102">
                  <c:v>5.0298840000000001E-3</c:v>
                </c:pt>
                <c:pt idx="103">
                  <c:v>4.9818859999999996E-3</c:v>
                </c:pt>
                <c:pt idx="104">
                  <c:v>4.9381889999999999E-3</c:v>
                </c:pt>
                <c:pt idx="105">
                  <c:v>4.8999810000000003E-3</c:v>
                </c:pt>
                <c:pt idx="106">
                  <c:v>4.8574769999999998E-3</c:v>
                </c:pt>
                <c:pt idx="107">
                  <c:v>4.8181259999999998E-3</c:v>
                </c:pt>
                <c:pt idx="108">
                  <c:v>4.7775830000000002E-3</c:v>
                </c:pt>
                <c:pt idx="109">
                  <c:v>4.7385910000000003E-3</c:v>
                </c:pt>
                <c:pt idx="110">
                  <c:v>4.7034019999999998E-3</c:v>
                </c:pt>
                <c:pt idx="111">
                  <c:v>4.6697830000000003E-3</c:v>
                </c:pt>
                <c:pt idx="112">
                  <c:v>4.6308829999999997E-3</c:v>
                </c:pt>
                <c:pt idx="113">
                  <c:v>4.5972399999999998E-3</c:v>
                </c:pt>
                <c:pt idx="114">
                  <c:v>4.5662239999999998E-3</c:v>
                </c:pt>
                <c:pt idx="115">
                  <c:v>4.531663E-3</c:v>
                </c:pt>
                <c:pt idx="116">
                  <c:v>4.4995579999999999E-3</c:v>
                </c:pt>
                <c:pt idx="117">
                  <c:v>4.4742760000000001E-3</c:v>
                </c:pt>
                <c:pt idx="118">
                  <c:v>4.4470129999999997E-3</c:v>
                </c:pt>
                <c:pt idx="119">
                  <c:v>4.4196620000000004E-3</c:v>
                </c:pt>
                <c:pt idx="120">
                  <c:v>4.3916249999999997E-3</c:v>
                </c:pt>
                <c:pt idx="121">
                  <c:v>4.3630860000000004E-3</c:v>
                </c:pt>
                <c:pt idx="122">
                  <c:v>4.33725E-3</c:v>
                </c:pt>
                <c:pt idx="123">
                  <c:v>4.3117909999999997E-3</c:v>
                </c:pt>
                <c:pt idx="124">
                  <c:v>4.2865860000000002E-3</c:v>
                </c:pt>
                <c:pt idx="125">
                  <c:v>4.262577E-3</c:v>
                </c:pt>
                <c:pt idx="126">
                  <c:v>4.2373020000000001E-3</c:v>
                </c:pt>
                <c:pt idx="127">
                  <c:v>4.2155480000000004E-3</c:v>
                </c:pt>
                <c:pt idx="128">
                  <c:v>4.1914270000000002E-3</c:v>
                </c:pt>
                <c:pt idx="129">
                  <c:v>4.1695940000000004E-3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EAC-42E6-90D6-A4E6246BC1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217487"/>
        <c:axId val="99228719"/>
      </c:scatterChart>
      <c:valAx>
        <c:axId val="992174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epochs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228719"/>
        <c:crosses val="autoZero"/>
        <c:crossBetween val="midCat"/>
      </c:valAx>
      <c:valAx>
        <c:axId val="99228719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21748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35979200327231831"/>
          <c:y val="8.1406614267258925E-2"/>
          <c:w val="0.14150669802638308"/>
          <c:h val="8.37904767370294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966254218222723"/>
          <c:y val="7.9185888720629302E-2"/>
          <c:w val="0.81460333367419979"/>
          <c:h val="0.73137538934432178"/>
        </c:manualLayout>
      </c:layout>
      <c:scatterChart>
        <c:scatterStyle val="smoothMarker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loss3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Sheet1!$A$2:$A$175</c:f>
              <c:numCache>
                <c:formatCode>General</c:formatCode>
                <c:ptCount val="17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</c:numCache>
            </c:numRef>
          </c:xVal>
          <c:yVal>
            <c:numRef>
              <c:f>Sheet1!$D$2:$D$175</c:f>
              <c:numCache>
                <c:formatCode>General</c:formatCode>
                <c:ptCount val="174"/>
                <c:pt idx="0">
                  <c:v>0.93405534300000004</c:v>
                </c:pt>
                <c:pt idx="1">
                  <c:v>0.80575302199999999</c:v>
                </c:pt>
                <c:pt idx="2">
                  <c:v>0.66490217600000001</c:v>
                </c:pt>
                <c:pt idx="3">
                  <c:v>0.56502715999999997</c:v>
                </c:pt>
                <c:pt idx="4">
                  <c:v>0.490733052</c:v>
                </c:pt>
                <c:pt idx="5">
                  <c:v>0.433100965</c:v>
                </c:pt>
                <c:pt idx="6">
                  <c:v>0.38885460999999999</c:v>
                </c:pt>
                <c:pt idx="7">
                  <c:v>0.34783940299999999</c:v>
                </c:pt>
                <c:pt idx="8">
                  <c:v>0.28028133199999999</c:v>
                </c:pt>
                <c:pt idx="9">
                  <c:v>0.240419983</c:v>
                </c:pt>
                <c:pt idx="10">
                  <c:v>0.214124914</c:v>
                </c:pt>
                <c:pt idx="11">
                  <c:v>0.19205973400000001</c:v>
                </c:pt>
                <c:pt idx="12">
                  <c:v>0.17240862500000001</c:v>
                </c:pt>
                <c:pt idx="13">
                  <c:v>0.15347713199999999</c:v>
                </c:pt>
                <c:pt idx="14">
                  <c:v>0.13873501599999999</c:v>
                </c:pt>
                <c:pt idx="15">
                  <c:v>0.127655465</c:v>
                </c:pt>
                <c:pt idx="16">
                  <c:v>0.116737813</c:v>
                </c:pt>
                <c:pt idx="17">
                  <c:v>0.107815009</c:v>
                </c:pt>
                <c:pt idx="18">
                  <c:v>9.9556749E-2</c:v>
                </c:pt>
                <c:pt idx="19">
                  <c:v>9.2290302000000005E-2</c:v>
                </c:pt>
                <c:pt idx="20">
                  <c:v>8.6295452999999994E-2</c:v>
                </c:pt>
                <c:pt idx="21">
                  <c:v>8.0538136999999996E-2</c:v>
                </c:pt>
                <c:pt idx="22">
                  <c:v>7.5200426000000001E-2</c:v>
                </c:pt>
                <c:pt idx="23">
                  <c:v>7.2408748999999994E-2</c:v>
                </c:pt>
                <c:pt idx="24">
                  <c:v>6.6396786999999999E-2</c:v>
                </c:pt>
                <c:pt idx="25">
                  <c:v>6.2558443000000005E-2</c:v>
                </c:pt>
                <c:pt idx="26">
                  <c:v>5.9300717000000003E-2</c:v>
                </c:pt>
                <c:pt idx="27">
                  <c:v>5.5325436999999998E-2</c:v>
                </c:pt>
                <c:pt idx="28">
                  <c:v>5.3100283999999998E-2</c:v>
                </c:pt>
                <c:pt idx="29">
                  <c:v>5.0546283999999997E-2</c:v>
                </c:pt>
                <c:pt idx="30">
                  <c:v>4.8370987999999997E-2</c:v>
                </c:pt>
                <c:pt idx="31">
                  <c:v>4.6125171E-2</c:v>
                </c:pt>
                <c:pt idx="32">
                  <c:v>4.3881644999999997E-2</c:v>
                </c:pt>
                <c:pt idx="33">
                  <c:v>4.1386604E-2</c:v>
                </c:pt>
                <c:pt idx="34">
                  <c:v>3.9746200000000002E-2</c:v>
                </c:pt>
                <c:pt idx="35">
                  <c:v>3.7717913999999998E-2</c:v>
                </c:pt>
                <c:pt idx="36">
                  <c:v>3.6454430000000003E-2</c:v>
                </c:pt>
                <c:pt idx="37">
                  <c:v>3.3985242999999998E-2</c:v>
                </c:pt>
                <c:pt idx="38">
                  <c:v>3.2557353999999997E-2</c:v>
                </c:pt>
                <c:pt idx="39">
                  <c:v>3.1647353000000003E-2</c:v>
                </c:pt>
                <c:pt idx="40">
                  <c:v>3.0343038999999999E-2</c:v>
                </c:pt>
                <c:pt idx="41">
                  <c:v>2.8988735000000002E-2</c:v>
                </c:pt>
                <c:pt idx="42">
                  <c:v>2.7673678E-2</c:v>
                </c:pt>
                <c:pt idx="43">
                  <c:v>2.6324258999999999E-2</c:v>
                </c:pt>
                <c:pt idx="44">
                  <c:v>2.5336081E-2</c:v>
                </c:pt>
                <c:pt idx="45">
                  <c:v>2.4435100000000001E-2</c:v>
                </c:pt>
                <c:pt idx="46">
                  <c:v>2.3472939000000002E-2</c:v>
                </c:pt>
                <c:pt idx="47">
                  <c:v>2.2946854999999999E-2</c:v>
                </c:pt>
                <c:pt idx="48">
                  <c:v>2.1931932000000001E-2</c:v>
                </c:pt>
                <c:pt idx="49">
                  <c:v>2.1248791E-2</c:v>
                </c:pt>
                <c:pt idx="50">
                  <c:v>2.0589263E-2</c:v>
                </c:pt>
                <c:pt idx="51">
                  <c:v>2.0393672000000002E-2</c:v>
                </c:pt>
                <c:pt idx="52">
                  <c:v>1.9375690000000001E-2</c:v>
                </c:pt>
                <c:pt idx="53">
                  <c:v>1.8907297E-2</c:v>
                </c:pt>
                <c:pt idx="54">
                  <c:v>1.838269E-2</c:v>
                </c:pt>
                <c:pt idx="55">
                  <c:v>1.7995786999999999E-2</c:v>
                </c:pt>
                <c:pt idx="56">
                  <c:v>1.7494123E-2</c:v>
                </c:pt>
                <c:pt idx="57">
                  <c:v>1.7436110000000001E-2</c:v>
                </c:pt>
                <c:pt idx="58">
                  <c:v>1.636497E-2</c:v>
                </c:pt>
                <c:pt idx="59">
                  <c:v>1.5788598000000001E-2</c:v>
                </c:pt>
                <c:pt idx="60">
                  <c:v>1.5395742E-2</c:v>
                </c:pt>
                <c:pt idx="61">
                  <c:v>1.4833036000000001E-2</c:v>
                </c:pt>
                <c:pt idx="62">
                  <c:v>1.4473569E-2</c:v>
                </c:pt>
                <c:pt idx="63">
                  <c:v>1.4254251000000001E-2</c:v>
                </c:pt>
                <c:pt idx="64">
                  <c:v>1.3743610999999999E-2</c:v>
                </c:pt>
                <c:pt idx="65">
                  <c:v>1.3433212999999999E-2</c:v>
                </c:pt>
                <c:pt idx="66">
                  <c:v>1.2970498E-2</c:v>
                </c:pt>
                <c:pt idx="67">
                  <c:v>1.2771381E-2</c:v>
                </c:pt>
                <c:pt idx="68">
                  <c:v>1.2902940999999999E-2</c:v>
                </c:pt>
                <c:pt idx="69">
                  <c:v>1.3102737E-2</c:v>
                </c:pt>
                <c:pt idx="70">
                  <c:v>1.1665426E-2</c:v>
                </c:pt>
                <c:pt idx="71">
                  <c:v>1.1466265999999999E-2</c:v>
                </c:pt>
                <c:pt idx="72">
                  <c:v>1.1138622000000001E-2</c:v>
                </c:pt>
                <c:pt idx="73">
                  <c:v>1.0881231999999999E-2</c:v>
                </c:pt>
                <c:pt idx="74">
                  <c:v>1.0653509E-2</c:v>
                </c:pt>
                <c:pt idx="75">
                  <c:v>1.0433543E-2</c:v>
                </c:pt>
                <c:pt idx="76">
                  <c:v>1.0241843E-2</c:v>
                </c:pt>
                <c:pt idx="77">
                  <c:v>1.004671E-2</c:v>
                </c:pt>
                <c:pt idx="78">
                  <c:v>9.9069580000000004E-3</c:v>
                </c:pt>
                <c:pt idx="79">
                  <c:v>9.6993549999999998E-3</c:v>
                </c:pt>
                <c:pt idx="80">
                  <c:v>9.5552009999999993E-3</c:v>
                </c:pt>
                <c:pt idx="81">
                  <c:v>9.4250779999999999E-3</c:v>
                </c:pt>
                <c:pt idx="82">
                  <c:v>9.7705759999999996E-3</c:v>
                </c:pt>
                <c:pt idx="83">
                  <c:v>9.3256889999999999E-3</c:v>
                </c:pt>
                <c:pt idx="84">
                  <c:v>8.9491090000000002E-3</c:v>
                </c:pt>
                <c:pt idx="85">
                  <c:v>8.7906289999999995E-3</c:v>
                </c:pt>
                <c:pt idx="86">
                  <c:v>8.6339030000000001E-3</c:v>
                </c:pt>
                <c:pt idx="87">
                  <c:v>8.4952099999999996E-3</c:v>
                </c:pt>
                <c:pt idx="88">
                  <c:v>8.34149E-3</c:v>
                </c:pt>
                <c:pt idx="89">
                  <c:v>8.2294299999999994E-3</c:v>
                </c:pt>
                <c:pt idx="90">
                  <c:v>8.0851110000000007E-3</c:v>
                </c:pt>
                <c:pt idx="91">
                  <c:v>7.9636519999999999E-3</c:v>
                </c:pt>
                <c:pt idx="92">
                  <c:v>7.7477470000000001E-3</c:v>
                </c:pt>
                <c:pt idx="93">
                  <c:v>7.6181030000000002E-3</c:v>
                </c:pt>
                <c:pt idx="94">
                  <c:v>7.5108190000000002E-3</c:v>
                </c:pt>
                <c:pt idx="95">
                  <c:v>7.4045609999999996E-3</c:v>
                </c:pt>
                <c:pt idx="96">
                  <c:v>7.3142709999999998E-3</c:v>
                </c:pt>
                <c:pt idx="97">
                  <c:v>7.1937279999999999E-3</c:v>
                </c:pt>
                <c:pt idx="98">
                  <c:v>7.0904330000000002E-3</c:v>
                </c:pt>
                <c:pt idx="99">
                  <c:v>7.024059E-3</c:v>
                </c:pt>
                <c:pt idx="100">
                  <c:v>6.9005869999999997E-3</c:v>
                </c:pt>
                <c:pt idx="101">
                  <c:v>6.8353620000000002E-3</c:v>
                </c:pt>
                <c:pt idx="102">
                  <c:v>6.7460640000000004E-3</c:v>
                </c:pt>
                <c:pt idx="103">
                  <c:v>6.6638729999999998E-3</c:v>
                </c:pt>
                <c:pt idx="104">
                  <c:v>6.5803570000000002E-3</c:v>
                </c:pt>
                <c:pt idx="105">
                  <c:v>6.4964530000000001E-3</c:v>
                </c:pt>
                <c:pt idx="106">
                  <c:v>6.4215970000000002E-3</c:v>
                </c:pt>
                <c:pt idx="107">
                  <c:v>6.3564329999999999E-3</c:v>
                </c:pt>
                <c:pt idx="108">
                  <c:v>6.2929029999999999E-3</c:v>
                </c:pt>
                <c:pt idx="109">
                  <c:v>6.2258490000000003E-3</c:v>
                </c:pt>
                <c:pt idx="110">
                  <c:v>6.1633970000000001E-3</c:v>
                </c:pt>
                <c:pt idx="111">
                  <c:v>6.1087499999999996E-3</c:v>
                </c:pt>
                <c:pt idx="112">
                  <c:v>6.0394079999999996E-3</c:v>
                </c:pt>
                <c:pt idx="113">
                  <c:v>5.9863449999999997E-3</c:v>
                </c:pt>
                <c:pt idx="114">
                  <c:v>5.9392949999999998E-3</c:v>
                </c:pt>
                <c:pt idx="115">
                  <c:v>5.8755480000000004E-3</c:v>
                </c:pt>
                <c:pt idx="116">
                  <c:v>5.8224569999999996E-3</c:v>
                </c:pt>
                <c:pt idx="117">
                  <c:v>5.7695810000000002E-3</c:v>
                </c:pt>
                <c:pt idx="118">
                  <c:v>5.7183099999999999E-3</c:v>
                </c:pt>
                <c:pt idx="119">
                  <c:v>5.6763550000000001E-3</c:v>
                </c:pt>
                <c:pt idx="120">
                  <c:v>5.6258460000000003E-3</c:v>
                </c:pt>
                <c:pt idx="121">
                  <c:v>5.5878359999999997E-3</c:v>
                </c:pt>
                <c:pt idx="122">
                  <c:v>5.5395469999999997E-3</c:v>
                </c:pt>
                <c:pt idx="123">
                  <c:v>5.4914550000000001E-3</c:v>
                </c:pt>
                <c:pt idx="124">
                  <c:v>5.4528329999999998E-3</c:v>
                </c:pt>
                <c:pt idx="125">
                  <c:v>5.4106850000000001E-3</c:v>
                </c:pt>
                <c:pt idx="126">
                  <c:v>5.3733080000000003E-3</c:v>
                </c:pt>
                <c:pt idx="127">
                  <c:v>5.3416150000000001E-3</c:v>
                </c:pt>
                <c:pt idx="128">
                  <c:v>5.3021780000000003E-3</c:v>
                </c:pt>
                <c:pt idx="129">
                  <c:v>5.27006E-3</c:v>
                </c:pt>
                <c:pt idx="130">
                  <c:v>5.2397199999999998E-3</c:v>
                </c:pt>
                <c:pt idx="131">
                  <c:v>5.213947E-3</c:v>
                </c:pt>
                <c:pt idx="132">
                  <c:v>5.1775989999999997E-3</c:v>
                </c:pt>
                <c:pt idx="133">
                  <c:v>5.1480390000000001E-3</c:v>
                </c:pt>
                <c:pt idx="134">
                  <c:v>5.1301610000000003E-3</c:v>
                </c:pt>
                <c:pt idx="135">
                  <c:v>5.092671E-3</c:v>
                </c:pt>
                <c:pt idx="136">
                  <c:v>5.0373120000000004E-3</c:v>
                </c:pt>
                <c:pt idx="137">
                  <c:v>5.012262E-3</c:v>
                </c:pt>
                <c:pt idx="138">
                  <c:v>4.9811509999999996E-3</c:v>
                </c:pt>
                <c:pt idx="139">
                  <c:v>4.9529359999999998E-3</c:v>
                </c:pt>
                <c:pt idx="140">
                  <c:v>4.83936E-3</c:v>
                </c:pt>
                <c:pt idx="141">
                  <c:v>4.8135469999999996E-3</c:v>
                </c:pt>
                <c:pt idx="142">
                  <c:v>4.7926990000000001E-3</c:v>
                </c:pt>
                <c:pt idx="143">
                  <c:v>4.761029E-3</c:v>
                </c:pt>
                <c:pt idx="144">
                  <c:v>4.7499589999999998E-3</c:v>
                </c:pt>
                <c:pt idx="145">
                  <c:v>4.7182889999999996E-3</c:v>
                </c:pt>
                <c:pt idx="146">
                  <c:v>1.6902391999999999E-2</c:v>
                </c:pt>
                <c:pt idx="147">
                  <c:v>1.8077711E-2</c:v>
                </c:pt>
                <c:pt idx="148">
                  <c:v>9.3784620000000006E-3</c:v>
                </c:pt>
                <c:pt idx="149">
                  <c:v>7.8637480000000003E-3</c:v>
                </c:pt>
                <c:pt idx="150">
                  <c:v>5.5820519999999997E-3</c:v>
                </c:pt>
                <c:pt idx="151">
                  <c:v>4.9494059999999999E-3</c:v>
                </c:pt>
                <c:pt idx="152">
                  <c:v>4.7451189999999999E-3</c:v>
                </c:pt>
                <c:pt idx="153">
                  <c:v>4.6937919999999996E-3</c:v>
                </c:pt>
                <c:pt idx="154">
                  <c:v>4.6573969999999998E-3</c:v>
                </c:pt>
                <c:pt idx="155">
                  <c:v>4.6247969999999999E-3</c:v>
                </c:pt>
                <c:pt idx="156">
                  <c:v>4.593013E-3</c:v>
                </c:pt>
                <c:pt idx="157">
                  <c:v>4.5621519999999999E-3</c:v>
                </c:pt>
                <c:pt idx="158">
                  <c:v>4.529145E-3</c:v>
                </c:pt>
                <c:pt idx="159">
                  <c:v>4.4960479999999999E-3</c:v>
                </c:pt>
                <c:pt idx="160">
                  <c:v>4.461072E-3</c:v>
                </c:pt>
                <c:pt idx="161">
                  <c:v>4.4195399999999996E-3</c:v>
                </c:pt>
                <c:pt idx="162">
                  <c:v>4.3668839999999997E-3</c:v>
                </c:pt>
                <c:pt idx="163">
                  <c:v>4.3090669999999998E-3</c:v>
                </c:pt>
                <c:pt idx="164">
                  <c:v>4.2493460000000002E-3</c:v>
                </c:pt>
                <c:pt idx="165">
                  <c:v>4.1545469999999998E-3</c:v>
                </c:pt>
                <c:pt idx="166">
                  <c:v>4.0709259999999999E-3</c:v>
                </c:pt>
                <c:pt idx="167">
                  <c:v>3.948554E-3</c:v>
                </c:pt>
                <c:pt idx="168">
                  <c:v>3.7841580000000001E-3</c:v>
                </c:pt>
                <c:pt idx="169">
                  <c:v>3.621488E-3</c:v>
                </c:pt>
                <c:pt idx="170">
                  <c:v>3.451567E-3</c:v>
                </c:pt>
                <c:pt idx="171">
                  <c:v>3.2872489999999999E-3</c:v>
                </c:pt>
                <c:pt idx="172">
                  <c:v>3.1587199999999998E-3</c:v>
                </c:pt>
                <c:pt idx="173">
                  <c:v>3.0476040000000002E-3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E8B-4EF7-AC81-37FF263DAD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217487"/>
        <c:axId val="99228719"/>
      </c:scatterChart>
      <c:valAx>
        <c:axId val="992174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epochs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228719"/>
        <c:crosses val="autoZero"/>
        <c:crossBetween val="midCat"/>
      </c:valAx>
      <c:valAx>
        <c:axId val="9922871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21748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3641537989569488"/>
          <c:y val="8.1406614267258925E-2"/>
          <c:w val="0.14150669802638308"/>
          <c:h val="8.37904767370294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966254218222723"/>
          <c:y val="7.9185888720629302E-2"/>
          <c:w val="0.8120059310767973"/>
          <c:h val="0.73137538934432178"/>
        </c:manualLayout>
      </c:layout>
      <c:scatterChart>
        <c:scatterStyle val="smoothMarker"/>
        <c:varyColors val="0"/>
        <c:ser>
          <c:idx val="3"/>
          <c:order val="0"/>
          <c:tx>
            <c:strRef>
              <c:f>Sheet1!$E$1</c:f>
              <c:strCache>
                <c:ptCount val="1"/>
                <c:pt idx="0">
                  <c:v>loss4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Sheet1!$A$2:$A$175</c:f>
              <c:numCache>
                <c:formatCode>General</c:formatCode>
                <c:ptCount val="17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</c:numCache>
            </c:numRef>
          </c:xVal>
          <c:yVal>
            <c:numRef>
              <c:f>Sheet1!$E$2:$E$175</c:f>
              <c:numCache>
                <c:formatCode>General</c:formatCode>
                <c:ptCount val="174"/>
                <c:pt idx="0">
                  <c:v>0.77458896300000002</c:v>
                </c:pt>
                <c:pt idx="1">
                  <c:v>0.55884632300000003</c:v>
                </c:pt>
                <c:pt idx="2">
                  <c:v>0.43586414800000001</c:v>
                </c:pt>
                <c:pt idx="3">
                  <c:v>0.36587162200000001</c:v>
                </c:pt>
                <c:pt idx="4">
                  <c:v>0.31687283700000002</c:v>
                </c:pt>
                <c:pt idx="5">
                  <c:v>0.27780528999999998</c:v>
                </c:pt>
                <c:pt idx="6">
                  <c:v>0.246715552</c:v>
                </c:pt>
                <c:pt idx="7">
                  <c:v>0.21966171200000001</c:v>
                </c:pt>
                <c:pt idx="8">
                  <c:v>0.19468999300000001</c:v>
                </c:pt>
                <c:pt idx="9">
                  <c:v>0.17410947800000001</c:v>
                </c:pt>
                <c:pt idx="10">
                  <c:v>0.15720179400000001</c:v>
                </c:pt>
                <c:pt idx="11">
                  <c:v>0.14077408899999999</c:v>
                </c:pt>
                <c:pt idx="12">
                  <c:v>0.12752571900000001</c:v>
                </c:pt>
                <c:pt idx="13">
                  <c:v>0.117094537</c:v>
                </c:pt>
                <c:pt idx="14">
                  <c:v>0.105984439</c:v>
                </c:pt>
                <c:pt idx="15">
                  <c:v>9.8579083999999997E-2</c:v>
                </c:pt>
                <c:pt idx="16">
                  <c:v>8.9621281999999997E-2</c:v>
                </c:pt>
                <c:pt idx="17">
                  <c:v>8.3287658000000001E-2</c:v>
                </c:pt>
                <c:pt idx="18">
                  <c:v>7.7374687999999997E-2</c:v>
                </c:pt>
                <c:pt idx="19">
                  <c:v>7.2382858999999994E-2</c:v>
                </c:pt>
                <c:pt idx="20">
                  <c:v>6.7856215999999997E-2</c:v>
                </c:pt>
                <c:pt idx="21">
                  <c:v>6.2376506999999998E-2</c:v>
                </c:pt>
                <c:pt idx="22">
                  <c:v>5.9090662000000002E-2</c:v>
                </c:pt>
                <c:pt idx="23">
                  <c:v>5.4968212000000002E-2</c:v>
                </c:pt>
                <c:pt idx="24">
                  <c:v>5.1946526E-2</c:v>
                </c:pt>
                <c:pt idx="25">
                  <c:v>4.9396010999999997E-2</c:v>
                </c:pt>
                <c:pt idx="26">
                  <c:v>4.7182588999999997E-2</c:v>
                </c:pt>
                <c:pt idx="27">
                  <c:v>4.3779818999999998E-2</c:v>
                </c:pt>
                <c:pt idx="28">
                  <c:v>4.1432463000000003E-2</c:v>
                </c:pt>
                <c:pt idx="29">
                  <c:v>3.8948044000000001E-2</c:v>
                </c:pt>
                <c:pt idx="30">
                  <c:v>3.7133643000000001E-2</c:v>
                </c:pt>
                <c:pt idx="31">
                  <c:v>3.4914661999999999E-2</c:v>
                </c:pt>
                <c:pt idx="32">
                  <c:v>3.3273143999999998E-2</c:v>
                </c:pt>
                <c:pt idx="33">
                  <c:v>3.2583859E-2</c:v>
                </c:pt>
                <c:pt idx="34">
                  <c:v>3.0539052000000001E-2</c:v>
                </c:pt>
                <c:pt idx="35">
                  <c:v>2.9363812999999999E-2</c:v>
                </c:pt>
                <c:pt idx="36">
                  <c:v>3.3564582000000003E-2</c:v>
                </c:pt>
                <c:pt idx="37">
                  <c:v>2.7056383E-2</c:v>
                </c:pt>
                <c:pt idx="38">
                  <c:v>2.5460427000000001E-2</c:v>
                </c:pt>
                <c:pt idx="39">
                  <c:v>2.4716492E-2</c:v>
                </c:pt>
                <c:pt idx="40">
                  <c:v>2.3278561999999999E-2</c:v>
                </c:pt>
                <c:pt idx="41">
                  <c:v>2.253463E-2</c:v>
                </c:pt>
                <c:pt idx="42">
                  <c:v>2.1845941000000001E-2</c:v>
                </c:pt>
                <c:pt idx="43">
                  <c:v>2.1243833E-2</c:v>
                </c:pt>
                <c:pt idx="44">
                  <c:v>2.0387572E-2</c:v>
                </c:pt>
                <c:pt idx="45">
                  <c:v>2.0063668999999999E-2</c:v>
                </c:pt>
                <c:pt idx="46">
                  <c:v>1.9211582000000001E-2</c:v>
                </c:pt>
                <c:pt idx="47">
                  <c:v>1.8567473000000001E-2</c:v>
                </c:pt>
                <c:pt idx="48">
                  <c:v>1.8864817999999998E-2</c:v>
                </c:pt>
                <c:pt idx="49">
                  <c:v>3.0514146999999998E-2</c:v>
                </c:pt>
                <c:pt idx="50">
                  <c:v>1.7995924999999999E-2</c:v>
                </c:pt>
                <c:pt idx="51">
                  <c:v>1.6515858000000001E-2</c:v>
                </c:pt>
                <c:pt idx="52">
                  <c:v>1.5955067999999999E-2</c:v>
                </c:pt>
                <c:pt idx="53">
                  <c:v>1.5526454E-2</c:v>
                </c:pt>
                <c:pt idx="54">
                  <c:v>1.5089088000000001E-2</c:v>
                </c:pt>
                <c:pt idx="55">
                  <c:v>1.4743476E-2</c:v>
                </c:pt>
                <c:pt idx="56">
                  <c:v>1.4351465000000001E-2</c:v>
                </c:pt>
                <c:pt idx="57">
                  <c:v>1.3952783E-2</c:v>
                </c:pt>
                <c:pt idx="58">
                  <c:v>1.3570916000000001E-2</c:v>
                </c:pt>
                <c:pt idx="59">
                  <c:v>1.3248809E-2</c:v>
                </c:pt>
                <c:pt idx="60">
                  <c:v>1.2878872E-2</c:v>
                </c:pt>
                <c:pt idx="61">
                  <c:v>1.4290695000000001E-2</c:v>
                </c:pt>
                <c:pt idx="62">
                  <c:v>1.2501059E-2</c:v>
                </c:pt>
                <c:pt idx="63">
                  <c:v>1.2058645999999999E-2</c:v>
                </c:pt>
                <c:pt idx="64">
                  <c:v>1.1857753E-2</c:v>
                </c:pt>
                <c:pt idx="65">
                  <c:v>1.1602968E-2</c:v>
                </c:pt>
                <c:pt idx="66">
                  <c:v>1.1321947000000001E-2</c:v>
                </c:pt>
                <c:pt idx="67">
                  <c:v>1.1148707000000001E-2</c:v>
                </c:pt>
                <c:pt idx="68">
                  <c:v>1.0922754999999999E-2</c:v>
                </c:pt>
                <c:pt idx="69">
                  <c:v>1.0738320000000001E-2</c:v>
                </c:pt>
                <c:pt idx="70">
                  <c:v>1.0513214E-2</c:v>
                </c:pt>
                <c:pt idx="71">
                  <c:v>1.0504447E-2</c:v>
                </c:pt>
                <c:pt idx="72">
                  <c:v>1.0256705E-2</c:v>
                </c:pt>
                <c:pt idx="73">
                  <c:v>1.0009165E-2</c:v>
                </c:pt>
                <c:pt idx="74">
                  <c:v>1.0060360000000001E-2</c:v>
                </c:pt>
                <c:pt idx="75">
                  <c:v>9.7642639999999999E-3</c:v>
                </c:pt>
                <c:pt idx="76">
                  <c:v>9.602246E-3</c:v>
                </c:pt>
                <c:pt idx="77">
                  <c:v>9.4767979999999998E-3</c:v>
                </c:pt>
                <c:pt idx="78">
                  <c:v>9.4225430000000002E-3</c:v>
                </c:pt>
                <c:pt idx="79">
                  <c:v>9.2172859999999999E-3</c:v>
                </c:pt>
                <c:pt idx="80">
                  <c:v>9.0973709999999999E-3</c:v>
                </c:pt>
                <c:pt idx="81">
                  <c:v>8.9893890000000004E-3</c:v>
                </c:pt>
                <c:pt idx="82">
                  <c:v>8.8775320000000005E-3</c:v>
                </c:pt>
                <c:pt idx="83">
                  <c:v>8.7781089999999992E-3</c:v>
                </c:pt>
                <c:pt idx="84">
                  <c:v>8.4152259999999996E-3</c:v>
                </c:pt>
                <c:pt idx="85">
                  <c:v>8.2952670000000003E-3</c:v>
                </c:pt>
                <c:pt idx="86">
                  <c:v>8.2016369999999995E-3</c:v>
                </c:pt>
                <c:pt idx="87">
                  <c:v>8.0932439999999994E-3</c:v>
                </c:pt>
                <c:pt idx="88">
                  <c:v>7.9904150000000007E-3</c:v>
                </c:pt>
                <c:pt idx="89">
                  <c:v>7.905156E-3</c:v>
                </c:pt>
                <c:pt idx="90">
                  <c:v>7.7901890000000003E-3</c:v>
                </c:pt>
                <c:pt idx="91">
                  <c:v>7.6837870000000001E-3</c:v>
                </c:pt>
                <c:pt idx="92">
                  <c:v>7.584655E-3</c:v>
                </c:pt>
                <c:pt idx="93">
                  <c:v>7.6036929999999999E-3</c:v>
                </c:pt>
                <c:pt idx="94">
                  <c:v>7.4805499999999999E-3</c:v>
                </c:pt>
                <c:pt idx="95">
                  <c:v>7.3051699999999997E-3</c:v>
                </c:pt>
                <c:pt idx="96">
                  <c:v>7.1729250000000001E-3</c:v>
                </c:pt>
                <c:pt idx="97">
                  <c:v>7.0641810000000001E-3</c:v>
                </c:pt>
                <c:pt idx="98">
                  <c:v>6.9572460000000003E-3</c:v>
                </c:pt>
                <c:pt idx="99">
                  <c:v>6.8747840000000001E-3</c:v>
                </c:pt>
                <c:pt idx="100">
                  <c:v>6.7592870000000001E-3</c:v>
                </c:pt>
                <c:pt idx="101">
                  <c:v>6.6456930000000003E-3</c:v>
                </c:pt>
                <c:pt idx="102">
                  <c:v>6.5408200000000001E-3</c:v>
                </c:pt>
                <c:pt idx="103">
                  <c:v>6.4438899999999999E-3</c:v>
                </c:pt>
                <c:pt idx="104">
                  <c:v>7.3462759999999997E-3</c:v>
                </c:pt>
                <c:pt idx="105">
                  <c:v>8.3484839999999998E-3</c:v>
                </c:pt>
                <c:pt idx="106">
                  <c:v>1.0791131000000001E-2</c:v>
                </c:pt>
                <c:pt idx="107">
                  <c:v>8.9090360000000004E-3</c:v>
                </c:pt>
                <c:pt idx="108">
                  <c:v>6.6137030000000003E-3</c:v>
                </c:pt>
                <c:pt idx="109">
                  <c:v>6.1721079999999999E-3</c:v>
                </c:pt>
                <c:pt idx="110">
                  <c:v>6.0499209999999998E-3</c:v>
                </c:pt>
                <c:pt idx="111">
                  <c:v>5.9502629999999999E-3</c:v>
                </c:pt>
                <c:pt idx="112">
                  <c:v>5.8756090000000004E-3</c:v>
                </c:pt>
                <c:pt idx="113">
                  <c:v>5.8005629999999999E-3</c:v>
                </c:pt>
                <c:pt idx="114">
                  <c:v>5.7340689999999996E-3</c:v>
                </c:pt>
                <c:pt idx="115">
                  <c:v>5.6538810000000004E-3</c:v>
                </c:pt>
                <c:pt idx="116">
                  <c:v>5.592199E-3</c:v>
                </c:pt>
                <c:pt idx="117">
                  <c:v>5.5276359999999998E-3</c:v>
                </c:pt>
                <c:pt idx="118">
                  <c:v>5.4744850000000003E-3</c:v>
                </c:pt>
                <c:pt idx="119">
                  <c:v>5.4205340000000003E-3</c:v>
                </c:pt>
                <c:pt idx="120">
                  <c:v>5.372936E-3</c:v>
                </c:pt>
                <c:pt idx="121">
                  <c:v>5.3221579999999996E-3</c:v>
                </c:pt>
                <c:pt idx="122">
                  <c:v>5.2845009999999996E-3</c:v>
                </c:pt>
                <c:pt idx="123">
                  <c:v>5.2389689999999996E-3</c:v>
                </c:pt>
                <c:pt idx="124">
                  <c:v>5.1990079999999998E-3</c:v>
                </c:pt>
                <c:pt idx="125">
                  <c:v>5.1585390000000002E-3</c:v>
                </c:pt>
                <c:pt idx="126">
                  <c:v>5.1286179999999997E-3</c:v>
                </c:pt>
                <c:pt idx="127">
                  <c:v>5.0956730000000002E-3</c:v>
                </c:pt>
                <c:pt idx="128">
                  <c:v>5.0606540000000004E-3</c:v>
                </c:pt>
                <c:pt idx="129">
                  <c:v>5.0260840000000001E-3</c:v>
                </c:pt>
                <c:pt idx="130">
                  <c:v>4.9994749999999998E-3</c:v>
                </c:pt>
                <c:pt idx="131">
                  <c:v>4.9714980000000004E-3</c:v>
                </c:pt>
                <c:pt idx="132">
                  <c:v>4.9448260000000003E-3</c:v>
                </c:pt>
                <c:pt idx="133">
                  <c:v>4.9231709999999996E-3</c:v>
                </c:pt>
                <c:pt idx="134">
                  <c:v>4.8996710000000004E-3</c:v>
                </c:pt>
                <c:pt idx="135">
                  <c:v>4.8790730000000003E-3</c:v>
                </c:pt>
                <c:pt idx="136">
                  <c:v>4.8616809999999996E-3</c:v>
                </c:pt>
                <c:pt idx="137">
                  <c:v>4.8435980000000002E-3</c:v>
                </c:pt>
                <c:pt idx="138">
                  <c:v>4.8297779999999998E-3</c:v>
                </c:pt>
                <c:pt idx="139">
                  <c:v>4.8086960000000003E-3</c:v>
                </c:pt>
                <c:pt idx="140">
                  <c:v>4.7903700000000004E-3</c:v>
                </c:pt>
                <c:pt idx="141">
                  <c:v>4.7762159999999998E-3</c:v>
                </c:pt>
                <c:pt idx="142">
                  <c:v>4.7612749999999997E-3</c:v>
                </c:pt>
                <c:pt idx="143">
                  <c:v>4.7454469999999999E-3</c:v>
                </c:pt>
                <c:pt idx="144">
                  <c:v>4.7336219999999998E-3</c:v>
                </c:pt>
                <c:pt idx="145">
                  <c:v>4.7188020000000002E-3</c:v>
                </c:pt>
                <c:pt idx="146">
                  <c:v>4.7040650000000003E-3</c:v>
                </c:pt>
                <c:pt idx="147">
                  <c:v>4.6896439999999998E-3</c:v>
                </c:pt>
                <c:pt idx="148">
                  <c:v>4.6765360000000002E-3</c:v>
                </c:pt>
                <c:pt idx="149">
                  <c:v>4.6662240000000001E-3</c:v>
                </c:pt>
                <c:pt idx="150">
                  <c:v>4.6601450000000001E-3</c:v>
                </c:pt>
                <c:pt idx="151">
                  <c:v>4.6487639999999997E-3</c:v>
                </c:pt>
                <c:pt idx="152">
                  <c:v>4.6349729999999997E-3</c:v>
                </c:pt>
                <c:pt idx="153">
                  <c:v>4.6220549999999999E-3</c:v>
                </c:pt>
                <c:pt idx="154">
                  <c:v>4.6120930000000003E-3</c:v>
                </c:pt>
                <c:pt idx="155">
                  <c:v>4.602002E-3</c:v>
                </c:pt>
                <c:pt idx="156">
                  <c:v>4.5923220000000002E-3</c:v>
                </c:pt>
                <c:pt idx="157">
                  <c:v>4.5830649999999999E-3</c:v>
                </c:pt>
                <c:pt idx="158">
                  <c:v>4.5777309999999998E-3</c:v>
                </c:pt>
                <c:pt idx="159">
                  <c:v>4.5631040000000001E-3</c:v>
                </c:pt>
                <c:pt idx="160">
                  <c:v>4.553652E-3</c:v>
                </c:pt>
                <c:pt idx="161">
                  <c:v>4.5476120000000004E-3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6BC-40A8-8A19-2FC5DF1040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217487"/>
        <c:axId val="99228719"/>
      </c:scatterChart>
      <c:valAx>
        <c:axId val="992174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epochs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228719"/>
        <c:crosses val="autoZero"/>
        <c:crossBetween val="midCat"/>
      </c:valAx>
      <c:valAx>
        <c:axId val="99228719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21748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4680499028530523"/>
          <c:y val="8.1406614267258925E-2"/>
          <c:w val="0.14150669802638308"/>
          <c:h val="8.37904767370294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loss1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Sheet1!$A$2:$A$301</c:f>
              <c:numCache>
                <c:formatCode>General</c:formatCode>
                <c:ptCount val="3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</c:numCache>
            </c:numRef>
          </c:xVal>
          <c:yVal>
            <c:numRef>
              <c:f>Sheet1!$B$2:$B$301</c:f>
              <c:numCache>
                <c:formatCode>General</c:formatCode>
                <c:ptCount val="300"/>
                <c:pt idx="0">
                  <c:v>1.14515059968604</c:v>
                </c:pt>
                <c:pt idx="1">
                  <c:v>1.07991719553858</c:v>
                </c:pt>
                <c:pt idx="2">
                  <c:v>1.02052222236485</c:v>
                </c:pt>
                <c:pt idx="3">
                  <c:v>0.96852548332509802</c:v>
                </c:pt>
                <c:pt idx="4">
                  <c:v>0.92310637480022395</c:v>
                </c:pt>
                <c:pt idx="5">
                  <c:v>0.88182251255153299</c:v>
                </c:pt>
                <c:pt idx="6">
                  <c:v>0.84121930752972496</c:v>
                </c:pt>
                <c:pt idx="7">
                  <c:v>0.797095882667885</c:v>
                </c:pt>
                <c:pt idx="8">
                  <c:v>0.74690875827318404</c:v>
                </c:pt>
                <c:pt idx="9">
                  <c:v>0.69240047372666302</c:v>
                </c:pt>
                <c:pt idx="10">
                  <c:v>0.63922094796213802</c:v>
                </c:pt>
                <c:pt idx="11">
                  <c:v>0.59266440373692397</c:v>
                </c:pt>
                <c:pt idx="12">
                  <c:v>0.554600760939436</c:v>
                </c:pt>
                <c:pt idx="13">
                  <c:v>0.52438890736302401</c:v>
                </c:pt>
                <c:pt idx="14">
                  <c:v>0.50065087896969696</c:v>
                </c:pt>
                <c:pt idx="15">
                  <c:v>0.48200309693506199</c:v>
                </c:pt>
                <c:pt idx="16">
                  <c:v>0.46728782399119401</c:v>
                </c:pt>
                <c:pt idx="17">
                  <c:v>0.45567055633811299</c:v>
                </c:pt>
                <c:pt idx="18">
                  <c:v>0.44651627010509398</c:v>
                </c:pt>
                <c:pt idx="19">
                  <c:v>0.43920737245577601</c:v>
                </c:pt>
                <c:pt idx="20">
                  <c:v>0.43313039135089898</c:v>
                </c:pt>
                <c:pt idx="21">
                  <c:v>0.42778204761842897</c:v>
                </c:pt>
                <c:pt idx="22">
                  <c:v>0.42284110443900402</c:v>
                </c:pt>
                <c:pt idx="23">
                  <c:v>0.418157576558505</c:v>
                </c:pt>
                <c:pt idx="24">
                  <c:v>0.41369666053888199</c:v>
                </c:pt>
                <c:pt idx="25">
                  <c:v>0.40947952286315498</c:v>
                </c:pt>
                <c:pt idx="26">
                  <c:v>0.40553767165918803</c:v>
                </c:pt>
                <c:pt idx="27">
                  <c:v>0.40188306342186603</c:v>
                </c:pt>
                <c:pt idx="28">
                  <c:v>0.39849604691920398</c:v>
                </c:pt>
                <c:pt idx="29">
                  <c:v>0.395338259173453</c:v>
                </c:pt>
                <c:pt idx="30">
                  <c:v>0.39239018584912999</c:v>
                </c:pt>
                <c:pt idx="31">
                  <c:v>0.38966334237276401</c:v>
                </c:pt>
                <c:pt idx="32">
                  <c:v>0.38713773455070799</c:v>
                </c:pt>
                <c:pt idx="33">
                  <c:v>0.38474186646310998</c:v>
                </c:pt>
                <c:pt idx="34">
                  <c:v>0.38243123915968902</c:v>
                </c:pt>
                <c:pt idx="35">
                  <c:v>0.38021681922670703</c:v>
                </c:pt>
                <c:pt idx="36">
                  <c:v>0.37809222648426999</c:v>
                </c:pt>
                <c:pt idx="37">
                  <c:v>0.37600089033777701</c:v>
                </c:pt>
                <c:pt idx="38">
                  <c:v>0.37388059508808402</c:v>
                </c:pt>
                <c:pt idx="39">
                  <c:v>0.37168767817596299</c:v>
                </c:pt>
                <c:pt idx="40">
                  <c:v>0.369393287482711</c:v>
                </c:pt>
                <c:pt idx="41">
                  <c:v>0.36697642872935698</c:v>
                </c:pt>
                <c:pt idx="42">
                  <c:v>0.364420090815258</c:v>
                </c:pt>
                <c:pt idx="43">
                  <c:v>0.36170998887684602</c:v>
                </c:pt>
                <c:pt idx="44">
                  <c:v>0.35883526366730001</c:v>
                </c:pt>
                <c:pt idx="45">
                  <c:v>0.35579075918752401</c:v>
                </c:pt>
                <c:pt idx="46">
                  <c:v>0.35258032031401099</c:v>
                </c:pt>
                <c:pt idx="47">
                  <c:v>0.34922021793119101</c:v>
                </c:pt>
                <c:pt idx="48">
                  <c:v>0.34574183722101498</c:v>
                </c:pt>
                <c:pt idx="49">
                  <c:v>0.34219258649783202</c:v>
                </c:pt>
                <c:pt idx="50">
                  <c:v>0.33863126033347202</c:v>
                </c:pt>
                <c:pt idx="51">
                  <c:v>0.33511178929163299</c:v>
                </c:pt>
                <c:pt idx="52">
                  <c:v>0.33166420525555801</c:v>
                </c:pt>
                <c:pt idx="53">
                  <c:v>0.32830348400682102</c:v>
                </c:pt>
                <c:pt idx="54">
                  <c:v>0.32506271685292598</c:v>
                </c:pt>
                <c:pt idx="55">
                  <c:v>0.321993847703962</c:v>
                </c:pt>
                <c:pt idx="56">
                  <c:v>0.31912652331249902</c:v>
                </c:pt>
                <c:pt idx="57">
                  <c:v>0.31644527387105198</c:v>
                </c:pt>
                <c:pt idx="58">
                  <c:v>0.31391100675327499</c:v>
                </c:pt>
                <c:pt idx="59">
                  <c:v>0.31149374124699702</c:v>
                </c:pt>
                <c:pt idx="60">
                  <c:v>0.30918272518615902</c:v>
                </c:pt>
                <c:pt idx="61">
                  <c:v>0.30697433570805799</c:v>
                </c:pt>
                <c:pt idx="62">
                  <c:v>0.30485987863166297</c:v>
                </c:pt>
                <c:pt idx="63">
                  <c:v>0.302823854931286</c:v>
                </c:pt>
                <c:pt idx="64">
                  <c:v>0.300847925807323</c:v>
                </c:pt>
                <c:pt idx="65">
                  <c:v>0.29891512199645298</c:v>
                </c:pt>
                <c:pt idx="66">
                  <c:v>0.29701240644922799</c:v>
                </c:pt>
                <c:pt idx="67">
                  <c:v>0.29513135260259798</c:v>
                </c:pt>
                <c:pt idx="68">
                  <c:v>0.29326727555702597</c:v>
                </c:pt>
                <c:pt idx="69">
                  <c:v>0.29141753878244703</c:v>
                </c:pt>
                <c:pt idx="70">
                  <c:v>0.28957998927081502</c:v>
                </c:pt>
                <c:pt idx="71">
                  <c:v>0.28775237545143301</c:v>
                </c:pt>
                <c:pt idx="72">
                  <c:v>0.28593316953896902</c:v>
                </c:pt>
                <c:pt idx="73">
                  <c:v>0.28412363400364699</c:v>
                </c:pt>
                <c:pt idx="74">
                  <c:v>0.28233029009960398</c:v>
                </c:pt>
                <c:pt idx="75">
                  <c:v>0.28056606541131202</c:v>
                </c:pt>
                <c:pt idx="76">
                  <c:v>0.27884799027250301</c:v>
                </c:pt>
                <c:pt idx="77">
                  <c:v>0.27719118072048499</c:v>
                </c:pt>
                <c:pt idx="78">
                  <c:v>0.27560269495711698</c:v>
                </c:pt>
                <c:pt idx="79">
                  <c:v>0.27407980152446798</c:v>
                </c:pt>
                <c:pt idx="80">
                  <c:v>0.27261301560405099</c:v>
                </c:pt>
                <c:pt idx="81">
                  <c:v>0.27119052810352601</c:v>
                </c:pt>
                <c:pt idx="82">
                  <c:v>0.26980127272292298</c:v>
                </c:pt>
                <c:pt idx="83">
                  <c:v>0.26843616480459198</c:v>
                </c:pt>
                <c:pt idx="84">
                  <c:v>0.267088208768955</c:v>
                </c:pt>
                <c:pt idx="85">
                  <c:v>0.26575220460153498</c:v>
                </c:pt>
                <c:pt idx="86">
                  <c:v>0.264424481158059</c:v>
                </c:pt>
                <c:pt idx="87">
                  <c:v>0.26310282139300301</c:v>
                </c:pt>
                <c:pt idx="88">
                  <c:v>0.26178656625175001</c:v>
                </c:pt>
                <c:pt idx="89">
                  <c:v>0.26047675769863099</c:v>
                </c:pt>
                <c:pt idx="90">
                  <c:v>0.259176114504647</c:v>
                </c:pt>
                <c:pt idx="91">
                  <c:v>0.25788868356776401</c:v>
                </c:pt>
                <c:pt idx="92">
                  <c:v>0.25661919847544001</c:v>
                </c:pt>
                <c:pt idx="93">
                  <c:v>0.255372390041748</c:v>
                </c:pt>
                <c:pt idx="94">
                  <c:v>0.25415252633945201</c:v>
                </c:pt>
                <c:pt idx="95">
                  <c:v>0.25296325773414802</c:v>
                </c:pt>
                <c:pt idx="96">
                  <c:v>0.25180760333069901</c:v>
                </c:pt>
                <c:pt idx="97">
                  <c:v>0.25068786194318399</c:v>
                </c:pt>
                <c:pt idx="98">
                  <c:v>0.249605374762747</c:v>
                </c:pt>
                <c:pt idx="99">
                  <c:v>0.24856025054109601</c:v>
                </c:pt>
                <c:pt idx="100">
                  <c:v>0.247551237965662</c:v>
                </c:pt>
                <c:pt idx="101">
                  <c:v>0.24657585853921399</c:v>
                </c:pt>
                <c:pt idx="102">
                  <c:v>0.24563077226997501</c:v>
                </c:pt>
                <c:pt idx="103">
                  <c:v>0.24471224602042299</c:v>
                </c:pt>
                <c:pt idx="104">
                  <c:v>0.24381658307536599</c:v>
                </c:pt>
                <c:pt idx="105">
                  <c:v>0.24294042799268101</c:v>
                </c:pt>
                <c:pt idx="106">
                  <c:v>0.24208092840599099</c:v>
                </c:pt>
                <c:pt idx="107">
                  <c:v>0.24123577941819399</c:v>
                </c:pt>
                <c:pt idx="108">
                  <c:v>0.24040319106844599</c:v>
                </c:pt>
                <c:pt idx="109">
                  <c:v>0.239581815595488</c:v>
                </c:pt>
                <c:pt idx="110">
                  <c:v>0.23877066059232399</c:v>
                </c:pt>
                <c:pt idx="111">
                  <c:v>0.23796900368068599</c:v>
                </c:pt>
                <c:pt idx="112">
                  <c:v>0.23717631662024699</c:v>
                </c:pt>
                <c:pt idx="113">
                  <c:v>0.23639220196271901</c:v>
                </c:pt>
                <c:pt idx="114">
                  <c:v>0.23561634275684901</c:v>
                </c:pt>
                <c:pt idx="115">
                  <c:v>0.23484846462028899</c:v>
                </c:pt>
                <c:pt idx="116">
                  <c:v>0.23408830911544601</c:v>
                </c:pt>
                <c:pt idx="117">
                  <c:v>0.23333561740059999</c:v>
                </c:pt>
                <c:pt idx="118">
                  <c:v>0.23259012332467599</c:v>
                </c:pt>
                <c:pt idx="119">
                  <c:v>0.23185155532303101</c:v>
                </c:pt>
                <c:pt idx="120">
                  <c:v>0.23111964650386699</c:v>
                </c:pt>
                <c:pt idx="121">
                  <c:v>0.23039415203118499</c:v>
                </c:pt>
                <c:pt idx="122">
                  <c:v>0.229674872147553</c:v>
                </c:pt>
                <c:pt idx="123">
                  <c:v>0.228961677844227</c:v>
                </c:pt>
                <c:pt idx="124">
                  <c:v>0.228254534404318</c:v>
                </c:pt>
                <c:pt idx="125">
                  <c:v>0.22755351635717799</c:v>
                </c:pt>
                <c:pt idx="126">
                  <c:v>0.226858806822134</c:v>
                </c:pt>
                <c:pt idx="127">
                  <c:v>0.22617067602634</c:v>
                </c:pt>
                <c:pt idx="128">
                  <c:v>0.22548943860002199</c:v>
                </c:pt>
                <c:pt idx="129">
                  <c:v>0.224815396139595</c:v>
                </c:pt>
                <c:pt idx="130">
                  <c:v>0.22414877768296501</c:v>
                </c:pt>
                <c:pt idx="131">
                  <c:v>0.22348969277970601</c:v>
                </c:pt>
                <c:pt idx="132">
                  <c:v>0.22283810815248301</c:v>
                </c:pt>
                <c:pt idx="133">
                  <c:v>0.22219385116723001</c:v>
                </c:pt>
                <c:pt idx="134">
                  <c:v>0.22155663533534101</c:v>
                </c:pt>
                <c:pt idx="135">
                  <c:v>0.22092609830158699</c:v>
                </c:pt>
                <c:pt idx="136">
                  <c:v>0.22030184227066699</c:v>
                </c:pt>
                <c:pt idx="137">
                  <c:v>0.21968346937646599</c:v>
                </c:pt>
                <c:pt idx="138">
                  <c:v>0.21907060808557</c:v>
                </c:pt>
                <c:pt idx="139">
                  <c:v>0.21846292981741799</c:v>
                </c:pt>
                <c:pt idx="140">
                  <c:v>0.21786015692067801</c:v>
                </c:pt>
                <c:pt idx="141">
                  <c:v>0.21726206400834899</c:v>
                </c:pt>
                <c:pt idx="142">
                  <c:v>0.21666847475725001</c:v>
                </c:pt>
                <c:pt idx="143">
                  <c:v>0.21607925597963701</c:v>
                </c:pt>
                <c:pt idx="144">
                  <c:v>0.215494310339849</c:v>
                </c:pt>
                <c:pt idx="145">
                  <c:v>0.214913568669413</c:v>
                </c:pt>
                <c:pt idx="146">
                  <c:v>0.21433698249633601</c:v>
                </c:pt>
                <c:pt idx="147">
                  <c:v>0.21376451716214701</c:v>
                </c:pt>
                <c:pt idx="148">
                  <c:v>0.21319614574116699</c:v>
                </c:pt>
                <c:pt idx="149">
                  <c:v>0.21263184387878101</c:v>
                </c:pt>
                <c:pt idx="150">
                  <c:v>0.21207158560681599</c:v>
                </c:pt>
                <c:pt idx="151">
                  <c:v>0.21151534015610701</c:v>
                </c:pt>
                <c:pt idx="152">
                  <c:v>0.21096306975561199</c:v>
                </c:pt>
                <c:pt idx="153">
                  <c:v>0.21041472837658801</c:v>
                </c:pt>
                <c:pt idx="154">
                  <c:v>0.20987026134662101</c:v>
                </c:pt>
                <c:pt idx="155">
                  <c:v>0.209329605723411</c:v>
                </c:pt>
                <c:pt idx="156">
                  <c:v>0.20879269128627101</c:v>
                </c:pt>
                <c:pt idx="157">
                  <c:v>0.20825944197938501</c:v>
                </c:pt>
                <c:pt idx="158">
                  <c:v>0.20772977762932701</c:v>
                </c:pt>
                <c:pt idx="159">
                  <c:v>0.20720361576261201</c:v>
                </c:pt>
                <c:pt idx="160">
                  <c:v>0.20668087336680199</c:v>
                </c:pt>
                <c:pt idx="161">
                  <c:v>0.20616146846841299</c:v>
                </c:pt>
                <c:pt idx="162">
                  <c:v>0.20564532143804801</c:v>
                </c:pt>
                <c:pt idx="163">
                  <c:v>0.20513235597275201</c:v>
                </c:pt>
                <c:pt idx="164">
                  <c:v>0.20462249974278399</c:v>
                </c:pt>
                <c:pt idx="165">
                  <c:v>0.204115684721075</c:v>
                </c:pt>
                <c:pt idx="166">
                  <c:v>0.20361184723644099</c:v>
                </c:pt>
                <c:pt idx="167">
                  <c:v>0.20311092780547099</c:v>
                </c:pt>
                <c:pt idx="168">
                  <c:v>0.202612870803595</c:v>
                </c:pt>
                <c:pt idx="169">
                  <c:v>0.20211762403449901</c:v>
                </c:pt>
                <c:pt idx="170">
                  <c:v>0.20162513825087899</c:v>
                </c:pt>
                <c:pt idx="171">
                  <c:v>0.20113536667027601</c:v>
                </c:pt>
                <c:pt idx="172">
                  <c:v>0.20064826451927001</c:v>
                </c:pt>
                <c:pt idx="173">
                  <c:v>0.200163788628827</c:v>
                </c:pt>
                <c:pt idx="174">
                  <c:v>0.19968189709418799</c:v>
                </c:pt>
                <c:pt idx="175">
                  <c:v>0.199202549004734</c:v>
                </c:pt>
                <c:pt idx="176">
                  <c:v>0.198725704243079</c:v>
                </c:pt>
                <c:pt idx="177">
                  <c:v>0.198251323348241</c:v>
                </c:pt>
                <c:pt idx="178">
                  <c:v>0.19777936743481001</c:v>
                </c:pt>
                <c:pt idx="179">
                  <c:v>0.19730979815857999</c:v>
                </c:pt>
                <c:pt idx="180">
                  <c:v>0.19684257771854899</c:v>
                </c:pt>
                <c:pt idx="181">
                  <c:v>0.19637766888556901</c:v>
                </c:pt>
                <c:pt idx="182">
                  <c:v>0.195915035048705</c:v>
                </c:pt>
                <c:pt idx="183">
                  <c:v>0.19545464027158499</c:v>
                </c:pt>
                <c:pt idx="184">
                  <c:v>0.19499644935230401</c:v>
                </c:pt>
                <c:pt idx="185">
                  <c:v>0.194540427881818</c:v>
                </c:pt>
                <c:pt idx="186">
                  <c:v>0.194086542297085</c:v>
                </c:pt>
                <c:pt idx="187">
                  <c:v>0.193634759926338</c:v>
                </c:pt>
                <c:pt idx="188">
                  <c:v>0.19318504902491901</c:v>
                </c:pt>
                <c:pt idx="189">
                  <c:v>0.19273737880094399</c:v>
                </c:pt>
                <c:pt idx="190">
                  <c:v>0.19229171943072201</c:v>
                </c:pt>
                <c:pt idx="191">
                  <c:v>0.19184804206436701</c:v>
                </c:pt>
                <c:pt idx="192">
                  <c:v>0.19140631882239501</c:v>
                </c:pt>
                <c:pt idx="193">
                  <c:v>0.190966522784313</c:v>
                </c:pt>
                <c:pt idx="194">
                  <c:v>0.19052862797035799</c:v>
                </c:pt>
                <c:pt idx="195">
                  <c:v>0.19009260931756899</c:v>
                </c:pt>
                <c:pt idx="196">
                  <c:v>0.18965844265134599</c:v>
                </c:pt>
                <c:pt idx="197">
                  <c:v>0.18922610465360101</c:v>
                </c:pt>
                <c:pt idx="198">
                  <c:v>0.18879557282850701</c:v>
                </c:pt>
                <c:pt idx="199">
                  <c:v>0.18836682546672001</c:v>
                </c:pt>
                <c:pt idx="200">
                  <c:v>0.187939841608849</c:v>
                </c:pt>
                <c:pt idx="201">
                  <c:v>0.18751460100880801</c:v>
                </c:pt>
                <c:pt idx="202">
                  <c:v>0.18709108409759001</c:v>
                </c:pt>
                <c:pt idx="203">
                  <c:v>0.18666927194786301</c:v>
                </c:pt>
                <c:pt idx="204">
                  <c:v>0.186249146239721</c:v>
                </c:pt>
                <c:pt idx="205">
                  <c:v>0.18583068922782101</c:v>
                </c:pt>
                <c:pt idx="206">
                  <c:v>0.18541388371006601</c:v>
                </c:pt>
                <c:pt idx="207">
                  <c:v>0.184998712997927</c:v>
                </c:pt>
                <c:pt idx="208">
                  <c:v>0.18458516088846799</c:v>
                </c:pt>
                <c:pt idx="209">
                  <c:v>0.18417321163806399</c:v>
                </c:pt>
                <c:pt idx="210">
                  <c:v>0.18376284993780301</c:v>
                </c:pt>
                <c:pt idx="211">
                  <c:v>0.18335406089050599</c:v>
                </c:pt>
                <c:pt idx="212">
                  <c:v>0.18294682998932399</c:v>
                </c:pt>
                <c:pt idx="213">
                  <c:v>0.182541143097813</c:v>
                </c:pt>
                <c:pt idx="214">
                  <c:v>0.18213698643140999</c:v>
                </c:pt>
                <c:pt idx="215">
                  <c:v>0.18173434654022499</c:v>
                </c:pt>
                <c:pt idx="216">
                  <c:v>0.18133321029305999</c:v>
                </c:pt>
                <c:pt idx="217">
                  <c:v>0.18093356486255499</c:v>
                </c:pt>
                <c:pt idx="218">
                  <c:v>0.18053539771139099</c:v>
                </c:pt>
                <c:pt idx="219">
                  <c:v>0.18013869657946499</c:v>
                </c:pt>
                <c:pt idx="220">
                  <c:v>0.17974344947195001</c:v>
                </c:pt>
                <c:pt idx="221">
                  <c:v>0.17934964464818801</c:v>
                </c:pt>
                <c:pt idx="222">
                  <c:v>0.17895727061132699</c:v>
                </c:pt>
                <c:pt idx="223">
                  <c:v>0.17856631609866999</c:v>
                </c:pt>
                <c:pt idx="224">
                  <c:v>0.17817677007265401</c:v>
                </c:pt>
                <c:pt idx="225">
                  <c:v>0.17778862171242599</c:v>
                </c:pt>
                <c:pt idx="226">
                  <c:v>0.177401860405969</c:v>
                </c:pt>
                <c:pt idx="227">
                  <c:v>0.17701647574273099</c:v>
                </c:pt>
                <c:pt idx="228">
                  <c:v>0.17663245750673001</c:v>
                </c:pt>
                <c:pt idx="229">
                  <c:v>0.176249795670093</c:v>
                </c:pt>
                <c:pt idx="230">
                  <c:v>0.175868480387008</c:v>
                </c:pt>
                <c:pt idx="231">
                  <c:v>0.17548850198805799</c:v>
                </c:pt>
                <c:pt idx="232">
                  <c:v>0.17510985097491699</c:v>
                </c:pt>
                <c:pt idx="233">
                  <c:v>0.17473251801538101</c:v>
                </c:pt>
                <c:pt idx="234">
                  <c:v>0.17435649393872199</c:v>
                </c:pt>
                <c:pt idx="235">
                  <c:v>0.17398176973134399</c:v>
                </c:pt>
                <c:pt idx="236">
                  <c:v>0.17360833653271901</c:v>
                </c:pt>
                <c:pt idx="237">
                  <c:v>0.173236185631606</c:v>
                </c:pt>
                <c:pt idx="238">
                  <c:v>0.172865308462509</c:v>
                </c:pt>
                <c:pt idx="239">
                  <c:v>0.172495696602399</c:v>
                </c:pt>
                <c:pt idx="240">
                  <c:v>0.17212734176764899</c:v>
                </c:pt>
                <c:pt idx="241">
                  <c:v>0.17176023581120001</c:v>
                </c:pt>
                <c:pt idx="242">
                  <c:v>0.171394370719928</c:v>
                </c:pt>
                <c:pt idx="243">
                  <c:v>0.17102973861220699</c:v>
                </c:pt>
                <c:pt idx="244">
                  <c:v>0.17066633173565299</c:v>
                </c:pt>
                <c:pt idx="245">
                  <c:v>0.170304142465041</c:v>
                </c:pt>
                <c:pt idx="246">
                  <c:v>0.16994316330038101</c:v>
                </c:pt>
                <c:pt idx="247">
                  <c:v>0.16958338686513799</c:v>
                </c:pt>
                <c:pt idx="248">
                  <c:v>0.169224805904579</c:v>
                </c:pt>
                <c:pt idx="249">
                  <c:v>0.16886741328425101</c:v>
                </c:pt>
                <c:pt idx="250">
                  <c:v>0.16851120198855099</c:v>
                </c:pt>
                <c:pt idx="251">
                  <c:v>0.16815616511939199</c:v>
                </c:pt>
                <c:pt idx="252">
                  <c:v>0.167802295894941</c:v>
                </c:pt>
                <c:pt idx="253">
                  <c:v>0.167449587648413</c:v>
                </c:pt>
                <c:pt idx="254">
                  <c:v>0.16709803382690899</c:v>
                </c:pt>
                <c:pt idx="255">
                  <c:v>0.16674762799027301</c:v>
                </c:pt>
                <c:pt idx="256">
                  <c:v>0.16639836380995701</c:v>
                </c:pt>
                <c:pt idx="257">
                  <c:v>0.16605023506787001</c:v>
                </c:pt>
                <c:pt idx="258">
                  <c:v>0.16570323565519501</c:v>
                </c:pt>
                <c:pt idx="259">
                  <c:v>0.165357359571152</c:v>
                </c:pt>
                <c:pt idx="260">
                  <c:v>0.16501260092169101</c:v>
                </c:pt>
                <c:pt idx="261">
                  <c:v>0.164668953918093</c:v>
                </c:pt>
                <c:pt idx="262">
                  <c:v>0.16432641287545799</c:v>
                </c:pt>
                <c:pt idx="263">
                  <c:v>0.163984972211069</c:v>
                </c:pt>
                <c:pt idx="264">
                  <c:v>0.163644626442604</c:v>
                </c:pt>
                <c:pt idx="265">
                  <c:v>0.16330537018618299</c:v>
                </c:pt>
                <c:pt idx="266">
                  <c:v>0.16296719815424199</c:v>
                </c:pt>
                <c:pt idx="267">
                  <c:v>0.162630105153212</c:v>
                </c:pt>
                <c:pt idx="268">
                  <c:v>0.162294086080986</c:v>
                </c:pt>
                <c:pt idx="269">
                  <c:v>0.16195913592418701</c:v>
                </c:pt>
                <c:pt idx="270">
                  <c:v>0.16162524975520401</c:v>
                </c:pt>
                <c:pt idx="271">
                  <c:v>0.16129242272901401</c:v>
                </c:pt>
                <c:pt idx="272">
                  <c:v>0.160960650079776</c:v>
                </c:pt>
                <c:pt idx="273">
                  <c:v>0.160629927117207</c:v>
                </c:pt>
                <c:pt idx="274">
                  <c:v>0.16030024922275299</c:v>
                </c:pt>
                <c:pt idx="275">
                  <c:v>0.159971611845554</c:v>
                </c:pt>
                <c:pt idx="276">
                  <c:v>0.15964401049822399</c:v>
                </c:pt>
                <c:pt idx="277">
                  <c:v>0.15931744075247101</c:v>
                </c:pt>
                <c:pt idx="278">
                  <c:v>0.15899189823457399</c:v>
                </c:pt>
                <c:pt idx="279">
                  <c:v>0.15866737862073599</c:v>
                </c:pt>
                <c:pt idx="280">
                  <c:v>0.15834387763236499</c:v>
                </c:pt>
                <c:pt idx="281">
                  <c:v>0.15802139103128801</c:v>
                </c:pt>
                <c:pt idx="282">
                  <c:v>0.157699914614952</c:v>
                </c:pt>
                <c:pt idx="283">
                  <c:v>0.15737944421164399</c:v>
                </c:pt>
                <c:pt idx="284">
                  <c:v>0.15705997567575999</c:v>
                </c:pt>
                <c:pt idx="285">
                  <c:v>0.15674150488317201</c:v>
                </c:pt>
                <c:pt idx="286">
                  <c:v>0.15642402772672301</c:v>
                </c:pt>
                <c:pt idx="287">
                  <c:v>0.15610754011188399</c:v>
                </c:pt>
                <c:pt idx="288">
                  <c:v>0.155792037952622</c:v>
                </c:pt>
                <c:pt idx="289">
                  <c:v>0.155477517167489</c:v>
                </c:pt>
                <c:pt idx="290">
                  <c:v>0.155163973675983</c:v>
                </c:pt>
                <c:pt idx="291">
                  <c:v>0.15485140339519099</c:v>
                </c:pt>
                <c:pt idx="292">
                  <c:v>0.15453980223674299</c:v>
                </c:pt>
                <c:pt idx="293">
                  <c:v>0.15422916610408799</c:v>
                </c:pt>
                <c:pt idx="294">
                  <c:v>0.153919490890112</c:v>
                </c:pt>
                <c:pt idx="295">
                  <c:v>0.153610772475096</c:v>
                </c:pt>
                <c:pt idx="296">
                  <c:v>0.15330300672502201</c:v>
                </c:pt>
                <c:pt idx="297">
                  <c:v>0.152996189490227</c:v>
                </c:pt>
                <c:pt idx="298">
                  <c:v>0.15269031660438501</c:v>
                </c:pt>
                <c:pt idx="299">
                  <c:v>0.152385383883825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F1F-4A77-9C84-B93BD363AF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6565728"/>
        <c:axId val="1906579456"/>
      </c:scatterChart>
      <c:valAx>
        <c:axId val="1906565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6579456"/>
        <c:crosses val="autoZero"/>
        <c:crossBetween val="midCat"/>
      </c:valAx>
      <c:valAx>
        <c:axId val="190657945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out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656572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3461030439376901"/>
          <c:y val="0.15161653450084181"/>
          <c:w val="0.1574027678358387"/>
          <c:h val="7.56749075945703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loss2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Sheet1!$A$2:$A$301</c:f>
              <c:numCache>
                <c:formatCode>General</c:formatCode>
                <c:ptCount val="3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</c:numCache>
            </c:numRef>
          </c:xVal>
          <c:yVal>
            <c:numRef>
              <c:f>Sheet1!$C$2:$C$301</c:f>
              <c:numCache>
                <c:formatCode>General</c:formatCode>
                <c:ptCount val="300"/>
                <c:pt idx="0">
                  <c:v>0.90568086523848501</c:v>
                </c:pt>
                <c:pt idx="1">
                  <c:v>0.83130388768843799</c:v>
                </c:pt>
                <c:pt idx="2">
                  <c:v>0.76042118076966103</c:v>
                </c:pt>
                <c:pt idx="3">
                  <c:v>0.70898648472171499</c:v>
                </c:pt>
                <c:pt idx="4">
                  <c:v>0.67327386002314404</c:v>
                </c:pt>
                <c:pt idx="5">
                  <c:v>0.64387639342802605</c:v>
                </c:pt>
                <c:pt idx="6">
                  <c:v>0.61732658251536199</c:v>
                </c:pt>
                <c:pt idx="7">
                  <c:v>0.59406318175953599</c:v>
                </c:pt>
                <c:pt idx="8">
                  <c:v>0.57479879536406597</c:v>
                </c:pt>
                <c:pt idx="9">
                  <c:v>0.55951259973796696</c:v>
                </c:pt>
                <c:pt idx="10">
                  <c:v>0.54753821318982099</c:v>
                </c:pt>
                <c:pt idx="11">
                  <c:v>0.53809328010554902</c:v>
                </c:pt>
                <c:pt idx="12">
                  <c:v>0.53028622045663898</c:v>
                </c:pt>
                <c:pt idx="13">
                  <c:v>0.52333503200101805</c:v>
                </c:pt>
                <c:pt idx="14">
                  <c:v>0.51687180246379505</c:v>
                </c:pt>
                <c:pt idx="15">
                  <c:v>0.51097701295989095</c:v>
                </c:pt>
                <c:pt idx="16">
                  <c:v>0.50571366500341897</c:v>
                </c:pt>
                <c:pt idx="17">
                  <c:v>0.50085776763710799</c:v>
                </c:pt>
                <c:pt idx="18">
                  <c:v>0.49622595217447202</c:v>
                </c:pt>
                <c:pt idx="19">
                  <c:v>0.49182464293397798</c:v>
                </c:pt>
                <c:pt idx="20">
                  <c:v>0.48776407299762298</c:v>
                </c:pt>
                <c:pt idx="21">
                  <c:v>0.48414861704879902</c:v>
                </c:pt>
                <c:pt idx="22">
                  <c:v>0.48102057018120897</c:v>
                </c:pt>
                <c:pt idx="23">
                  <c:v>0.47834364390360401</c:v>
                </c:pt>
                <c:pt idx="24">
                  <c:v>0.476029572497495</c:v>
                </c:pt>
                <c:pt idx="25">
                  <c:v>0.47398260215750299</c:v>
                </c:pt>
                <c:pt idx="26">
                  <c:v>0.47212463040614899</c:v>
                </c:pt>
                <c:pt idx="27">
                  <c:v>0.47039926655994302</c:v>
                </c:pt>
                <c:pt idx="28">
                  <c:v>0.46876675147868402</c:v>
                </c:pt>
                <c:pt idx="29">
                  <c:v>0.46719797384019901</c:v>
                </c:pt>
                <c:pt idx="30">
                  <c:v>0.46567081637282998</c:v>
                </c:pt>
                <c:pt idx="31">
                  <c:v>0.46416936475422799</c:v>
                </c:pt>
                <c:pt idx="32">
                  <c:v>0.46268534096067199</c:v>
                </c:pt>
                <c:pt idx="33">
                  <c:v>0.46121966501246198</c:v>
                </c:pt>
                <c:pt idx="34">
                  <c:v>0.45978078784290499</c:v>
                </c:pt>
                <c:pt idx="35">
                  <c:v>0.45837904486968301</c:v>
                </c:pt>
                <c:pt idx="36">
                  <c:v>0.45702117114331903</c:v>
                </c:pt>
                <c:pt idx="37">
                  <c:v>0.45570851889043301</c:v>
                </c:pt>
                <c:pt idx="38">
                  <c:v>0.45443834828186702</c:v>
                </c:pt>
                <c:pt idx="39">
                  <c:v>0.453206133659184</c:v>
                </c:pt>
                <c:pt idx="40">
                  <c:v>0.45200742099878199</c:v>
                </c:pt>
                <c:pt idx="41">
                  <c:v>0.45083868978653902</c:v>
                </c:pt>
                <c:pt idx="42">
                  <c:v>0.44969739808192699</c:v>
                </c:pt>
                <c:pt idx="43">
                  <c:v>0.44858163261516898</c:v>
                </c:pt>
                <c:pt idx="44">
                  <c:v>0.44748969443159398</c:v>
                </c:pt>
                <c:pt idx="45">
                  <c:v>0.44641978989291298</c:v>
                </c:pt>
                <c:pt idx="46">
                  <c:v>0.44536988192433202</c:v>
                </c:pt>
                <c:pt idx="47">
                  <c:v>0.44433769128232897</c:v>
                </c:pt>
                <c:pt idx="48">
                  <c:v>0.44332080328087797</c:v>
                </c:pt>
                <c:pt idx="49">
                  <c:v>0.44231682367075398</c:v>
                </c:pt>
                <c:pt idx="50">
                  <c:v>0.44132353425670301</c:v>
                </c:pt>
                <c:pt idx="51">
                  <c:v>0.44033901579109402</c:v>
                </c:pt>
                <c:pt idx="52">
                  <c:v>0.43936172313146199</c:v>
                </c:pt>
                <c:pt idx="53">
                  <c:v>0.43839051068074603</c:v>
                </c:pt>
                <c:pt idx="54">
                  <c:v>0.43742461436754099</c:v>
                </c:pt>
                <c:pt idx="55">
                  <c:v>0.43646360105492399</c:v>
                </c:pt>
                <c:pt idx="56">
                  <c:v>0.43550729821533302</c:v>
                </c:pt>
                <c:pt idx="57">
                  <c:v>0.434555716462109</c:v>
                </c:pt>
                <c:pt idx="58">
                  <c:v>0.43360897552945199</c:v>
                </c:pt>
                <c:pt idx="59">
                  <c:v>0.432667241177913</c:v>
                </c:pt>
                <c:pt idx="60">
                  <c:v>0.43173067703961499</c:v>
                </c:pt>
                <c:pt idx="61">
                  <c:v>0.43079941230235003</c:v>
                </c:pt>
                <c:pt idx="62">
                  <c:v>0.42987352381764898</c:v>
                </c:pt>
                <c:pt idx="63">
                  <c:v>0.42895302985931499</c:v>
                </c:pt>
                <c:pt idx="64">
                  <c:v>0.428037892265766</c:v>
                </c:pt>
                <c:pt idx="65">
                  <c:v>0.42712802384325499</c:v>
                </c:pt>
                <c:pt idx="66">
                  <c:v>0.42622329842468798</c:v>
                </c:pt>
                <c:pt idx="67">
                  <c:v>0.42532356164360002</c:v>
                </c:pt>
                <c:pt idx="68">
                  <c:v>0.42442864113530898</c:v>
                </c:pt>
                <c:pt idx="69">
                  <c:v>0.42353835542764201</c:v>
                </c:pt>
                <c:pt idx="70">
                  <c:v>0.42265252119775099</c:v>
                </c:pt>
                <c:pt idx="71">
                  <c:v>0.42177095885203703</c:v>
                </c:pt>
                <c:pt idx="72">
                  <c:v>0.42089349655491798</c:v>
                </c:pt>
                <c:pt idx="73">
                  <c:v>0.42001997291761101</c:v>
                </c:pt>
                <c:pt idx="74">
                  <c:v>0.419150238587225</c:v>
                </c:pt>
                <c:pt idx="75">
                  <c:v>0.418284156971442</c:v>
                </c:pt>
                <c:pt idx="76">
                  <c:v>0.41742160431085901</c:v>
                </c:pt>
                <c:pt idx="77">
                  <c:v>0.41656246928025997</c:v>
                </c:pt>
                <c:pt idx="78">
                  <c:v>0.41570665226807402</c:v>
                </c:pt>
                <c:pt idx="79">
                  <c:v>0.41485406445323902</c:v>
                </c:pt>
                <c:pt idx="80">
                  <c:v>0.41400462677225203</c:v>
                </c:pt>
                <c:pt idx="81">
                  <c:v>0.41315826884667201</c:v>
                </c:pt>
                <c:pt idx="82">
                  <c:v>0.41231492792254099</c:v>
                </c:pt>
                <c:pt idx="83">
                  <c:v>0.41147454785791698</c:v>
                </c:pt>
                <c:pt idx="84">
                  <c:v>0.41063707818234602</c:v>
                </c:pt>
                <c:pt idx="85">
                  <c:v>0.40980247324239399</c:v>
                </c:pt>
                <c:pt idx="86">
                  <c:v>0.40897069143988102</c:v>
                </c:pt>
                <c:pt idx="87">
                  <c:v>0.40814169456386201</c:v>
                </c:pt>
                <c:pt idx="88">
                  <c:v>0.40731544721344798</c:v>
                </c:pt>
                <c:pt idx="89">
                  <c:v>0.40649191630589498</c:v>
                </c:pt>
                <c:pt idx="90">
                  <c:v>0.40567107066282498</c:v>
                </c:pt>
                <c:pt idx="91">
                  <c:v>0.40485288066668401</c:v>
                </c:pt>
                <c:pt idx="92">
                  <c:v>0.40403731797939602</c:v>
                </c:pt>
                <c:pt idx="93">
                  <c:v>0.40322435531543599</c:v>
                </c:pt>
                <c:pt idx="94">
                  <c:v>0.40241396626204901</c:v>
                </c:pt>
                <c:pt idx="95">
                  <c:v>0.40160612514000499</c:v>
                </c:pt>
                <c:pt idx="96">
                  <c:v>0.40080080689889702</c:v>
                </c:pt>
                <c:pt idx="97">
                  <c:v>0.399997987041671</c:v>
                </c:pt>
                <c:pt idx="98">
                  <c:v>0.39919764157359899</c:v>
                </c:pt>
                <c:pt idx="99">
                  <c:v>0.39839974697144998</c:v>
                </c:pt>
                <c:pt idx="100">
                  <c:v>0.39760428016902499</c:v>
                </c:pt>
                <c:pt idx="101">
                  <c:v>0.39681121855561702</c:v>
                </c:pt>
                <c:pt idx="102">
                  <c:v>0.396020539984346</c:v>
                </c:pt>
                <c:pt idx="103">
                  <c:v>0.395232222787608</c:v>
                </c:pt>
                <c:pt idx="104">
                  <c:v>0.394446245797266</c:v>
                </c:pt>
                <c:pt idx="105">
                  <c:v>0.39366258836745899</c:v>
                </c:pt>
                <c:pt idx="106">
                  <c:v>0.39288123039824702</c:v>
                </c:pt>
                <c:pt idx="107">
                  <c:v>0.39210215235853701</c:v>
                </c:pt>
                <c:pt idx="108">
                  <c:v>0.391325335306967</c:v>
                </c:pt>
                <c:pt idx="109">
                  <c:v>0.390550760909607</c:v>
                </c:pt>
                <c:pt idx="110">
                  <c:v>0.38977841145346898</c:v>
                </c:pt>
                <c:pt idx="111">
                  <c:v>0.389008269854908</c:v>
                </c:pt>
                <c:pt idx="112">
                  <c:v>0.38824031966210298</c:v>
                </c:pt>
                <c:pt idx="113">
                  <c:v>0.38747454505086598</c:v>
                </c:pt>
                <c:pt idx="114">
                  <c:v>0.38671093081317798</c:v>
                </c:pt>
                <c:pt idx="115">
                  <c:v>0.38594946233799299</c:v>
                </c:pt>
                <c:pt idx="116">
                  <c:v>0.385190125584151</c:v>
                </c:pt>
                <c:pt idx="117">
                  <c:v>0.38443290704558197</c:v>
                </c:pt>
                <c:pt idx="118">
                  <c:v>0.38367779370940203</c:v>
                </c:pt>
                <c:pt idx="119">
                  <c:v>0.38292477300803901</c:v>
                </c:pt>
                <c:pt idx="120">
                  <c:v>0.38217383276698602</c:v>
                </c:pt>
                <c:pt idx="121">
                  <c:v>0.38142496115022301</c:v>
                </c:pt>
                <c:pt idx="122">
                  <c:v>0.38067814660567201</c:v>
                </c:pt>
                <c:pt idx="123">
                  <c:v>0.37993337781312198</c:v>
                </c:pt>
                <c:pt idx="124">
                  <c:v>0.37919064363695298</c:v>
                </c:pt>
                <c:pt idx="125">
                  <c:v>0.378449933085656</c:v>
                </c:pt>
                <c:pt idx="126">
                  <c:v>0.37771123527955802</c:v>
                </c:pt>
                <c:pt idx="127">
                  <c:v>0.37697453942751702</c:v>
                </c:pt>
                <c:pt idx="128">
                  <c:v>0.376239834812644</c:v>
                </c:pt>
                <c:pt idx="129">
                  <c:v>0.37550711078643401</c:v>
                </c:pt>
                <c:pt idx="130">
                  <c:v>0.37477635677016802</c:v>
                </c:pt>
                <c:pt idx="131">
                  <c:v>0.37404756226208902</c:v>
                </c:pt>
                <c:pt idx="132">
                  <c:v>0.37332071684866802</c:v>
                </c:pt>
                <c:pt idx="133">
                  <c:v>0.37259581021831201</c:v>
                </c:pt>
                <c:pt idx="134">
                  <c:v>0.371872832175974</c:v>
                </c:pt>
                <c:pt idx="135">
                  <c:v>0.37115177265741001</c:v>
                </c:pt>
                <c:pt idx="136">
                  <c:v>0.37043262174210301</c:v>
                </c:pt>
                <c:pt idx="137">
                  <c:v>0.36971536966417601</c:v>
                </c:pt>
                <c:pt idx="138">
                  <c:v>0.36900000682092998</c:v>
                </c:pt>
                <c:pt idx="139">
                  <c:v>0.36828652377885501</c:v>
                </c:pt>
                <c:pt idx="140">
                  <c:v>0.36757491127717301</c:v>
                </c:pt>
                <c:pt idx="141">
                  <c:v>0.36686516022909998</c:v>
                </c:pt>
                <c:pt idx="142">
                  <c:v>0.36615726172110502</c:v>
                </c:pt>
                <c:pt idx="143">
                  <c:v>0.36545120701049499</c:v>
                </c:pt>
                <c:pt idx="144">
                  <c:v>0.36474698752165102</c:v>
                </c:pt>
                <c:pt idx="145">
                  <c:v>0.36404459484125401</c:v>
                </c:pt>
                <c:pt idx="146">
                  <c:v>0.36334402071278799</c:v>
                </c:pt>
                <c:pt idx="147">
                  <c:v>0.36264525703057898</c:v>
                </c:pt>
                <c:pt idx="148">
                  <c:v>0.36194829583360599</c:v>
                </c:pt>
                <c:pt idx="149">
                  <c:v>0.36125312929924103</c:v>
                </c:pt>
                <c:pt idx="150">
                  <c:v>0.360559749737073</c:v>
                </c:pt>
                <c:pt idx="151">
                  <c:v>0.35986814958291402</c:v>
                </c:pt>
                <c:pt idx="152">
                  <c:v>0.359178321393059</c:v>
                </c:pt>
                <c:pt idx="153">
                  <c:v>0.35849025783885802</c:v>
                </c:pt>
                <c:pt idx="154">
                  <c:v>0.35780395170161799</c:v>
                </c:pt>
                <c:pt idx="155">
                  <c:v>0.35711939586783997</c:v>
                </c:pt>
                <c:pt idx="156">
                  <c:v>0.35643658332481598</c:v>
                </c:pt>
                <c:pt idx="157">
                  <c:v>0.35575550715653798</c:v>
                </c:pt>
                <c:pt idx="158">
                  <c:v>0.35507616053993302</c:v>
                </c:pt>
                <c:pt idx="159">
                  <c:v>0.35439853674138899</c:v>
                </c:pt>
                <c:pt idx="160">
                  <c:v>0.35372262911354202</c:v>
                </c:pt>
                <c:pt idx="161">
                  <c:v>0.35304843109231598</c:v>
                </c:pt>
                <c:pt idx="162">
                  <c:v>0.352375936194183</c:v>
                </c:pt>
                <c:pt idx="163">
                  <c:v>0.35170513801361297</c:v>
                </c:pt>
                <c:pt idx="164">
                  <c:v>0.35103603022070301</c:v>
                </c:pt>
                <c:pt idx="165">
                  <c:v>0.35036860655896501</c:v>
                </c:pt>
                <c:pt idx="166">
                  <c:v>0.34970286084324098</c:v>
                </c:pt>
                <c:pt idx="167">
                  <c:v>0.34903878695774598</c:v>
                </c:pt>
                <c:pt idx="168">
                  <c:v>0.34837637885421502</c:v>
                </c:pt>
                <c:pt idx="169">
                  <c:v>0.34771563055013599</c:v>
                </c:pt>
                <c:pt idx="170">
                  <c:v>0.34705653612707799</c:v>
                </c:pt>
                <c:pt idx="171">
                  <c:v>0.34639908972907901</c:v>
                </c:pt>
                <c:pt idx="172">
                  <c:v>0.34574328556110501</c:v>
                </c:pt>
                <c:pt idx="173">
                  <c:v>0.34508911788756702</c:v>
                </c:pt>
                <c:pt idx="174">
                  <c:v>0.34443658103088798</c:v>
                </c:pt>
                <c:pt idx="175">
                  <c:v>0.34378566937011801</c:v>
                </c:pt>
                <c:pt idx="176">
                  <c:v>0.34313637733959201</c:v>
                </c:pt>
                <c:pt idx="177">
                  <c:v>0.34248869942763299</c:v>
                </c:pt>
                <c:pt idx="178">
                  <c:v>0.34184263017528099</c:v>
                </c:pt>
                <c:pt idx="179">
                  <c:v>0.34119816417506998</c:v>
                </c:pt>
                <c:pt idx="180">
                  <c:v>0.34055529606982998</c:v>
                </c:pt>
                <c:pt idx="181">
                  <c:v>0.33991402055152697</c:v>
                </c:pt>
                <c:pt idx="182">
                  <c:v>0.339274332360122</c:v>
                </c:pt>
                <c:pt idx="183">
                  <c:v>0.33863622628247803</c:v>
                </c:pt>
                <c:pt idx="184">
                  <c:v>0.33799969715127498</c:v>
                </c:pt>
                <c:pt idx="185">
                  <c:v>0.33736473984396698</c:v>
                </c:pt>
                <c:pt idx="186">
                  <c:v>0.33673134928175902</c:v>
                </c:pt>
                <c:pt idx="187">
                  <c:v>0.33609952042861402</c:v>
                </c:pt>
                <c:pt idx="188">
                  <c:v>0.33546924829028502</c:v>
                </c:pt>
                <c:pt idx="189">
                  <c:v>0.33484052791336499</c:v>
                </c:pt>
                <c:pt idx="190">
                  <c:v>0.33421335438437699</c:v>
                </c:pt>
                <c:pt idx="191">
                  <c:v>0.333587722828869</c:v>
                </c:pt>
                <c:pt idx="192">
                  <c:v>0.33296362841055199</c:v>
                </c:pt>
                <c:pt idx="193">
                  <c:v>0.33234106633044402</c:v>
                </c:pt>
                <c:pt idx="194">
                  <c:v>0.33172003182605098</c:v>
                </c:pt>
                <c:pt idx="195">
                  <c:v>0.33110052017055902</c:v>
                </c:pt>
                <c:pt idx="196">
                  <c:v>0.33048252667205602</c:v>
                </c:pt>
                <c:pt idx="197">
                  <c:v>0.32986604667277097</c:v>
                </c:pt>
                <c:pt idx="198">
                  <c:v>0.32925107554833799</c:v>
                </c:pt>
                <c:pt idx="199">
                  <c:v>0.32863760870707498</c:v>
                </c:pt>
                <c:pt idx="200">
                  <c:v>0.32802564158928899</c:v>
                </c:pt>
                <c:pt idx="201">
                  <c:v>0.327415169666601</c:v>
                </c:pt>
                <c:pt idx="202">
                  <c:v>0.32680618844128201</c:v>
                </c:pt>
                <c:pt idx="203">
                  <c:v>0.32619869344562202</c:v>
                </c:pt>
                <c:pt idx="204">
                  <c:v>0.325592680241305</c:v>
                </c:pt>
                <c:pt idx="205">
                  <c:v>0.32498814441881202</c:v>
                </c:pt>
                <c:pt idx="206">
                  <c:v>0.32438508159683699</c:v>
                </c:pt>
                <c:pt idx="207">
                  <c:v>0.32378348742172203</c:v>
                </c:pt>
                <c:pt idx="208">
                  <c:v>0.32318335756691102</c:v>
                </c:pt>
                <c:pt idx="209">
                  <c:v>0.32258468773242099</c:v>
                </c:pt>
                <c:pt idx="210">
                  <c:v>0.321987473644331</c:v>
                </c:pt>
                <c:pt idx="211">
                  <c:v>0.32139171105428399</c:v>
                </c:pt>
                <c:pt idx="212">
                  <c:v>0.320797395739011</c:v>
                </c:pt>
                <c:pt idx="213">
                  <c:v>0.320204523499872</c:v>
                </c:pt>
                <c:pt idx="214">
                  <c:v>0.31961309016240402</c:v>
                </c:pt>
                <c:pt idx="215">
                  <c:v>0.31902309157589998</c:v>
                </c:pt>
                <c:pt idx="216">
                  <c:v>0.31843452361299102</c:v>
                </c:pt>
                <c:pt idx="217">
                  <c:v>0.31784738216925301</c:v>
                </c:pt>
                <c:pt idx="218">
                  <c:v>0.317261663162824</c:v>
                </c:pt>
                <c:pt idx="219">
                  <c:v>0.316677362534041</c:v>
                </c:pt>
                <c:pt idx="220">
                  <c:v>0.31609447624508902</c:v>
                </c:pt>
                <c:pt idx="221">
                  <c:v>0.315513000279672</c:v>
                </c:pt>
                <c:pt idx="222">
                  <c:v>0.31493293064268701</c:v>
                </c:pt>
                <c:pt idx="223">
                  <c:v>0.314354263359932</c:v>
                </c:pt>
                <c:pt idx="224">
                  <c:v>0.31377699447781099</c:v>
                </c:pt>
                <c:pt idx="225">
                  <c:v>0.313201120063066</c:v>
                </c:pt>
                <c:pt idx="226">
                  <c:v>0.31262663620251702</c:v>
                </c:pt>
                <c:pt idx="227">
                  <c:v>0.31205353900282701</c:v>
                </c:pt>
                <c:pt idx="228">
                  <c:v>0.31148182459026402</c:v>
                </c:pt>
                <c:pt idx="229">
                  <c:v>0.31091148911049898</c:v>
                </c:pt>
                <c:pt idx="230">
                  <c:v>0.31034252872839801</c:v>
                </c:pt>
                <c:pt idx="231">
                  <c:v>0.30977493962784403</c:v>
                </c:pt>
                <c:pt idx="232">
                  <c:v>0.30920871801155903</c:v>
                </c:pt>
                <c:pt idx="233">
                  <c:v>0.30864386010094902</c:v>
                </c:pt>
                <c:pt idx="234">
                  <c:v>0.30808036213595202</c:v>
                </c:pt>
                <c:pt idx="235">
                  <c:v>0.30751822037490401</c:v>
                </c:pt>
                <c:pt idx="236">
                  <c:v>0.30695743109441298</c:v>
                </c:pt>
                <c:pt idx="237">
                  <c:v>0.306397990589237</c:v>
                </c:pt>
                <c:pt idx="238">
                  <c:v>0.30583989517218002</c:v>
                </c:pt>
                <c:pt idx="239">
                  <c:v>0.30528314117398703</c:v>
                </c:pt>
                <c:pt idx="240">
                  <c:v>0.30472772494324502</c:v>
                </c:pt>
                <c:pt idx="241">
                  <c:v>0.30417364284628701</c:v>
                </c:pt>
                <c:pt idx="242">
                  <c:v>0.30362089126710301</c:v>
                </c:pt>
                <c:pt idx="243">
                  <c:v>0.30306946660724399</c:v>
                </c:pt>
                <c:pt idx="244">
                  <c:v>0.30251936528572598</c:v>
                </c:pt>
                <c:pt idx="245">
                  <c:v>0.30197058373892799</c:v>
                </c:pt>
                <c:pt idx="246">
                  <c:v>0.30142311842048702</c:v>
                </c:pt>
                <c:pt idx="247">
                  <c:v>0.30087696580117701</c:v>
                </c:pt>
                <c:pt idx="248">
                  <c:v>0.30033212236878198</c:v>
                </c:pt>
                <c:pt idx="249">
                  <c:v>0.299788584627949</c:v>
                </c:pt>
                <c:pt idx="250">
                  <c:v>0.29924634910003001</c:v>
                </c:pt>
                <c:pt idx="251">
                  <c:v>0.29870541232289899</c:v>
                </c:pt>
                <c:pt idx="252">
                  <c:v>0.29816577085075002</c:v>
                </c:pt>
                <c:pt idx="253">
                  <c:v>0.29762742125387198</c:v>
                </c:pt>
                <c:pt idx="254">
                  <c:v>0.29709036011840001</c:v>
                </c:pt>
                <c:pt idx="255">
                  <c:v>0.29655458404603502</c:v>
                </c:pt>
                <c:pt idx="256">
                  <c:v>0.29602008965373999</c:v>
                </c:pt>
                <c:pt idx="257">
                  <c:v>0.29548687357340903</c:v>
                </c:pt>
                <c:pt idx="258">
                  <c:v>0.294954932451506</c:v>
                </c:pt>
                <c:pt idx="259">
                  <c:v>0.29442426294867702</c:v>
                </c:pt>
                <c:pt idx="260">
                  <c:v>0.29389486173933799</c:v>
                </c:pt>
                <c:pt idx="261">
                  <c:v>0.29336672551123499</c:v>
                </c:pt>
                <c:pt idx="262">
                  <c:v>0.29283985096498899</c:v>
                </c:pt>
                <c:pt idx="263">
                  <c:v>0.29231423481361501</c:v>
                </c:pt>
                <c:pt idx="264">
                  <c:v>0.29178987378203203</c:v>
                </c:pt>
                <c:pt idx="265">
                  <c:v>0.29126676460655998</c:v>
                </c:pt>
                <c:pt idx="266">
                  <c:v>0.290744904034409</c:v>
                </c:pt>
                <c:pt idx="267">
                  <c:v>0.29022428882316897</c:v>
                </c:pt>
                <c:pt idx="268">
                  <c:v>0.28970491574030799</c:v>
                </c:pt>
                <c:pt idx="269">
                  <c:v>0.28918678156266903</c:v>
                </c:pt>
                <c:pt idx="270">
                  <c:v>0.28866988307599201</c:v>
                </c:pt>
                <c:pt idx="271">
                  <c:v>0.28815421707445099</c:v>
                </c:pt>
                <c:pt idx="272">
                  <c:v>0.28763978036021498</c:v>
                </c:pt>
                <c:pt idx="273">
                  <c:v>0.28712656974303902</c:v>
                </c:pt>
                <c:pt idx="274">
                  <c:v>0.28661458203989099</c:v>
                </c:pt>
                <c:pt idx="275">
                  <c:v>0.286103814074612</c:v>
                </c:pt>
                <c:pt idx="276">
                  <c:v>0.28559426267761601</c:v>
                </c:pt>
                <c:pt idx="277">
                  <c:v>0.28508592468563099</c:v>
                </c:pt>
                <c:pt idx="278">
                  <c:v>0.28457879694149002</c:v>
                </c:pt>
                <c:pt idx="279">
                  <c:v>0.284072876293952</c:v>
                </c:pt>
                <c:pt idx="280">
                  <c:v>0.28356815959757398</c:v>
                </c:pt>
                <c:pt idx="281">
                  <c:v>0.28306464371263101</c:v>
                </c:pt>
                <c:pt idx="282">
                  <c:v>0.282562325505059</c:v>
                </c:pt>
                <c:pt idx="283">
                  <c:v>0.282061201846458</c:v>
                </c:pt>
                <c:pt idx="284">
                  <c:v>0.28156126961410999</c:v>
                </c:pt>
                <c:pt idx="285">
                  <c:v>0.28106252569104201</c:v>
                </c:pt>
                <c:pt idx="286">
                  <c:v>0.28056496696611399</c:v>
                </c:pt>
                <c:pt idx="287">
                  <c:v>0.28006859033413301</c:v>
                </c:pt>
                <c:pt idx="288">
                  <c:v>0.27957339269598402</c:v>
                </c:pt>
                <c:pt idx="289">
                  <c:v>0.27907937095878399</c:v>
                </c:pt>
                <c:pt idx="290">
                  <c:v>0.278586522036045</c:v>
                </c:pt>
                <c:pt idx="291">
                  <c:v>0.27809484284784602</c:v>
                </c:pt>
                <c:pt idx="292">
                  <c:v>0.277604330321018</c:v>
                </c:pt>
                <c:pt idx="293">
                  <c:v>0.277114981389319</c:v>
                </c:pt>
                <c:pt idx="294">
                  <c:v>0.27662679299362197</c:v>
                </c:pt>
                <c:pt idx="295">
                  <c:v>0.27613976208208701</c:v>
                </c:pt>
                <c:pt idx="296">
                  <c:v>0.27565388561034099</c:v>
                </c:pt>
                <c:pt idx="297">
                  <c:v>0.27516916054163298</c:v>
                </c:pt>
                <c:pt idx="298">
                  <c:v>0.27468558384699798</c:v>
                </c:pt>
                <c:pt idx="299">
                  <c:v>0.27420315250539401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624-464A-90C7-6541BFFA74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6565728"/>
        <c:axId val="1906579456"/>
      </c:scatterChart>
      <c:valAx>
        <c:axId val="1906565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6579456"/>
        <c:crosses val="autoZero"/>
        <c:crossBetween val="midCat"/>
      </c:valAx>
      <c:valAx>
        <c:axId val="1906579456"/>
        <c:scaling>
          <c:orientation val="minMax"/>
          <c:max val="1.4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out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656572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8341982820329285"/>
          <c:y val="0.14422060598860559"/>
          <c:w val="0.1574027678358387"/>
          <c:h val="7.56749075945703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2"/>
          <c:order val="1"/>
          <c:tx>
            <c:strRef>
              <c:f>Sheet1!$D$1</c:f>
              <c:strCache>
                <c:ptCount val="1"/>
                <c:pt idx="0">
                  <c:v>loss3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Sheet1!$A$2:$A$301</c:f>
              <c:numCache>
                <c:formatCode>General</c:formatCode>
                <c:ptCount val="3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</c:numCache>
            </c:numRef>
          </c:xVal>
          <c:yVal>
            <c:numRef>
              <c:f>Sheet1!$D$2:$D$301</c:f>
              <c:numCache>
                <c:formatCode>General</c:formatCode>
                <c:ptCount val="300"/>
                <c:pt idx="0">
                  <c:v>1.1876206725048899</c:v>
                </c:pt>
                <c:pt idx="1">
                  <c:v>1.12355171709951</c:v>
                </c:pt>
                <c:pt idx="2">
                  <c:v>1.06238046344089</c:v>
                </c:pt>
                <c:pt idx="3">
                  <c:v>1.0044946318169901</c:v>
                </c:pt>
                <c:pt idx="4">
                  <c:v>0.94795121647202296</c:v>
                </c:pt>
                <c:pt idx="5">
                  <c:v>0.88925222850734698</c:v>
                </c:pt>
                <c:pt idx="6">
                  <c:v>0.824269498596513</c:v>
                </c:pt>
                <c:pt idx="7">
                  <c:v>0.75289330717282699</c:v>
                </c:pt>
                <c:pt idx="8">
                  <c:v>0.68219672901960404</c:v>
                </c:pt>
                <c:pt idx="9">
                  <c:v>0.62141697880726998</c:v>
                </c:pt>
                <c:pt idx="10">
                  <c:v>0.57437845907089902</c:v>
                </c:pt>
                <c:pt idx="11">
                  <c:v>0.53881638531727205</c:v>
                </c:pt>
                <c:pt idx="12">
                  <c:v>0.51094319719883696</c:v>
                </c:pt>
                <c:pt idx="13">
                  <c:v>0.48860268677032098</c:v>
                </c:pt>
                <c:pt idx="14">
                  <c:v>0.47103353888817701</c:v>
                </c:pt>
                <c:pt idx="15">
                  <c:v>0.45755016419614303</c:v>
                </c:pt>
                <c:pt idx="16">
                  <c:v>0.44719908338221798</c:v>
                </c:pt>
                <c:pt idx="17">
                  <c:v>0.43901917711159</c:v>
                </c:pt>
                <c:pt idx="18">
                  <c:v>0.43224790185529699</c:v>
                </c:pt>
                <c:pt idx="19">
                  <c:v>0.42637721428696401</c:v>
                </c:pt>
                <c:pt idx="20">
                  <c:v>0.42111197980006299</c:v>
                </c:pt>
                <c:pt idx="21">
                  <c:v>0.41629745376696897</c:v>
                </c:pt>
                <c:pt idx="22">
                  <c:v>0.41185677083583799</c:v>
                </c:pt>
                <c:pt idx="23">
                  <c:v>0.40774986335511898</c:v>
                </c:pt>
                <c:pt idx="24">
                  <c:v>0.40395156370539398</c:v>
                </c:pt>
                <c:pt idx="25">
                  <c:v>0.40044208496196598</c:v>
                </c:pt>
                <c:pt idx="26">
                  <c:v>0.39720211755940799</c:v>
                </c:pt>
                <c:pt idx="27">
                  <c:v>0.39420725485832497</c:v>
                </c:pt>
                <c:pt idx="28">
                  <c:v>0.39142204327470798</c:v>
                </c:pt>
                <c:pt idx="29">
                  <c:v>0.38880047623930097</c:v>
                </c:pt>
                <c:pt idx="30">
                  <c:v>0.38630343655045501</c:v>
                </c:pt>
                <c:pt idx="31">
                  <c:v>0.38392607570017501</c:v>
                </c:pt>
                <c:pt idx="32">
                  <c:v>0.38168244109932298</c:v>
                </c:pt>
                <c:pt idx="33">
                  <c:v>0.37955195141151898</c:v>
                </c:pt>
                <c:pt idx="34">
                  <c:v>0.37750386515253198</c:v>
                </c:pt>
                <c:pt idx="35">
                  <c:v>0.37555540568981499</c:v>
                </c:pt>
                <c:pt idx="36">
                  <c:v>0.373729743416299</c:v>
                </c:pt>
                <c:pt idx="37">
                  <c:v>0.37199891231010801</c:v>
                </c:pt>
                <c:pt idx="38">
                  <c:v>0.37031399807612903</c:v>
                </c:pt>
                <c:pt idx="39">
                  <c:v>0.36863918441507099</c:v>
                </c:pt>
                <c:pt idx="40">
                  <c:v>0.36695407888385501</c:v>
                </c:pt>
                <c:pt idx="41">
                  <c:v>0.36524751317979498</c:v>
                </c:pt>
                <c:pt idx="42">
                  <c:v>0.363512903328784</c:v>
                </c:pt>
                <c:pt idx="43">
                  <c:v>0.36174548488278602</c:v>
                </c:pt>
                <c:pt idx="44">
                  <c:v>0.35994052924457298</c:v>
                </c:pt>
                <c:pt idx="45">
                  <c:v>0.35809203822420499</c:v>
                </c:pt>
                <c:pt idx="46">
                  <c:v>0.35619172885803002</c:v>
                </c:pt>
                <c:pt idx="47">
                  <c:v>0.35422825682956999</c:v>
                </c:pt>
                <c:pt idx="48">
                  <c:v>0.35218666516743802</c:v>
                </c:pt>
                <c:pt idx="49">
                  <c:v>0.35004806486422901</c:v>
                </c:pt>
                <c:pt idx="50">
                  <c:v>0.34778962860898299</c:v>
                </c:pt>
                <c:pt idx="51">
                  <c:v>0.34538517442237598</c:v>
                </c:pt>
                <c:pt idx="52">
                  <c:v>0.34280699353358102</c:v>
                </c:pt>
                <c:pt idx="53">
                  <c:v>0.34003016868764502</c:v>
                </c:pt>
                <c:pt idx="54">
                  <c:v>0.33704118448314702</c:v>
                </c:pt>
                <c:pt idx="55">
                  <c:v>0.33385155161261598</c:v>
                </c:pt>
                <c:pt idx="56">
                  <c:v>0.33051061662387299</c:v>
                </c:pt>
                <c:pt idx="57">
                  <c:v>0.327101581361875</c:v>
                </c:pt>
                <c:pt idx="58">
                  <c:v>0.323713769688876</c:v>
                </c:pt>
                <c:pt idx="59">
                  <c:v>0.320419420092729</c:v>
                </c:pt>
                <c:pt idx="60">
                  <c:v>0.317279737998171</c:v>
                </c:pt>
                <c:pt idx="61">
                  <c:v>0.31435037359484302</c:v>
                </c:pt>
                <c:pt idx="62">
                  <c:v>0.31166152322691998</c:v>
                </c:pt>
                <c:pt idx="63">
                  <c:v>0.30920248710675702</c:v>
                </c:pt>
                <c:pt idx="64">
                  <c:v>0.30693341992857398</c:v>
                </c:pt>
                <c:pt idx="65">
                  <c:v>0.30480859265652699</c:v>
                </c:pt>
                <c:pt idx="66">
                  <c:v>0.30279140712174701</c:v>
                </c:pt>
                <c:pt idx="67">
                  <c:v>0.30085787611673898</c:v>
                </c:pt>
                <c:pt idx="68">
                  <c:v>0.29899453346417698</c:v>
                </c:pt>
                <c:pt idx="69">
                  <c:v>0.29719520501430702</c:v>
                </c:pt>
                <c:pt idx="70">
                  <c:v>0.29545742767156902</c:v>
                </c:pt>
                <c:pt idx="71">
                  <c:v>0.29377863303285601</c:v>
                </c:pt>
                <c:pt idx="72">
                  <c:v>0.29215325126696401</c:v>
                </c:pt>
                <c:pt idx="73">
                  <c:v>0.29057194494321098</c:v>
                </c:pt>
                <c:pt idx="74">
                  <c:v>0.28902290051435398</c:v>
                </c:pt>
                <c:pt idx="75">
                  <c:v>0.287494016567171</c:v>
                </c:pt>
                <c:pt idx="76">
                  <c:v>0.28597485333210598</c:v>
                </c:pt>
                <c:pt idx="77">
                  <c:v>0.28445785342698998</c:v>
                </c:pt>
                <c:pt idx="78">
                  <c:v>0.282938843402056</c:v>
                </c:pt>
                <c:pt idx="79">
                  <c:v>0.28141696465712002</c:v>
                </c:pt>
                <c:pt idx="80">
                  <c:v>0.27989413884011899</c:v>
                </c:pt>
                <c:pt idx="81">
                  <c:v>0.278374151800934</c:v>
                </c:pt>
                <c:pt idx="82">
                  <c:v>0.27686151523806002</c:v>
                </c:pt>
                <c:pt idx="83">
                  <c:v>0.27536037351821901</c:v>
                </c:pt>
                <c:pt idx="84">
                  <c:v>0.273873743251763</c:v>
                </c:pt>
                <c:pt idx="85">
                  <c:v>0.27240324843549002</c:v>
                </c:pt>
                <c:pt idx="86">
                  <c:v>0.27094931953950901</c:v>
                </c:pt>
                <c:pt idx="87">
                  <c:v>0.26951169832584998</c:v>
                </c:pt>
                <c:pt idx="88">
                  <c:v>0.268090099325968</c:v>
                </c:pt>
                <c:pt idx="89">
                  <c:v>0.26668496280686999</c:v>
                </c:pt>
                <c:pt idx="90">
                  <c:v>0.26529824569855098</c:v>
                </c:pt>
                <c:pt idx="91">
                  <c:v>0.26393401347526202</c:v>
                </c:pt>
                <c:pt idx="92">
                  <c:v>0.26259830142386498</c:v>
                </c:pt>
                <c:pt idx="93">
                  <c:v>0.26129774384187698</c:v>
                </c:pt>
                <c:pt idx="94">
                  <c:v>0.26003725643451198</c:v>
                </c:pt>
                <c:pt idx="95">
                  <c:v>0.25881809012853801</c:v>
                </c:pt>
                <c:pt idx="96">
                  <c:v>0.25763751475615398</c:v>
                </c:pt>
                <c:pt idx="97">
                  <c:v>0.25649008071632801</c:v>
                </c:pt>
                <c:pt idx="98">
                  <c:v>0.25536938000117498</c:v>
                </c:pt>
                <c:pt idx="99">
                  <c:v>0.25426938183012299</c:v>
                </c:pt>
                <c:pt idx="100">
                  <c:v>0.25318509607342898</c:v>
                </c:pt>
                <c:pt idx="101">
                  <c:v>0.25211274492146102</c:v>
                </c:pt>
                <c:pt idx="102">
                  <c:v>0.25104969669020599</c:v>
                </c:pt>
                <c:pt idx="103">
                  <c:v>0.24999433617551201</c:v>
                </c:pt>
                <c:pt idx="104">
                  <c:v>0.24894595517083401</c:v>
                </c:pt>
                <c:pt idx="105">
                  <c:v>0.24790468304608501</c:v>
                </c:pt>
                <c:pt idx="106">
                  <c:v>0.246871435585724</c:v>
                </c:pt>
                <c:pt idx="107">
                  <c:v>0.24584783356361101</c:v>
                </c:pt>
                <c:pt idx="108">
                  <c:v>0.244836036215789</c:v>
                </c:pt>
                <c:pt idx="109">
                  <c:v>0.24383846208569901</c:v>
                </c:pt>
                <c:pt idx="110">
                  <c:v>0.24285743102337501</c:v>
                </c:pt>
                <c:pt idx="111">
                  <c:v>0.24189482416163399</c:v>
                </c:pt>
                <c:pt idx="112">
                  <c:v>0.240951872296578</c:v>
                </c:pt>
                <c:pt idx="113">
                  <c:v>0.24002912690089501</c:v>
                </c:pt>
                <c:pt idx="114">
                  <c:v>0.23912658123700001</c:v>
                </c:pt>
                <c:pt idx="115">
                  <c:v>0.23824385383914601</c:v>
                </c:pt>
                <c:pt idx="116">
                  <c:v>0.23738034975198599</c:v>
                </c:pt>
                <c:pt idx="117">
                  <c:v>0.23653535630348299</c:v>
                </c:pt>
                <c:pt idx="118">
                  <c:v>0.23570807495174001</c:v>
                </c:pt>
                <c:pt idx="119">
                  <c:v>0.234897617165434</c:v>
                </c:pt>
                <c:pt idx="120">
                  <c:v>0.234102996552283</c:v>
                </c:pt>
                <c:pt idx="121">
                  <c:v>0.233323138441769</c:v>
                </c:pt>
                <c:pt idx="122">
                  <c:v>0.232556912101923</c:v>
                </c:pt>
                <c:pt idx="123">
                  <c:v>0.23180317822020099</c:v>
                </c:pt>
                <c:pt idx="124">
                  <c:v>0.231060839119132</c:v>
                </c:pt>
                <c:pt idx="125">
                  <c:v>0.23032888066509299</c:v>
                </c:pt>
                <c:pt idx="126">
                  <c:v>0.22960639971893501</c:v>
                </c:pt>
                <c:pt idx="127">
                  <c:v>0.228892616060558</c:v>
                </c:pt>
                <c:pt idx="128">
                  <c:v>0.22818687120067799</c:v>
                </c:pt>
                <c:pt idx="129">
                  <c:v>0.22748861802617801</c:v>
                </c:pt>
                <c:pt idx="130">
                  <c:v>0.226797405287159</c:v>
                </c:pt>
                <c:pt idx="131">
                  <c:v>0.22611286020326299</c:v>
                </c:pt>
                <c:pt idx="132">
                  <c:v>0.225434671487133</c:v>
                </c:pt>
                <c:pt idx="133">
                  <c:v>0.224762574171675</c:v>
                </c:pt>
                <c:pt idx="134">
                  <c:v>0.22409633691785899</c:v>
                </c:pt>
                <c:pt idx="135">
                  <c:v>0.223435751991029</c:v>
                </c:pt>
                <c:pt idx="136">
                  <c:v>0.222780627793258</c:v>
                </c:pt>
                <c:pt idx="137">
                  <c:v>0.222130783678684</c:v>
                </c:pt>
                <c:pt idx="138">
                  <c:v>0.22148604671203401</c:v>
                </c:pt>
                <c:pt idx="139">
                  <c:v>0.220846250021309</c:v>
                </c:pt>
                <c:pt idx="140">
                  <c:v>0.22021123241735499</c:v>
                </c:pt>
                <c:pt idx="141">
                  <c:v>0.21958083898814701</c:v>
                </c:pt>
                <c:pt idx="142">
                  <c:v>0.21895492241279599</c:v>
                </c:pt>
                <c:pt idx="143">
                  <c:v>0.218333344772774</c:v>
                </c:pt>
                <c:pt idx="144">
                  <c:v>0.217715979661989</c:v>
                </c:pt>
                <c:pt idx="145">
                  <c:v>0.217102714411568</c:v>
                </c:pt>
                <c:pt idx="146">
                  <c:v>0.21649345224946001</c:v>
                </c:pt>
                <c:pt idx="147">
                  <c:v>0.21588811421093099</c:v>
                </c:pt>
                <c:pt idx="148">
                  <c:v>0.21528664060709299</c:v>
                </c:pt>
                <c:pt idx="149">
                  <c:v>0.21468899185068099</c:v>
                </c:pt>
                <c:pt idx="150">
                  <c:v>0.21409514843987301</c:v>
                </c:pt>
                <c:pt idx="151">
                  <c:v>0.21350510992292299</c:v>
                </c:pt>
                <c:pt idx="152">
                  <c:v>0.21291889272</c:v>
                </c:pt>
                <c:pt idx="153">
                  <c:v>0.21233652677173401</c:v>
                </c:pt>
                <c:pt idx="154">
                  <c:v>0.21175805111586801</c:v>
                </c:pt>
                <c:pt idx="155">
                  <c:v>0.211183508649567</c:v>
                </c:pt>
                <c:pt idx="156">
                  <c:v>0.21061294048615201</c:v>
                </c:pt>
                <c:pt idx="157">
                  <c:v>0.21004638042235699</c:v>
                </c:pt>
                <c:pt idx="158">
                  <c:v>0.209483850059454</c:v>
                </c:pt>
                <c:pt idx="159">
                  <c:v>0.20892535505012699</c:v>
                </c:pt>
                <c:pt idx="160">
                  <c:v>0.208370882782489</c:v>
                </c:pt>
                <c:pt idx="161">
                  <c:v>0.20782040159992499</c:v>
                </c:pt>
                <c:pt idx="162">
                  <c:v>0.20727386144232199</c:v>
                </c:pt>
                <c:pt idx="163">
                  <c:v>0.20673119562855799</c:v>
                </c:pt>
                <c:pt idx="164">
                  <c:v>0.20619232341041299</c:v>
                </c:pt>
                <c:pt idx="165">
                  <c:v>0.205657152918192</c:v>
                </c:pt>
                <c:pt idx="166">
                  <c:v>0.205125584171162</c:v>
                </c:pt>
                <c:pt idx="167">
                  <c:v>0.20459751191409201</c:v>
                </c:pt>
                <c:pt idx="168">
                  <c:v>0.204072828137083</c:v>
                </c:pt>
                <c:pt idx="169">
                  <c:v>0.20355142421885999</c:v>
                </c:pt>
                <c:pt idx="170">
                  <c:v>0.20303319269296699</c:v>
                </c:pt>
                <c:pt idx="171">
                  <c:v>0.20251802866956001</c:v>
                </c:pt>
                <c:pt idx="172">
                  <c:v>0.202005830957217</c:v>
                </c:pt>
                <c:pt idx="173">
                  <c:v>0.20149650292642099</c:v>
                </c:pt>
                <c:pt idx="174">
                  <c:v>0.200989953146849</c:v>
                </c:pt>
                <c:pt idx="175">
                  <c:v>0.20048609582020399</c:v>
                </c:pt>
                <c:pt idx="176">
                  <c:v>0.19998485102288199</c:v>
                </c:pt>
                <c:pt idx="177">
                  <c:v>0.19948614476954901</c:v>
                </c:pt>
                <c:pt idx="178">
                  <c:v>0.19898990890953999</c:v>
                </c:pt>
                <c:pt idx="179">
                  <c:v>0.198496080871535</c:v>
                </c:pt>
                <c:pt idx="180">
                  <c:v>0.198004603276974</c:v>
                </c:pt>
                <c:pt idx="181">
                  <c:v>0.19751542344772599</c:v>
                </c:pt>
                <c:pt idx="182">
                  <c:v>0.19702849283816401</c:v>
                </c:pt>
                <c:pt idx="183">
                  <c:v>0.19654376642551799</c:v>
                </c:pt>
                <c:pt idx="184">
                  <c:v>0.19606120209543301</c:v>
                </c:pt>
                <c:pt idx="185">
                  <c:v>0.195580760062144</c:v>
                </c:pt>
                <c:pt idx="186">
                  <c:v>0.19510240236489601</c:v>
                </c:pt>
                <c:pt idx="187">
                  <c:v>0.19462609248403401</c:v>
                </c:pt>
                <c:pt idx="188">
                  <c:v>0.19415179512133801</c:v>
                </c:pt>
                <c:pt idx="189">
                  <c:v>0.19367947618888401</c:v>
                </c:pt>
                <c:pt idx="190">
                  <c:v>0.19320910304768099</c:v>
                </c:pt>
                <c:pt idx="191">
                  <c:v>0.192740645030094</c:v>
                </c:pt>
                <c:pt idx="192">
                  <c:v>0.19227407426655099</c:v>
                </c:pt>
                <c:pt idx="193">
                  <c:v>0.191809366815618</c:v>
                </c:pt>
                <c:pt idx="194">
                  <c:v>0.191346504065908</c:v>
                </c:pt>
                <c:pt idx="195">
                  <c:v>0.19088547433880401</c:v>
                </c:pt>
                <c:pt idx="196">
                  <c:v>0.19042627457501499</c:v>
                </c:pt>
                <c:pt idx="197">
                  <c:v>0.189968911940747</c:v>
                </c:pt>
                <c:pt idx="198">
                  <c:v>0.18951340514873499</c:v>
                </c:pt>
                <c:pt idx="199">
                  <c:v>0.18905978526519199</c:v>
                </c:pt>
                <c:pt idx="200">
                  <c:v>0.18860809577551901</c:v>
                </c:pt>
                <c:pt idx="201">
                  <c:v>0.188158391716924</c:v>
                </c:pt>
                <c:pt idx="202">
                  <c:v>0.18771073775854499</c:v>
                </c:pt>
                <c:pt idx="203">
                  <c:v>0.18726520521849899</c:v>
                </c:pt>
                <c:pt idx="204">
                  <c:v>0.186821868145784</c:v>
                </c:pt>
                <c:pt idx="205">
                  <c:v>0.18638079874875399</c:v>
                </c:pt>
                <c:pt idx="206">
                  <c:v>0.18594206259544499</c:v>
                </c:pt>
                <c:pt idx="207">
                  <c:v>0.18550571410875599</c:v>
                </c:pt>
                <c:pt idx="208">
                  <c:v>0.18507179289383799</c:v>
                </c:pt>
                <c:pt idx="209">
                  <c:v>0.184640321343334</c:v>
                </c:pt>
                <c:pt idx="210">
                  <c:v>0.18421130377671199</c:v>
                </c:pt>
                <c:pt idx="211">
                  <c:v>0.18378472712586399</c:v>
                </c:pt>
                <c:pt idx="212">
                  <c:v>0.18336056294370701</c:v>
                </c:pt>
                <c:pt idx="213">
                  <c:v>0.18293877034393</c:v>
                </c:pt>
                <c:pt idx="214">
                  <c:v>0.182519299409374</c:v>
                </c:pt>
                <c:pt idx="215">
                  <c:v>0.182102094631267</c:v>
                </c:pt>
                <c:pt idx="216">
                  <c:v>0.18168709803390501</c:v>
                </c:pt>
                <c:pt idx="217">
                  <c:v>0.181274251762402</c:v>
                </c:pt>
                <c:pt idx="218">
                  <c:v>0.180863500032307</c:v>
                </c:pt>
                <c:pt idx="219">
                  <c:v>0.18045479043858101</c:v>
                </c:pt>
                <c:pt idx="220">
                  <c:v>0.180048074689208</c:v>
                </c:pt>
                <c:pt idx="221">
                  <c:v>0.179643308866345</c:v>
                </c:pt>
                <c:pt idx="222">
                  <c:v>0.179240453331171</c:v>
                </c:pt>
                <c:pt idx="223">
                  <c:v>0.17883947238477699</c:v>
                </c:pt>
                <c:pt idx="224">
                  <c:v>0.17844033378351201</c:v>
                </c:pt>
                <c:pt idx="225">
                  <c:v>0.17804300818848801</c:v>
                </c:pt>
                <c:pt idx="226">
                  <c:v>0.17764746860936201</c:v>
                </c:pt>
                <c:pt idx="227">
                  <c:v>0.177253689884247</c:v>
                </c:pt>
                <c:pt idx="228">
                  <c:v>0.17686164822197001</c:v>
                </c:pt>
                <c:pt idx="229">
                  <c:v>0.17647132082032099</c:v>
                </c:pt>
                <c:pt idx="230">
                  <c:v>0.17608268556439399</c:v>
                </c:pt>
                <c:pt idx="231">
                  <c:v>0.175695720802304</c:v>
                </c:pt>
                <c:pt idx="232">
                  <c:v>0.175310405191094</c:v>
                </c:pt>
                <c:pt idx="233">
                  <c:v>0.174926717603063</c:v>
                </c:pt>
                <c:pt idx="234">
                  <c:v>0.174544637081572</c:v>
                </c:pt>
                <c:pt idx="235">
                  <c:v>0.17416414283530601</c:v>
                </c:pt>
                <c:pt idx="236">
                  <c:v>0.17378521426062399</c:v>
                </c:pt>
                <c:pt idx="237">
                  <c:v>0.17340783098269399</c:v>
                </c:pt>
                <c:pt idx="238">
                  <c:v>0.17303197290752001</c:v>
                </c:pt>
                <c:pt idx="239">
                  <c:v>0.17265762027836901</c:v>
                </c:pt>
                <c:pt idx="240">
                  <c:v>0.17228475373155999</c:v>
                </c:pt>
                <c:pt idx="241">
                  <c:v>0.17191335434788799</c:v>
                </c:pt>
                <c:pt idx="242">
                  <c:v>0.17154340369714399</c:v>
                </c:pt>
                <c:pt idx="243">
                  <c:v>0.17117488387418001</c:v>
                </c:pt>
                <c:pt idx="244">
                  <c:v>0.170807777525808</c:v>
                </c:pt>
                <c:pt idx="245">
                  <c:v>0.17044206786845301</c:v>
                </c:pt>
                <c:pt idx="246">
                  <c:v>0.170077738696985</c:v>
                </c:pt>
                <c:pt idx="247">
                  <c:v>0.169714774385467</c:v>
                </c:pt>
                <c:pt idx="248">
                  <c:v>0.16935315988081501</c:v>
                </c:pt>
                <c:pt idx="249">
                  <c:v>0.16899288069044799</c:v>
                </c:pt>
                <c:pt idx="250">
                  <c:v>0.16863392286507201</c:v>
                </c:pt>
                <c:pt idx="251">
                  <c:v>0.16827627297769299</c:v>
                </c:pt>
                <c:pt idx="252">
                  <c:v>0.167919918099906</c:v>
                </c:pt>
                <c:pt idx="253">
                  <c:v>0.16756484577640601</c:v>
                </c:pt>
                <c:pt idx="254">
                  <c:v>0.16721104399853001</c:v>
                </c:pt>
                <c:pt idx="255">
                  <c:v>0.166858501177547</c:v>
                </c:pt>
                <c:pt idx="256">
                  <c:v>0.166507206118265</c:v>
                </c:pt>
                <c:pt idx="257">
                  <c:v>0.16615714799340101</c:v>
                </c:pt>
                <c:pt idx="258">
                  <c:v>0.16580831631907</c:v>
                </c:pt>
                <c:pt idx="259">
                  <c:v>0.16546070093163401</c:v>
                </c:pt>
                <c:pt idx="260">
                  <c:v>0.165114291966062</c:v>
                </c:pt>
                <c:pt idx="261">
                  <c:v>0.16476907983588701</c:v>
                </c:pt>
                <c:pt idx="262">
                  <c:v>0.164425055214792</c:v>
                </c:pt>
                <c:pt idx="263">
                  <c:v>0.16408220901978399</c:v>
                </c:pt>
                <c:pt idx="264">
                  <c:v>0.16374053239591399</c:v>
                </c:pt>
                <c:pt idx="265">
                  <c:v>0.163400016702441</c:v>
                </c:pt>
                <c:pt idx="266">
                  <c:v>0.16306065350034399</c:v>
                </c:pt>
                <c:pt idx="267">
                  <c:v>0.162722434541065</c:v>
                </c:pt>
                <c:pt idx="268">
                  <c:v>0.16238535175636101</c:v>
                </c:pt>
                <c:pt idx="269">
                  <c:v>0.16204939724915299</c:v>
                </c:pt>
                <c:pt idx="270">
                  <c:v>0.16171456328525</c:v>
                </c:pt>
                <c:pt idx="271">
                  <c:v>0.16138084228584801</c:v>
                </c:pt>
                <c:pt idx="272">
                  <c:v>0.161048226820696</c:v>
                </c:pt>
                <c:pt idx="273">
                  <c:v>0.160716709601844</c:v>
                </c:pt>
                <c:pt idx="274">
                  <c:v>0.16038628347789599</c:v>
                </c:pt>
                <c:pt idx="275">
                  <c:v>0.16005694142868401</c:v>
                </c:pt>
                <c:pt idx="276">
                  <c:v>0.159728676560321</c:v>
                </c:pt>
                <c:pt idx="277">
                  <c:v>0.15940148210056701</c:v>
                </c:pt>
                <c:pt idx="278">
                  <c:v>0.15907535139446299</c:v>
                </c:pt>
                <c:pt idx="279">
                  <c:v>0.15875027790021501</c:v>
                </c:pt>
                <c:pt idx="280">
                  <c:v>0.15842625518527301</c:v>
                </c:pt>
                <c:pt idx="281">
                  <c:v>0.15810327692259701</c:v>
                </c:pt>
                <c:pt idx="282">
                  <c:v>0.15778133688709101</c:v>
                </c:pt>
                <c:pt idx="283">
                  <c:v>0.15746042895218099</c:v>
                </c:pt>
                <c:pt idx="284">
                  <c:v>0.157140547086529</c:v>
                </c:pt>
                <c:pt idx="285">
                  <c:v>0.15682168535087801</c:v>
                </c:pt>
                <c:pt idx="286">
                  <c:v>0.15650383789501199</c:v>
                </c:pt>
                <c:pt idx="287">
                  <c:v>0.15618699895483201</c:v>
                </c:pt>
                <c:pt idx="288">
                  <c:v>0.15587116284954899</c:v>
                </c:pt>
                <c:pt idx="289">
                  <c:v>0.15555632397896901</c:v>
                </c:pt>
                <c:pt idx="290">
                  <c:v>0.15524247682089201</c:v>
                </c:pt>
                <c:pt idx="291">
                  <c:v>0.15492961592861099</c:v>
                </c:pt>
                <c:pt idx="292">
                  <c:v>0.154617735928504</c:v>
                </c:pt>
                <c:pt idx="293">
                  <c:v>0.15430683151772601</c:v>
                </c:pt>
                <c:pt idx="294">
                  <c:v>0.15399689746199399</c:v>
                </c:pt>
                <c:pt idx="295">
                  <c:v>0.153687928593463</c:v>
                </c:pt>
                <c:pt idx="296">
                  <c:v>0.15337991980868701</c:v>
                </c:pt>
                <c:pt idx="297">
                  <c:v>0.153072866066676</c:v>
                </c:pt>
                <c:pt idx="298">
                  <c:v>0.152766762387022</c:v>
                </c:pt>
                <c:pt idx="299">
                  <c:v>0.15246160384811999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645-43E7-A8FF-8332005D19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6565728"/>
        <c:axId val="1906579456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loss1</c:v>
                      </c:pt>
                    </c:strCache>
                  </c:strRef>
                </c:tx>
                <c:spPr>
                  <a:ln w="2222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Sheet1!$A$2:$A$301</c15:sqref>
                        </c15:formulaRef>
                      </c:ext>
                    </c:extLst>
                    <c:numCache>
                      <c:formatCode>General</c:formatCode>
                      <c:ptCount val="300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  <c:pt idx="11">
                        <c:v>12</c:v>
                      </c:pt>
                      <c:pt idx="12">
                        <c:v>13</c:v>
                      </c:pt>
                      <c:pt idx="13">
                        <c:v>14</c:v>
                      </c:pt>
                      <c:pt idx="14">
                        <c:v>15</c:v>
                      </c:pt>
                      <c:pt idx="15">
                        <c:v>16</c:v>
                      </c:pt>
                      <c:pt idx="16">
                        <c:v>17</c:v>
                      </c:pt>
                      <c:pt idx="17">
                        <c:v>18</c:v>
                      </c:pt>
                      <c:pt idx="18">
                        <c:v>19</c:v>
                      </c:pt>
                      <c:pt idx="19">
                        <c:v>20</c:v>
                      </c:pt>
                      <c:pt idx="20">
                        <c:v>21</c:v>
                      </c:pt>
                      <c:pt idx="21">
                        <c:v>22</c:v>
                      </c:pt>
                      <c:pt idx="22">
                        <c:v>23</c:v>
                      </c:pt>
                      <c:pt idx="23">
                        <c:v>24</c:v>
                      </c:pt>
                      <c:pt idx="24">
                        <c:v>25</c:v>
                      </c:pt>
                      <c:pt idx="25">
                        <c:v>26</c:v>
                      </c:pt>
                      <c:pt idx="26">
                        <c:v>27</c:v>
                      </c:pt>
                      <c:pt idx="27">
                        <c:v>28</c:v>
                      </c:pt>
                      <c:pt idx="28">
                        <c:v>29</c:v>
                      </c:pt>
                      <c:pt idx="29">
                        <c:v>30</c:v>
                      </c:pt>
                      <c:pt idx="30">
                        <c:v>31</c:v>
                      </c:pt>
                      <c:pt idx="31">
                        <c:v>32</c:v>
                      </c:pt>
                      <c:pt idx="32">
                        <c:v>33</c:v>
                      </c:pt>
                      <c:pt idx="33">
                        <c:v>34</c:v>
                      </c:pt>
                      <c:pt idx="34">
                        <c:v>35</c:v>
                      </c:pt>
                      <c:pt idx="35">
                        <c:v>36</c:v>
                      </c:pt>
                      <c:pt idx="36">
                        <c:v>37</c:v>
                      </c:pt>
                      <c:pt idx="37">
                        <c:v>38</c:v>
                      </c:pt>
                      <c:pt idx="38">
                        <c:v>39</c:v>
                      </c:pt>
                      <c:pt idx="39">
                        <c:v>40</c:v>
                      </c:pt>
                      <c:pt idx="40">
                        <c:v>41</c:v>
                      </c:pt>
                      <c:pt idx="41">
                        <c:v>42</c:v>
                      </c:pt>
                      <c:pt idx="42">
                        <c:v>43</c:v>
                      </c:pt>
                      <c:pt idx="43">
                        <c:v>44</c:v>
                      </c:pt>
                      <c:pt idx="44">
                        <c:v>45</c:v>
                      </c:pt>
                      <c:pt idx="45">
                        <c:v>46</c:v>
                      </c:pt>
                      <c:pt idx="46">
                        <c:v>47</c:v>
                      </c:pt>
                      <c:pt idx="47">
                        <c:v>48</c:v>
                      </c:pt>
                      <c:pt idx="48">
                        <c:v>49</c:v>
                      </c:pt>
                      <c:pt idx="49">
                        <c:v>50</c:v>
                      </c:pt>
                      <c:pt idx="50">
                        <c:v>51</c:v>
                      </c:pt>
                      <c:pt idx="51">
                        <c:v>52</c:v>
                      </c:pt>
                      <c:pt idx="52">
                        <c:v>53</c:v>
                      </c:pt>
                      <c:pt idx="53">
                        <c:v>54</c:v>
                      </c:pt>
                      <c:pt idx="54">
                        <c:v>55</c:v>
                      </c:pt>
                      <c:pt idx="55">
                        <c:v>56</c:v>
                      </c:pt>
                      <c:pt idx="56">
                        <c:v>57</c:v>
                      </c:pt>
                      <c:pt idx="57">
                        <c:v>58</c:v>
                      </c:pt>
                      <c:pt idx="58">
                        <c:v>59</c:v>
                      </c:pt>
                      <c:pt idx="59">
                        <c:v>60</c:v>
                      </c:pt>
                      <c:pt idx="60">
                        <c:v>61</c:v>
                      </c:pt>
                      <c:pt idx="61">
                        <c:v>62</c:v>
                      </c:pt>
                      <c:pt idx="62">
                        <c:v>63</c:v>
                      </c:pt>
                      <c:pt idx="63">
                        <c:v>64</c:v>
                      </c:pt>
                      <c:pt idx="64">
                        <c:v>65</c:v>
                      </c:pt>
                      <c:pt idx="65">
                        <c:v>66</c:v>
                      </c:pt>
                      <c:pt idx="66">
                        <c:v>67</c:v>
                      </c:pt>
                      <c:pt idx="67">
                        <c:v>68</c:v>
                      </c:pt>
                      <c:pt idx="68">
                        <c:v>69</c:v>
                      </c:pt>
                      <c:pt idx="69">
                        <c:v>70</c:v>
                      </c:pt>
                      <c:pt idx="70">
                        <c:v>71</c:v>
                      </c:pt>
                      <c:pt idx="71">
                        <c:v>72</c:v>
                      </c:pt>
                      <c:pt idx="72">
                        <c:v>73</c:v>
                      </c:pt>
                      <c:pt idx="73">
                        <c:v>74</c:v>
                      </c:pt>
                      <c:pt idx="74">
                        <c:v>75</c:v>
                      </c:pt>
                      <c:pt idx="75">
                        <c:v>76</c:v>
                      </c:pt>
                      <c:pt idx="76">
                        <c:v>77</c:v>
                      </c:pt>
                      <c:pt idx="77">
                        <c:v>78</c:v>
                      </c:pt>
                      <c:pt idx="78">
                        <c:v>79</c:v>
                      </c:pt>
                      <c:pt idx="79">
                        <c:v>80</c:v>
                      </c:pt>
                      <c:pt idx="80">
                        <c:v>81</c:v>
                      </c:pt>
                      <c:pt idx="81">
                        <c:v>82</c:v>
                      </c:pt>
                      <c:pt idx="82">
                        <c:v>83</c:v>
                      </c:pt>
                      <c:pt idx="83">
                        <c:v>84</c:v>
                      </c:pt>
                      <c:pt idx="84">
                        <c:v>85</c:v>
                      </c:pt>
                      <c:pt idx="85">
                        <c:v>86</c:v>
                      </c:pt>
                      <c:pt idx="86">
                        <c:v>87</c:v>
                      </c:pt>
                      <c:pt idx="87">
                        <c:v>88</c:v>
                      </c:pt>
                      <c:pt idx="88">
                        <c:v>89</c:v>
                      </c:pt>
                      <c:pt idx="89">
                        <c:v>90</c:v>
                      </c:pt>
                      <c:pt idx="90">
                        <c:v>91</c:v>
                      </c:pt>
                      <c:pt idx="91">
                        <c:v>92</c:v>
                      </c:pt>
                      <c:pt idx="92">
                        <c:v>93</c:v>
                      </c:pt>
                      <c:pt idx="93">
                        <c:v>94</c:v>
                      </c:pt>
                      <c:pt idx="94">
                        <c:v>95</c:v>
                      </c:pt>
                      <c:pt idx="95">
                        <c:v>96</c:v>
                      </c:pt>
                      <c:pt idx="96">
                        <c:v>97</c:v>
                      </c:pt>
                      <c:pt idx="97">
                        <c:v>98</c:v>
                      </c:pt>
                      <c:pt idx="98">
                        <c:v>99</c:v>
                      </c:pt>
                      <c:pt idx="99">
                        <c:v>100</c:v>
                      </c:pt>
                      <c:pt idx="100">
                        <c:v>101</c:v>
                      </c:pt>
                      <c:pt idx="101">
                        <c:v>102</c:v>
                      </c:pt>
                      <c:pt idx="102">
                        <c:v>103</c:v>
                      </c:pt>
                      <c:pt idx="103">
                        <c:v>104</c:v>
                      </c:pt>
                      <c:pt idx="104">
                        <c:v>105</c:v>
                      </c:pt>
                      <c:pt idx="105">
                        <c:v>106</c:v>
                      </c:pt>
                      <c:pt idx="106">
                        <c:v>107</c:v>
                      </c:pt>
                      <c:pt idx="107">
                        <c:v>108</c:v>
                      </c:pt>
                      <c:pt idx="108">
                        <c:v>109</c:v>
                      </c:pt>
                      <c:pt idx="109">
                        <c:v>110</c:v>
                      </c:pt>
                      <c:pt idx="110">
                        <c:v>111</c:v>
                      </c:pt>
                      <c:pt idx="111">
                        <c:v>112</c:v>
                      </c:pt>
                      <c:pt idx="112">
                        <c:v>113</c:v>
                      </c:pt>
                      <c:pt idx="113">
                        <c:v>114</c:v>
                      </c:pt>
                      <c:pt idx="114">
                        <c:v>115</c:v>
                      </c:pt>
                      <c:pt idx="115">
                        <c:v>116</c:v>
                      </c:pt>
                      <c:pt idx="116">
                        <c:v>117</c:v>
                      </c:pt>
                      <c:pt idx="117">
                        <c:v>118</c:v>
                      </c:pt>
                      <c:pt idx="118">
                        <c:v>119</c:v>
                      </c:pt>
                      <c:pt idx="119">
                        <c:v>120</c:v>
                      </c:pt>
                      <c:pt idx="120">
                        <c:v>121</c:v>
                      </c:pt>
                      <c:pt idx="121">
                        <c:v>122</c:v>
                      </c:pt>
                      <c:pt idx="122">
                        <c:v>123</c:v>
                      </c:pt>
                      <c:pt idx="123">
                        <c:v>124</c:v>
                      </c:pt>
                      <c:pt idx="124">
                        <c:v>125</c:v>
                      </c:pt>
                      <c:pt idx="125">
                        <c:v>126</c:v>
                      </c:pt>
                      <c:pt idx="126">
                        <c:v>127</c:v>
                      </c:pt>
                      <c:pt idx="127">
                        <c:v>128</c:v>
                      </c:pt>
                      <c:pt idx="128">
                        <c:v>129</c:v>
                      </c:pt>
                      <c:pt idx="129">
                        <c:v>130</c:v>
                      </c:pt>
                      <c:pt idx="130">
                        <c:v>131</c:v>
                      </c:pt>
                      <c:pt idx="131">
                        <c:v>132</c:v>
                      </c:pt>
                      <c:pt idx="132">
                        <c:v>133</c:v>
                      </c:pt>
                      <c:pt idx="133">
                        <c:v>134</c:v>
                      </c:pt>
                      <c:pt idx="134">
                        <c:v>135</c:v>
                      </c:pt>
                      <c:pt idx="135">
                        <c:v>136</c:v>
                      </c:pt>
                      <c:pt idx="136">
                        <c:v>137</c:v>
                      </c:pt>
                      <c:pt idx="137">
                        <c:v>138</c:v>
                      </c:pt>
                      <c:pt idx="138">
                        <c:v>139</c:v>
                      </c:pt>
                      <c:pt idx="139">
                        <c:v>140</c:v>
                      </c:pt>
                      <c:pt idx="140">
                        <c:v>141</c:v>
                      </c:pt>
                      <c:pt idx="141">
                        <c:v>142</c:v>
                      </c:pt>
                      <c:pt idx="142">
                        <c:v>143</c:v>
                      </c:pt>
                      <c:pt idx="143">
                        <c:v>144</c:v>
                      </c:pt>
                      <c:pt idx="144">
                        <c:v>145</c:v>
                      </c:pt>
                      <c:pt idx="145">
                        <c:v>146</c:v>
                      </c:pt>
                      <c:pt idx="146">
                        <c:v>147</c:v>
                      </c:pt>
                      <c:pt idx="147">
                        <c:v>148</c:v>
                      </c:pt>
                      <c:pt idx="148">
                        <c:v>149</c:v>
                      </c:pt>
                      <c:pt idx="149">
                        <c:v>150</c:v>
                      </c:pt>
                      <c:pt idx="150">
                        <c:v>151</c:v>
                      </c:pt>
                      <c:pt idx="151">
                        <c:v>152</c:v>
                      </c:pt>
                      <c:pt idx="152">
                        <c:v>153</c:v>
                      </c:pt>
                      <c:pt idx="153">
                        <c:v>154</c:v>
                      </c:pt>
                      <c:pt idx="154">
                        <c:v>155</c:v>
                      </c:pt>
                      <c:pt idx="155">
                        <c:v>156</c:v>
                      </c:pt>
                      <c:pt idx="156">
                        <c:v>157</c:v>
                      </c:pt>
                      <c:pt idx="157">
                        <c:v>158</c:v>
                      </c:pt>
                      <c:pt idx="158">
                        <c:v>159</c:v>
                      </c:pt>
                      <c:pt idx="159">
                        <c:v>160</c:v>
                      </c:pt>
                      <c:pt idx="160">
                        <c:v>161</c:v>
                      </c:pt>
                      <c:pt idx="161">
                        <c:v>162</c:v>
                      </c:pt>
                      <c:pt idx="162">
                        <c:v>163</c:v>
                      </c:pt>
                      <c:pt idx="163">
                        <c:v>164</c:v>
                      </c:pt>
                      <c:pt idx="164">
                        <c:v>165</c:v>
                      </c:pt>
                      <c:pt idx="165">
                        <c:v>166</c:v>
                      </c:pt>
                      <c:pt idx="166">
                        <c:v>167</c:v>
                      </c:pt>
                      <c:pt idx="167">
                        <c:v>168</c:v>
                      </c:pt>
                      <c:pt idx="168">
                        <c:v>169</c:v>
                      </c:pt>
                      <c:pt idx="169">
                        <c:v>170</c:v>
                      </c:pt>
                      <c:pt idx="170">
                        <c:v>171</c:v>
                      </c:pt>
                      <c:pt idx="171">
                        <c:v>172</c:v>
                      </c:pt>
                      <c:pt idx="172">
                        <c:v>173</c:v>
                      </c:pt>
                      <c:pt idx="173">
                        <c:v>174</c:v>
                      </c:pt>
                      <c:pt idx="174">
                        <c:v>175</c:v>
                      </c:pt>
                      <c:pt idx="175">
                        <c:v>176</c:v>
                      </c:pt>
                      <c:pt idx="176">
                        <c:v>177</c:v>
                      </c:pt>
                      <c:pt idx="177">
                        <c:v>178</c:v>
                      </c:pt>
                      <c:pt idx="178">
                        <c:v>179</c:v>
                      </c:pt>
                      <c:pt idx="179">
                        <c:v>180</c:v>
                      </c:pt>
                      <c:pt idx="180">
                        <c:v>181</c:v>
                      </c:pt>
                      <c:pt idx="181">
                        <c:v>182</c:v>
                      </c:pt>
                      <c:pt idx="182">
                        <c:v>183</c:v>
                      </c:pt>
                      <c:pt idx="183">
                        <c:v>184</c:v>
                      </c:pt>
                      <c:pt idx="184">
                        <c:v>185</c:v>
                      </c:pt>
                      <c:pt idx="185">
                        <c:v>186</c:v>
                      </c:pt>
                      <c:pt idx="186">
                        <c:v>187</c:v>
                      </c:pt>
                      <c:pt idx="187">
                        <c:v>188</c:v>
                      </c:pt>
                      <c:pt idx="188">
                        <c:v>189</c:v>
                      </c:pt>
                      <c:pt idx="189">
                        <c:v>190</c:v>
                      </c:pt>
                      <c:pt idx="190">
                        <c:v>191</c:v>
                      </c:pt>
                      <c:pt idx="191">
                        <c:v>192</c:v>
                      </c:pt>
                      <c:pt idx="192">
                        <c:v>193</c:v>
                      </c:pt>
                      <c:pt idx="193">
                        <c:v>194</c:v>
                      </c:pt>
                      <c:pt idx="194">
                        <c:v>195</c:v>
                      </c:pt>
                      <c:pt idx="195">
                        <c:v>196</c:v>
                      </c:pt>
                      <c:pt idx="196">
                        <c:v>197</c:v>
                      </c:pt>
                      <c:pt idx="197">
                        <c:v>198</c:v>
                      </c:pt>
                      <c:pt idx="198">
                        <c:v>199</c:v>
                      </c:pt>
                      <c:pt idx="199">
                        <c:v>200</c:v>
                      </c:pt>
                      <c:pt idx="200">
                        <c:v>201</c:v>
                      </c:pt>
                      <c:pt idx="201">
                        <c:v>202</c:v>
                      </c:pt>
                      <c:pt idx="202">
                        <c:v>203</c:v>
                      </c:pt>
                      <c:pt idx="203">
                        <c:v>204</c:v>
                      </c:pt>
                      <c:pt idx="204">
                        <c:v>205</c:v>
                      </c:pt>
                      <c:pt idx="205">
                        <c:v>206</c:v>
                      </c:pt>
                      <c:pt idx="206">
                        <c:v>207</c:v>
                      </c:pt>
                      <c:pt idx="207">
                        <c:v>208</c:v>
                      </c:pt>
                      <c:pt idx="208">
                        <c:v>209</c:v>
                      </c:pt>
                      <c:pt idx="209">
                        <c:v>210</c:v>
                      </c:pt>
                      <c:pt idx="210">
                        <c:v>211</c:v>
                      </c:pt>
                      <c:pt idx="211">
                        <c:v>212</c:v>
                      </c:pt>
                      <c:pt idx="212">
                        <c:v>213</c:v>
                      </c:pt>
                      <c:pt idx="213">
                        <c:v>214</c:v>
                      </c:pt>
                      <c:pt idx="214">
                        <c:v>215</c:v>
                      </c:pt>
                      <c:pt idx="215">
                        <c:v>216</c:v>
                      </c:pt>
                      <c:pt idx="216">
                        <c:v>217</c:v>
                      </c:pt>
                      <c:pt idx="217">
                        <c:v>218</c:v>
                      </c:pt>
                      <c:pt idx="218">
                        <c:v>219</c:v>
                      </c:pt>
                      <c:pt idx="219">
                        <c:v>220</c:v>
                      </c:pt>
                      <c:pt idx="220">
                        <c:v>221</c:v>
                      </c:pt>
                      <c:pt idx="221">
                        <c:v>222</c:v>
                      </c:pt>
                      <c:pt idx="222">
                        <c:v>223</c:v>
                      </c:pt>
                      <c:pt idx="223">
                        <c:v>224</c:v>
                      </c:pt>
                      <c:pt idx="224">
                        <c:v>225</c:v>
                      </c:pt>
                      <c:pt idx="225">
                        <c:v>226</c:v>
                      </c:pt>
                      <c:pt idx="226">
                        <c:v>227</c:v>
                      </c:pt>
                      <c:pt idx="227">
                        <c:v>228</c:v>
                      </c:pt>
                      <c:pt idx="228">
                        <c:v>229</c:v>
                      </c:pt>
                      <c:pt idx="229">
                        <c:v>230</c:v>
                      </c:pt>
                      <c:pt idx="230">
                        <c:v>231</c:v>
                      </c:pt>
                      <c:pt idx="231">
                        <c:v>232</c:v>
                      </c:pt>
                      <c:pt idx="232">
                        <c:v>233</c:v>
                      </c:pt>
                      <c:pt idx="233">
                        <c:v>234</c:v>
                      </c:pt>
                      <c:pt idx="234">
                        <c:v>235</c:v>
                      </c:pt>
                      <c:pt idx="235">
                        <c:v>236</c:v>
                      </c:pt>
                      <c:pt idx="236">
                        <c:v>237</c:v>
                      </c:pt>
                      <c:pt idx="237">
                        <c:v>238</c:v>
                      </c:pt>
                      <c:pt idx="238">
                        <c:v>239</c:v>
                      </c:pt>
                      <c:pt idx="239">
                        <c:v>240</c:v>
                      </c:pt>
                      <c:pt idx="240">
                        <c:v>241</c:v>
                      </c:pt>
                      <c:pt idx="241">
                        <c:v>242</c:v>
                      </c:pt>
                      <c:pt idx="242">
                        <c:v>243</c:v>
                      </c:pt>
                      <c:pt idx="243">
                        <c:v>244</c:v>
                      </c:pt>
                      <c:pt idx="244">
                        <c:v>245</c:v>
                      </c:pt>
                      <c:pt idx="245">
                        <c:v>246</c:v>
                      </c:pt>
                      <c:pt idx="246">
                        <c:v>247</c:v>
                      </c:pt>
                      <c:pt idx="247">
                        <c:v>248</c:v>
                      </c:pt>
                      <c:pt idx="248">
                        <c:v>249</c:v>
                      </c:pt>
                      <c:pt idx="249">
                        <c:v>250</c:v>
                      </c:pt>
                      <c:pt idx="250">
                        <c:v>251</c:v>
                      </c:pt>
                      <c:pt idx="251">
                        <c:v>252</c:v>
                      </c:pt>
                      <c:pt idx="252">
                        <c:v>253</c:v>
                      </c:pt>
                      <c:pt idx="253">
                        <c:v>254</c:v>
                      </c:pt>
                      <c:pt idx="254">
                        <c:v>255</c:v>
                      </c:pt>
                      <c:pt idx="255">
                        <c:v>256</c:v>
                      </c:pt>
                      <c:pt idx="256">
                        <c:v>257</c:v>
                      </c:pt>
                      <c:pt idx="257">
                        <c:v>258</c:v>
                      </c:pt>
                      <c:pt idx="258">
                        <c:v>259</c:v>
                      </c:pt>
                      <c:pt idx="259">
                        <c:v>260</c:v>
                      </c:pt>
                      <c:pt idx="260">
                        <c:v>261</c:v>
                      </c:pt>
                      <c:pt idx="261">
                        <c:v>262</c:v>
                      </c:pt>
                      <c:pt idx="262">
                        <c:v>263</c:v>
                      </c:pt>
                      <c:pt idx="263">
                        <c:v>264</c:v>
                      </c:pt>
                      <c:pt idx="264">
                        <c:v>265</c:v>
                      </c:pt>
                      <c:pt idx="265">
                        <c:v>266</c:v>
                      </c:pt>
                      <c:pt idx="266">
                        <c:v>267</c:v>
                      </c:pt>
                      <c:pt idx="267">
                        <c:v>268</c:v>
                      </c:pt>
                      <c:pt idx="268">
                        <c:v>269</c:v>
                      </c:pt>
                      <c:pt idx="269">
                        <c:v>270</c:v>
                      </c:pt>
                      <c:pt idx="270">
                        <c:v>271</c:v>
                      </c:pt>
                      <c:pt idx="271">
                        <c:v>272</c:v>
                      </c:pt>
                      <c:pt idx="272">
                        <c:v>273</c:v>
                      </c:pt>
                      <c:pt idx="273">
                        <c:v>274</c:v>
                      </c:pt>
                      <c:pt idx="274">
                        <c:v>275</c:v>
                      </c:pt>
                      <c:pt idx="275">
                        <c:v>276</c:v>
                      </c:pt>
                      <c:pt idx="276">
                        <c:v>277</c:v>
                      </c:pt>
                      <c:pt idx="277">
                        <c:v>278</c:v>
                      </c:pt>
                      <c:pt idx="278">
                        <c:v>279</c:v>
                      </c:pt>
                      <c:pt idx="279">
                        <c:v>280</c:v>
                      </c:pt>
                      <c:pt idx="280">
                        <c:v>281</c:v>
                      </c:pt>
                      <c:pt idx="281">
                        <c:v>282</c:v>
                      </c:pt>
                      <c:pt idx="282">
                        <c:v>283</c:v>
                      </c:pt>
                      <c:pt idx="283">
                        <c:v>284</c:v>
                      </c:pt>
                      <c:pt idx="284">
                        <c:v>285</c:v>
                      </c:pt>
                      <c:pt idx="285">
                        <c:v>286</c:v>
                      </c:pt>
                      <c:pt idx="286">
                        <c:v>287</c:v>
                      </c:pt>
                      <c:pt idx="287">
                        <c:v>288</c:v>
                      </c:pt>
                      <c:pt idx="288">
                        <c:v>289</c:v>
                      </c:pt>
                      <c:pt idx="289">
                        <c:v>290</c:v>
                      </c:pt>
                      <c:pt idx="290">
                        <c:v>291</c:v>
                      </c:pt>
                      <c:pt idx="291">
                        <c:v>292</c:v>
                      </c:pt>
                      <c:pt idx="292">
                        <c:v>293</c:v>
                      </c:pt>
                      <c:pt idx="293">
                        <c:v>294</c:v>
                      </c:pt>
                      <c:pt idx="294">
                        <c:v>295</c:v>
                      </c:pt>
                      <c:pt idx="295">
                        <c:v>296</c:v>
                      </c:pt>
                      <c:pt idx="296">
                        <c:v>297</c:v>
                      </c:pt>
                      <c:pt idx="297">
                        <c:v>298</c:v>
                      </c:pt>
                      <c:pt idx="298">
                        <c:v>299</c:v>
                      </c:pt>
                      <c:pt idx="299">
                        <c:v>300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Sheet1!$B$2:$B$301</c15:sqref>
                        </c15:formulaRef>
                      </c:ext>
                    </c:extLst>
                    <c:numCache>
                      <c:formatCode>General</c:formatCode>
                      <c:ptCount val="300"/>
                      <c:pt idx="0">
                        <c:v>1.14515059968604</c:v>
                      </c:pt>
                      <c:pt idx="1">
                        <c:v>1.07991719553858</c:v>
                      </c:pt>
                      <c:pt idx="2">
                        <c:v>1.02052222236485</c:v>
                      </c:pt>
                      <c:pt idx="3">
                        <c:v>0.96852548332509802</c:v>
                      </c:pt>
                      <c:pt idx="4">
                        <c:v>0.92310637480022395</c:v>
                      </c:pt>
                      <c:pt idx="5">
                        <c:v>0.88182251255153299</c:v>
                      </c:pt>
                      <c:pt idx="6">
                        <c:v>0.84121930752972496</c:v>
                      </c:pt>
                      <c:pt idx="7">
                        <c:v>0.797095882667885</c:v>
                      </c:pt>
                      <c:pt idx="8">
                        <c:v>0.74690875827318404</c:v>
                      </c:pt>
                      <c:pt idx="9">
                        <c:v>0.69240047372666302</c:v>
                      </c:pt>
                      <c:pt idx="10">
                        <c:v>0.63922094796213802</c:v>
                      </c:pt>
                      <c:pt idx="11">
                        <c:v>0.59266440373692397</c:v>
                      </c:pt>
                      <c:pt idx="12">
                        <c:v>0.554600760939436</c:v>
                      </c:pt>
                      <c:pt idx="13">
                        <c:v>0.52438890736302401</c:v>
                      </c:pt>
                      <c:pt idx="14">
                        <c:v>0.50065087896969696</c:v>
                      </c:pt>
                      <c:pt idx="15">
                        <c:v>0.48200309693506199</c:v>
                      </c:pt>
                      <c:pt idx="16">
                        <c:v>0.46728782399119401</c:v>
                      </c:pt>
                      <c:pt idx="17">
                        <c:v>0.45567055633811299</c:v>
                      </c:pt>
                      <c:pt idx="18">
                        <c:v>0.44651627010509398</c:v>
                      </c:pt>
                      <c:pt idx="19">
                        <c:v>0.43920737245577601</c:v>
                      </c:pt>
                      <c:pt idx="20">
                        <c:v>0.43313039135089898</c:v>
                      </c:pt>
                      <c:pt idx="21">
                        <c:v>0.42778204761842897</c:v>
                      </c:pt>
                      <c:pt idx="22">
                        <c:v>0.42284110443900402</c:v>
                      </c:pt>
                      <c:pt idx="23">
                        <c:v>0.418157576558505</c:v>
                      </c:pt>
                      <c:pt idx="24">
                        <c:v>0.41369666053888199</c:v>
                      </c:pt>
                      <c:pt idx="25">
                        <c:v>0.40947952286315498</c:v>
                      </c:pt>
                      <c:pt idx="26">
                        <c:v>0.40553767165918803</c:v>
                      </c:pt>
                      <c:pt idx="27">
                        <c:v>0.40188306342186603</c:v>
                      </c:pt>
                      <c:pt idx="28">
                        <c:v>0.39849604691920398</c:v>
                      </c:pt>
                      <c:pt idx="29">
                        <c:v>0.395338259173453</c:v>
                      </c:pt>
                      <c:pt idx="30">
                        <c:v>0.39239018584912999</c:v>
                      </c:pt>
                      <c:pt idx="31">
                        <c:v>0.38966334237276401</c:v>
                      </c:pt>
                      <c:pt idx="32">
                        <c:v>0.38713773455070799</c:v>
                      </c:pt>
                      <c:pt idx="33">
                        <c:v>0.38474186646310998</c:v>
                      </c:pt>
                      <c:pt idx="34">
                        <c:v>0.38243123915968902</c:v>
                      </c:pt>
                      <c:pt idx="35">
                        <c:v>0.38021681922670703</c:v>
                      </c:pt>
                      <c:pt idx="36">
                        <c:v>0.37809222648426999</c:v>
                      </c:pt>
                      <c:pt idx="37">
                        <c:v>0.37600089033777701</c:v>
                      </c:pt>
                      <c:pt idx="38">
                        <c:v>0.37388059508808402</c:v>
                      </c:pt>
                      <c:pt idx="39">
                        <c:v>0.37168767817596299</c:v>
                      </c:pt>
                      <c:pt idx="40">
                        <c:v>0.369393287482711</c:v>
                      </c:pt>
                      <c:pt idx="41">
                        <c:v>0.36697642872935698</c:v>
                      </c:pt>
                      <c:pt idx="42">
                        <c:v>0.364420090815258</c:v>
                      </c:pt>
                      <c:pt idx="43">
                        <c:v>0.36170998887684602</c:v>
                      </c:pt>
                      <c:pt idx="44">
                        <c:v>0.35883526366730001</c:v>
                      </c:pt>
                      <c:pt idx="45">
                        <c:v>0.35579075918752401</c:v>
                      </c:pt>
                      <c:pt idx="46">
                        <c:v>0.35258032031401099</c:v>
                      </c:pt>
                      <c:pt idx="47">
                        <c:v>0.34922021793119101</c:v>
                      </c:pt>
                      <c:pt idx="48">
                        <c:v>0.34574183722101498</c:v>
                      </c:pt>
                      <c:pt idx="49">
                        <c:v>0.34219258649783202</c:v>
                      </c:pt>
                      <c:pt idx="50">
                        <c:v>0.33863126033347202</c:v>
                      </c:pt>
                      <c:pt idx="51">
                        <c:v>0.33511178929163299</c:v>
                      </c:pt>
                      <c:pt idx="52">
                        <c:v>0.33166420525555801</c:v>
                      </c:pt>
                      <c:pt idx="53">
                        <c:v>0.32830348400682102</c:v>
                      </c:pt>
                      <c:pt idx="54">
                        <c:v>0.32506271685292598</c:v>
                      </c:pt>
                      <c:pt idx="55">
                        <c:v>0.321993847703962</c:v>
                      </c:pt>
                      <c:pt idx="56">
                        <c:v>0.31912652331249902</c:v>
                      </c:pt>
                      <c:pt idx="57">
                        <c:v>0.31644527387105198</c:v>
                      </c:pt>
                      <c:pt idx="58">
                        <c:v>0.31391100675327499</c:v>
                      </c:pt>
                      <c:pt idx="59">
                        <c:v>0.31149374124699702</c:v>
                      </c:pt>
                      <c:pt idx="60">
                        <c:v>0.30918272518615902</c:v>
                      </c:pt>
                      <c:pt idx="61">
                        <c:v>0.30697433570805799</c:v>
                      </c:pt>
                      <c:pt idx="62">
                        <c:v>0.30485987863166297</c:v>
                      </c:pt>
                      <c:pt idx="63">
                        <c:v>0.302823854931286</c:v>
                      </c:pt>
                      <c:pt idx="64">
                        <c:v>0.300847925807323</c:v>
                      </c:pt>
                      <c:pt idx="65">
                        <c:v>0.29891512199645298</c:v>
                      </c:pt>
                      <c:pt idx="66">
                        <c:v>0.29701240644922799</c:v>
                      </c:pt>
                      <c:pt idx="67">
                        <c:v>0.29513135260259798</c:v>
                      </c:pt>
                      <c:pt idx="68">
                        <c:v>0.29326727555702597</c:v>
                      </c:pt>
                      <c:pt idx="69">
                        <c:v>0.29141753878244703</c:v>
                      </c:pt>
                      <c:pt idx="70">
                        <c:v>0.28957998927081502</c:v>
                      </c:pt>
                      <c:pt idx="71">
                        <c:v>0.28775237545143301</c:v>
                      </c:pt>
                      <c:pt idx="72">
                        <c:v>0.28593316953896902</c:v>
                      </c:pt>
                      <c:pt idx="73">
                        <c:v>0.28412363400364699</c:v>
                      </c:pt>
                      <c:pt idx="74">
                        <c:v>0.28233029009960398</c:v>
                      </c:pt>
                      <c:pt idx="75">
                        <c:v>0.28056606541131202</c:v>
                      </c:pt>
                      <c:pt idx="76">
                        <c:v>0.27884799027250301</c:v>
                      </c:pt>
                      <c:pt idx="77">
                        <c:v>0.27719118072048499</c:v>
                      </c:pt>
                      <c:pt idx="78">
                        <c:v>0.27560269495711698</c:v>
                      </c:pt>
                      <c:pt idx="79">
                        <c:v>0.27407980152446798</c:v>
                      </c:pt>
                      <c:pt idx="80">
                        <c:v>0.27261301560405099</c:v>
                      </c:pt>
                      <c:pt idx="81">
                        <c:v>0.27119052810352601</c:v>
                      </c:pt>
                      <c:pt idx="82">
                        <c:v>0.26980127272292298</c:v>
                      </c:pt>
                      <c:pt idx="83">
                        <c:v>0.26843616480459198</c:v>
                      </c:pt>
                      <c:pt idx="84">
                        <c:v>0.267088208768955</c:v>
                      </c:pt>
                      <c:pt idx="85">
                        <c:v>0.26575220460153498</c:v>
                      </c:pt>
                      <c:pt idx="86">
                        <c:v>0.264424481158059</c:v>
                      </c:pt>
                      <c:pt idx="87">
                        <c:v>0.26310282139300301</c:v>
                      </c:pt>
                      <c:pt idx="88">
                        <c:v>0.26178656625175001</c:v>
                      </c:pt>
                      <c:pt idx="89">
                        <c:v>0.26047675769863099</c:v>
                      </c:pt>
                      <c:pt idx="90">
                        <c:v>0.259176114504647</c:v>
                      </c:pt>
                      <c:pt idx="91">
                        <c:v>0.25788868356776401</c:v>
                      </c:pt>
                      <c:pt idx="92">
                        <c:v>0.25661919847544001</c:v>
                      </c:pt>
                      <c:pt idx="93">
                        <c:v>0.255372390041748</c:v>
                      </c:pt>
                      <c:pt idx="94">
                        <c:v>0.25415252633945201</c:v>
                      </c:pt>
                      <c:pt idx="95">
                        <c:v>0.25296325773414802</c:v>
                      </c:pt>
                      <c:pt idx="96">
                        <c:v>0.25180760333069901</c:v>
                      </c:pt>
                      <c:pt idx="97">
                        <c:v>0.25068786194318399</c:v>
                      </c:pt>
                      <c:pt idx="98">
                        <c:v>0.249605374762747</c:v>
                      </c:pt>
                      <c:pt idx="99">
                        <c:v>0.24856025054109601</c:v>
                      </c:pt>
                      <c:pt idx="100">
                        <c:v>0.247551237965662</c:v>
                      </c:pt>
                      <c:pt idx="101">
                        <c:v>0.24657585853921399</c:v>
                      </c:pt>
                      <c:pt idx="102">
                        <c:v>0.24563077226997501</c:v>
                      </c:pt>
                      <c:pt idx="103">
                        <c:v>0.24471224602042299</c:v>
                      </c:pt>
                      <c:pt idx="104">
                        <c:v>0.24381658307536599</c:v>
                      </c:pt>
                      <c:pt idx="105">
                        <c:v>0.24294042799268101</c:v>
                      </c:pt>
                      <c:pt idx="106">
                        <c:v>0.24208092840599099</c:v>
                      </c:pt>
                      <c:pt idx="107">
                        <c:v>0.24123577941819399</c:v>
                      </c:pt>
                      <c:pt idx="108">
                        <c:v>0.24040319106844599</c:v>
                      </c:pt>
                      <c:pt idx="109">
                        <c:v>0.239581815595488</c:v>
                      </c:pt>
                      <c:pt idx="110">
                        <c:v>0.23877066059232399</c:v>
                      </c:pt>
                      <c:pt idx="111">
                        <c:v>0.23796900368068599</c:v>
                      </c:pt>
                      <c:pt idx="112">
                        <c:v>0.23717631662024699</c:v>
                      </c:pt>
                      <c:pt idx="113">
                        <c:v>0.23639220196271901</c:v>
                      </c:pt>
                      <c:pt idx="114">
                        <c:v>0.23561634275684901</c:v>
                      </c:pt>
                      <c:pt idx="115">
                        <c:v>0.23484846462028899</c:v>
                      </c:pt>
                      <c:pt idx="116">
                        <c:v>0.23408830911544601</c:v>
                      </c:pt>
                      <c:pt idx="117">
                        <c:v>0.23333561740059999</c:v>
                      </c:pt>
                      <c:pt idx="118">
                        <c:v>0.23259012332467599</c:v>
                      </c:pt>
                      <c:pt idx="119">
                        <c:v>0.23185155532303101</c:v>
                      </c:pt>
                      <c:pt idx="120">
                        <c:v>0.23111964650386699</c:v>
                      </c:pt>
                      <c:pt idx="121">
                        <c:v>0.23039415203118499</c:v>
                      </c:pt>
                      <c:pt idx="122">
                        <c:v>0.229674872147553</c:v>
                      </c:pt>
                      <c:pt idx="123">
                        <c:v>0.228961677844227</c:v>
                      </c:pt>
                      <c:pt idx="124">
                        <c:v>0.228254534404318</c:v>
                      </c:pt>
                      <c:pt idx="125">
                        <c:v>0.22755351635717799</c:v>
                      </c:pt>
                      <c:pt idx="126">
                        <c:v>0.226858806822134</c:v>
                      </c:pt>
                      <c:pt idx="127">
                        <c:v>0.22617067602634</c:v>
                      </c:pt>
                      <c:pt idx="128">
                        <c:v>0.22548943860002199</c:v>
                      </c:pt>
                      <c:pt idx="129">
                        <c:v>0.224815396139595</c:v>
                      </c:pt>
                      <c:pt idx="130">
                        <c:v>0.22414877768296501</c:v>
                      </c:pt>
                      <c:pt idx="131">
                        <c:v>0.22348969277970601</c:v>
                      </c:pt>
                      <c:pt idx="132">
                        <c:v>0.22283810815248301</c:v>
                      </c:pt>
                      <c:pt idx="133">
                        <c:v>0.22219385116723001</c:v>
                      </c:pt>
                      <c:pt idx="134">
                        <c:v>0.22155663533534101</c:v>
                      </c:pt>
                      <c:pt idx="135">
                        <c:v>0.22092609830158699</c:v>
                      </c:pt>
                      <c:pt idx="136">
                        <c:v>0.22030184227066699</c:v>
                      </c:pt>
                      <c:pt idx="137">
                        <c:v>0.21968346937646599</c:v>
                      </c:pt>
                      <c:pt idx="138">
                        <c:v>0.21907060808557</c:v>
                      </c:pt>
                      <c:pt idx="139">
                        <c:v>0.21846292981741799</c:v>
                      </c:pt>
                      <c:pt idx="140">
                        <c:v>0.21786015692067801</c:v>
                      </c:pt>
                      <c:pt idx="141">
                        <c:v>0.21726206400834899</c:v>
                      </c:pt>
                      <c:pt idx="142">
                        <c:v>0.21666847475725001</c:v>
                      </c:pt>
                      <c:pt idx="143">
                        <c:v>0.21607925597963701</c:v>
                      </c:pt>
                      <c:pt idx="144">
                        <c:v>0.215494310339849</c:v>
                      </c:pt>
                      <c:pt idx="145">
                        <c:v>0.214913568669413</c:v>
                      </c:pt>
                      <c:pt idx="146">
                        <c:v>0.21433698249633601</c:v>
                      </c:pt>
                      <c:pt idx="147">
                        <c:v>0.21376451716214701</c:v>
                      </c:pt>
                      <c:pt idx="148">
                        <c:v>0.21319614574116699</c:v>
                      </c:pt>
                      <c:pt idx="149">
                        <c:v>0.21263184387878101</c:v>
                      </c:pt>
                      <c:pt idx="150">
                        <c:v>0.21207158560681599</c:v>
                      </c:pt>
                      <c:pt idx="151">
                        <c:v>0.21151534015610701</c:v>
                      </c:pt>
                      <c:pt idx="152">
                        <c:v>0.21096306975561199</c:v>
                      </c:pt>
                      <c:pt idx="153">
                        <c:v>0.21041472837658801</c:v>
                      </c:pt>
                      <c:pt idx="154">
                        <c:v>0.20987026134662101</c:v>
                      </c:pt>
                      <c:pt idx="155">
                        <c:v>0.209329605723411</c:v>
                      </c:pt>
                      <c:pt idx="156">
                        <c:v>0.20879269128627101</c:v>
                      </c:pt>
                      <c:pt idx="157">
                        <c:v>0.20825944197938501</c:v>
                      </c:pt>
                      <c:pt idx="158">
                        <c:v>0.20772977762932701</c:v>
                      </c:pt>
                      <c:pt idx="159">
                        <c:v>0.20720361576261201</c:v>
                      </c:pt>
                      <c:pt idx="160">
                        <c:v>0.20668087336680199</c:v>
                      </c:pt>
                      <c:pt idx="161">
                        <c:v>0.20616146846841299</c:v>
                      </c:pt>
                      <c:pt idx="162">
                        <c:v>0.20564532143804801</c:v>
                      </c:pt>
                      <c:pt idx="163">
                        <c:v>0.20513235597275201</c:v>
                      </c:pt>
                      <c:pt idx="164">
                        <c:v>0.20462249974278399</c:v>
                      </c:pt>
                      <c:pt idx="165">
                        <c:v>0.204115684721075</c:v>
                      </c:pt>
                      <c:pt idx="166">
                        <c:v>0.20361184723644099</c:v>
                      </c:pt>
                      <c:pt idx="167">
                        <c:v>0.20311092780547099</c:v>
                      </c:pt>
                      <c:pt idx="168">
                        <c:v>0.202612870803595</c:v>
                      </c:pt>
                      <c:pt idx="169">
                        <c:v>0.20211762403449901</c:v>
                      </c:pt>
                      <c:pt idx="170">
                        <c:v>0.20162513825087899</c:v>
                      </c:pt>
                      <c:pt idx="171">
                        <c:v>0.20113536667027601</c:v>
                      </c:pt>
                      <c:pt idx="172">
                        <c:v>0.20064826451927001</c:v>
                      </c:pt>
                      <c:pt idx="173">
                        <c:v>0.200163788628827</c:v>
                      </c:pt>
                      <c:pt idx="174">
                        <c:v>0.19968189709418799</c:v>
                      </c:pt>
                      <c:pt idx="175">
                        <c:v>0.199202549004734</c:v>
                      </c:pt>
                      <c:pt idx="176">
                        <c:v>0.198725704243079</c:v>
                      </c:pt>
                      <c:pt idx="177">
                        <c:v>0.198251323348241</c:v>
                      </c:pt>
                      <c:pt idx="178">
                        <c:v>0.19777936743481001</c:v>
                      </c:pt>
                      <c:pt idx="179">
                        <c:v>0.19730979815857999</c:v>
                      </c:pt>
                      <c:pt idx="180">
                        <c:v>0.19684257771854899</c:v>
                      </c:pt>
                      <c:pt idx="181">
                        <c:v>0.19637766888556901</c:v>
                      </c:pt>
                      <c:pt idx="182">
                        <c:v>0.195915035048705</c:v>
                      </c:pt>
                      <c:pt idx="183">
                        <c:v>0.19545464027158499</c:v>
                      </c:pt>
                      <c:pt idx="184">
                        <c:v>0.19499644935230401</c:v>
                      </c:pt>
                      <c:pt idx="185">
                        <c:v>0.194540427881818</c:v>
                      </c:pt>
                      <c:pt idx="186">
                        <c:v>0.194086542297085</c:v>
                      </c:pt>
                      <c:pt idx="187">
                        <c:v>0.193634759926338</c:v>
                      </c:pt>
                      <c:pt idx="188">
                        <c:v>0.19318504902491901</c:v>
                      </c:pt>
                      <c:pt idx="189">
                        <c:v>0.19273737880094399</c:v>
                      </c:pt>
                      <c:pt idx="190">
                        <c:v>0.19229171943072201</c:v>
                      </c:pt>
                      <c:pt idx="191">
                        <c:v>0.19184804206436701</c:v>
                      </c:pt>
                      <c:pt idx="192">
                        <c:v>0.19140631882239501</c:v>
                      </c:pt>
                      <c:pt idx="193">
                        <c:v>0.190966522784313</c:v>
                      </c:pt>
                      <c:pt idx="194">
                        <c:v>0.19052862797035799</c:v>
                      </c:pt>
                      <c:pt idx="195">
                        <c:v>0.19009260931756899</c:v>
                      </c:pt>
                      <c:pt idx="196">
                        <c:v>0.18965844265134599</c:v>
                      </c:pt>
                      <c:pt idx="197">
                        <c:v>0.18922610465360101</c:v>
                      </c:pt>
                      <c:pt idx="198">
                        <c:v>0.18879557282850701</c:v>
                      </c:pt>
                      <c:pt idx="199">
                        <c:v>0.18836682546672001</c:v>
                      </c:pt>
                      <c:pt idx="200">
                        <c:v>0.187939841608849</c:v>
                      </c:pt>
                      <c:pt idx="201">
                        <c:v>0.18751460100880801</c:v>
                      </c:pt>
                      <c:pt idx="202">
                        <c:v>0.18709108409759001</c:v>
                      </c:pt>
                      <c:pt idx="203">
                        <c:v>0.18666927194786301</c:v>
                      </c:pt>
                      <c:pt idx="204">
                        <c:v>0.186249146239721</c:v>
                      </c:pt>
                      <c:pt idx="205">
                        <c:v>0.18583068922782101</c:v>
                      </c:pt>
                      <c:pt idx="206">
                        <c:v>0.18541388371006601</c:v>
                      </c:pt>
                      <c:pt idx="207">
                        <c:v>0.184998712997927</c:v>
                      </c:pt>
                      <c:pt idx="208">
                        <c:v>0.18458516088846799</c:v>
                      </c:pt>
                      <c:pt idx="209">
                        <c:v>0.18417321163806399</c:v>
                      </c:pt>
                      <c:pt idx="210">
                        <c:v>0.18376284993780301</c:v>
                      </c:pt>
                      <c:pt idx="211">
                        <c:v>0.18335406089050599</c:v>
                      </c:pt>
                      <c:pt idx="212">
                        <c:v>0.18294682998932399</c:v>
                      </c:pt>
                      <c:pt idx="213">
                        <c:v>0.182541143097813</c:v>
                      </c:pt>
                      <c:pt idx="214">
                        <c:v>0.18213698643140999</c:v>
                      </c:pt>
                      <c:pt idx="215">
                        <c:v>0.18173434654022499</c:v>
                      </c:pt>
                      <c:pt idx="216">
                        <c:v>0.18133321029305999</c:v>
                      </c:pt>
                      <c:pt idx="217">
                        <c:v>0.18093356486255499</c:v>
                      </c:pt>
                      <c:pt idx="218">
                        <c:v>0.18053539771139099</c:v>
                      </c:pt>
                      <c:pt idx="219">
                        <c:v>0.18013869657946499</c:v>
                      </c:pt>
                      <c:pt idx="220">
                        <c:v>0.17974344947195001</c:v>
                      </c:pt>
                      <c:pt idx="221">
                        <c:v>0.17934964464818801</c:v>
                      </c:pt>
                      <c:pt idx="222">
                        <c:v>0.17895727061132699</c:v>
                      </c:pt>
                      <c:pt idx="223">
                        <c:v>0.17856631609866999</c:v>
                      </c:pt>
                      <c:pt idx="224">
                        <c:v>0.17817677007265401</c:v>
                      </c:pt>
                      <c:pt idx="225">
                        <c:v>0.17778862171242599</c:v>
                      </c:pt>
                      <c:pt idx="226">
                        <c:v>0.177401860405969</c:v>
                      </c:pt>
                      <c:pt idx="227">
                        <c:v>0.17701647574273099</c:v>
                      </c:pt>
                      <c:pt idx="228">
                        <c:v>0.17663245750673001</c:v>
                      </c:pt>
                      <c:pt idx="229">
                        <c:v>0.176249795670093</c:v>
                      </c:pt>
                      <c:pt idx="230">
                        <c:v>0.175868480387008</c:v>
                      </c:pt>
                      <c:pt idx="231">
                        <c:v>0.17548850198805799</c:v>
                      </c:pt>
                      <c:pt idx="232">
                        <c:v>0.17510985097491699</c:v>
                      </c:pt>
                      <c:pt idx="233">
                        <c:v>0.17473251801538101</c:v>
                      </c:pt>
                      <c:pt idx="234">
                        <c:v>0.17435649393872199</c:v>
                      </c:pt>
                      <c:pt idx="235">
                        <c:v>0.17398176973134399</c:v>
                      </c:pt>
                      <c:pt idx="236">
                        <c:v>0.17360833653271901</c:v>
                      </c:pt>
                      <c:pt idx="237">
                        <c:v>0.173236185631606</c:v>
                      </c:pt>
                      <c:pt idx="238">
                        <c:v>0.172865308462509</c:v>
                      </c:pt>
                      <c:pt idx="239">
                        <c:v>0.172495696602399</c:v>
                      </c:pt>
                      <c:pt idx="240">
                        <c:v>0.17212734176764899</c:v>
                      </c:pt>
                      <c:pt idx="241">
                        <c:v>0.17176023581120001</c:v>
                      </c:pt>
                      <c:pt idx="242">
                        <c:v>0.171394370719928</c:v>
                      </c:pt>
                      <c:pt idx="243">
                        <c:v>0.17102973861220699</c:v>
                      </c:pt>
                      <c:pt idx="244">
                        <c:v>0.17066633173565299</c:v>
                      </c:pt>
                      <c:pt idx="245">
                        <c:v>0.170304142465041</c:v>
                      </c:pt>
                      <c:pt idx="246">
                        <c:v>0.16994316330038101</c:v>
                      </c:pt>
                      <c:pt idx="247">
                        <c:v>0.16958338686513799</c:v>
                      </c:pt>
                      <c:pt idx="248">
                        <c:v>0.169224805904579</c:v>
                      </c:pt>
                      <c:pt idx="249">
                        <c:v>0.16886741328425101</c:v>
                      </c:pt>
                      <c:pt idx="250">
                        <c:v>0.16851120198855099</c:v>
                      </c:pt>
                      <c:pt idx="251">
                        <c:v>0.16815616511939199</c:v>
                      </c:pt>
                      <c:pt idx="252">
                        <c:v>0.167802295894941</c:v>
                      </c:pt>
                      <c:pt idx="253">
                        <c:v>0.167449587648413</c:v>
                      </c:pt>
                      <c:pt idx="254">
                        <c:v>0.16709803382690899</c:v>
                      </c:pt>
                      <c:pt idx="255">
                        <c:v>0.16674762799027301</c:v>
                      </c:pt>
                      <c:pt idx="256">
                        <c:v>0.16639836380995701</c:v>
                      </c:pt>
                      <c:pt idx="257">
                        <c:v>0.16605023506787001</c:v>
                      </c:pt>
                      <c:pt idx="258">
                        <c:v>0.16570323565519501</c:v>
                      </c:pt>
                      <c:pt idx="259">
                        <c:v>0.165357359571152</c:v>
                      </c:pt>
                      <c:pt idx="260">
                        <c:v>0.16501260092169101</c:v>
                      </c:pt>
                      <c:pt idx="261">
                        <c:v>0.164668953918093</c:v>
                      </c:pt>
                      <c:pt idx="262">
                        <c:v>0.16432641287545799</c:v>
                      </c:pt>
                      <c:pt idx="263">
                        <c:v>0.163984972211069</c:v>
                      </c:pt>
                      <c:pt idx="264">
                        <c:v>0.163644626442604</c:v>
                      </c:pt>
                      <c:pt idx="265">
                        <c:v>0.16330537018618299</c:v>
                      </c:pt>
                      <c:pt idx="266">
                        <c:v>0.16296719815424199</c:v>
                      </c:pt>
                      <c:pt idx="267">
                        <c:v>0.162630105153212</c:v>
                      </c:pt>
                      <c:pt idx="268">
                        <c:v>0.162294086080986</c:v>
                      </c:pt>
                      <c:pt idx="269">
                        <c:v>0.16195913592418701</c:v>
                      </c:pt>
                      <c:pt idx="270">
                        <c:v>0.16162524975520401</c:v>
                      </c:pt>
                      <c:pt idx="271">
                        <c:v>0.16129242272901401</c:v>
                      </c:pt>
                      <c:pt idx="272">
                        <c:v>0.160960650079776</c:v>
                      </c:pt>
                      <c:pt idx="273">
                        <c:v>0.160629927117207</c:v>
                      </c:pt>
                      <c:pt idx="274">
                        <c:v>0.16030024922275299</c:v>
                      </c:pt>
                      <c:pt idx="275">
                        <c:v>0.159971611845554</c:v>
                      </c:pt>
                      <c:pt idx="276">
                        <c:v>0.15964401049822399</c:v>
                      </c:pt>
                      <c:pt idx="277">
                        <c:v>0.15931744075247101</c:v>
                      </c:pt>
                      <c:pt idx="278">
                        <c:v>0.15899189823457399</c:v>
                      </c:pt>
                      <c:pt idx="279">
                        <c:v>0.15866737862073599</c:v>
                      </c:pt>
                      <c:pt idx="280">
                        <c:v>0.15834387763236499</c:v>
                      </c:pt>
                      <c:pt idx="281">
                        <c:v>0.15802139103128801</c:v>
                      </c:pt>
                      <c:pt idx="282">
                        <c:v>0.157699914614952</c:v>
                      </c:pt>
                      <c:pt idx="283">
                        <c:v>0.15737944421164399</c:v>
                      </c:pt>
                      <c:pt idx="284">
                        <c:v>0.15705997567575999</c:v>
                      </c:pt>
                      <c:pt idx="285">
                        <c:v>0.15674150488317201</c:v>
                      </c:pt>
                      <c:pt idx="286">
                        <c:v>0.15642402772672301</c:v>
                      </c:pt>
                      <c:pt idx="287">
                        <c:v>0.15610754011188399</c:v>
                      </c:pt>
                      <c:pt idx="288">
                        <c:v>0.155792037952622</c:v>
                      </c:pt>
                      <c:pt idx="289">
                        <c:v>0.155477517167489</c:v>
                      </c:pt>
                      <c:pt idx="290">
                        <c:v>0.155163973675983</c:v>
                      </c:pt>
                      <c:pt idx="291">
                        <c:v>0.15485140339519099</c:v>
                      </c:pt>
                      <c:pt idx="292">
                        <c:v>0.15453980223674299</c:v>
                      </c:pt>
                      <c:pt idx="293">
                        <c:v>0.15422916610408799</c:v>
                      </c:pt>
                      <c:pt idx="294">
                        <c:v>0.153919490890112</c:v>
                      </c:pt>
                      <c:pt idx="295">
                        <c:v>0.153610772475096</c:v>
                      </c:pt>
                      <c:pt idx="296">
                        <c:v>0.15330300672502201</c:v>
                      </c:pt>
                      <c:pt idx="297">
                        <c:v>0.152996189490227</c:v>
                      </c:pt>
                      <c:pt idx="298">
                        <c:v>0.15269031660438501</c:v>
                      </c:pt>
                      <c:pt idx="299">
                        <c:v>0.152385383883825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1-1645-43E7-A8FF-8332005D19AA}"/>
                  </c:ext>
                </c:extLst>
              </c15:ser>
            </c15:filteredScatterSeries>
          </c:ext>
        </c:extLst>
      </c:scatterChart>
      <c:valAx>
        <c:axId val="1906565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6579456"/>
        <c:crosses val="autoZero"/>
        <c:crossBetween val="midCat"/>
      </c:valAx>
      <c:valAx>
        <c:axId val="190657945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out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656572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53764060742407194"/>
          <c:y val="0.14422060598860559"/>
          <c:w val="0.1574027678358387"/>
          <c:h val="9.04667646190427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249855131744897"/>
          <c:y val="0.13966832463583786"/>
          <c:w val="0.79853640454034158"/>
          <c:h val="0.66686641497215471"/>
        </c:manualLayout>
      </c:layout>
      <c:scatterChart>
        <c:scatterStyle val="smoothMarker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loss4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Sheet1!$A$2:$A$301</c:f>
              <c:numCache>
                <c:formatCode>General</c:formatCode>
                <c:ptCount val="3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</c:numCache>
            </c:numRef>
          </c:xVal>
          <c:yVal>
            <c:numRef>
              <c:f>Sheet1!$E$2:$E$301</c:f>
              <c:numCache>
                <c:formatCode>General</c:formatCode>
                <c:ptCount val="300"/>
                <c:pt idx="0">
                  <c:v>0.91370083999999996</c:v>
                </c:pt>
                <c:pt idx="1">
                  <c:v>0.83305186499999995</c:v>
                </c:pt>
                <c:pt idx="2">
                  <c:v>0.75659358200000004</c:v>
                </c:pt>
                <c:pt idx="3">
                  <c:v>0.70154346000000001</c:v>
                </c:pt>
                <c:pt idx="4">
                  <c:v>0.66551258700000004</c:v>
                </c:pt>
                <c:pt idx="5">
                  <c:v>0.63904113900000004</c:v>
                </c:pt>
                <c:pt idx="6">
                  <c:v>0.61627870799999995</c:v>
                </c:pt>
                <c:pt idx="7">
                  <c:v>0.59647258199999997</c:v>
                </c:pt>
                <c:pt idx="8">
                  <c:v>0.57992997800000001</c:v>
                </c:pt>
                <c:pt idx="9">
                  <c:v>0.56711457799999998</c:v>
                </c:pt>
                <c:pt idx="10">
                  <c:v>0.55761685800000005</c:v>
                </c:pt>
                <c:pt idx="11">
                  <c:v>0.55016093399999999</c:v>
                </c:pt>
                <c:pt idx="12">
                  <c:v>0.543616875</c:v>
                </c:pt>
                <c:pt idx="13">
                  <c:v>0.53733175</c:v>
                </c:pt>
                <c:pt idx="14">
                  <c:v>0.53105007400000004</c:v>
                </c:pt>
                <c:pt idx="15">
                  <c:v>0.52479159600000003</c:v>
                </c:pt>
                <c:pt idx="16">
                  <c:v>0.51869880800000001</c:v>
                </c:pt>
                <c:pt idx="17">
                  <c:v>0.51294747299999999</c:v>
                </c:pt>
                <c:pt idx="18">
                  <c:v>0.50768939199999996</c:v>
                </c:pt>
                <c:pt idx="19">
                  <c:v>0.50296535499999995</c:v>
                </c:pt>
                <c:pt idx="20">
                  <c:v>0.49867609600000001</c:v>
                </c:pt>
                <c:pt idx="21">
                  <c:v>0.494672734</c:v>
                </c:pt>
                <c:pt idx="22">
                  <c:v>0.49089725299999998</c:v>
                </c:pt>
                <c:pt idx="23">
                  <c:v>0.48740114800000001</c:v>
                </c:pt>
                <c:pt idx="24">
                  <c:v>0.48422809300000003</c:v>
                </c:pt>
                <c:pt idx="25">
                  <c:v>0.48135824999999999</c:v>
                </c:pt>
                <c:pt idx="26">
                  <c:v>0.47874668100000001</c:v>
                </c:pt>
                <c:pt idx="27">
                  <c:v>0.47635779499999997</c:v>
                </c:pt>
                <c:pt idx="28">
                  <c:v>0.47417122699999997</c:v>
                </c:pt>
                <c:pt idx="29">
                  <c:v>0.47217281</c:v>
                </c:pt>
                <c:pt idx="30">
                  <c:v>0.470345497</c:v>
                </c:pt>
                <c:pt idx="31">
                  <c:v>0.46866633000000002</c:v>
                </c:pt>
                <c:pt idx="32">
                  <c:v>0.46710797300000001</c:v>
                </c:pt>
                <c:pt idx="33">
                  <c:v>0.46564228200000002</c:v>
                </c:pt>
                <c:pt idx="34">
                  <c:v>0.46424380399999998</c:v>
                </c:pt>
                <c:pt idx="35">
                  <c:v>0.46289190699999999</c:v>
                </c:pt>
                <c:pt idx="36">
                  <c:v>0.46157142499999998</c:v>
                </c:pt>
                <c:pt idx="37">
                  <c:v>0.46027235500000002</c:v>
                </c:pt>
                <c:pt idx="38">
                  <c:v>0.45898908900000002</c:v>
                </c:pt>
                <c:pt idx="39">
                  <c:v>0.45771949899999997</c:v>
                </c:pt>
                <c:pt idx="40">
                  <c:v>0.45646396700000003</c:v>
                </c:pt>
                <c:pt idx="41">
                  <c:v>0.45522446</c:v>
                </c:pt>
                <c:pt idx="42">
                  <c:v>0.45400365599999998</c:v>
                </c:pt>
                <c:pt idx="43">
                  <c:v>0.45280419799999999</c:v>
                </c:pt>
                <c:pt idx="44">
                  <c:v>0.45162812499999999</c:v>
                </c:pt>
                <c:pt idx="45">
                  <c:v>0.450476508</c:v>
                </c:pt>
                <c:pt idx="46">
                  <c:v>0.44934928800000001</c:v>
                </c:pt>
                <c:pt idx="47">
                  <c:v>0.448245318</c:v>
                </c:pt>
                <c:pt idx="48">
                  <c:v>0.44716252899999998</c:v>
                </c:pt>
                <c:pt idx="49">
                  <c:v>0.44609822199999999</c:v>
                </c:pt>
                <c:pt idx="50">
                  <c:v>0.44504940500000001</c:v>
                </c:pt>
                <c:pt idx="51">
                  <c:v>0.444013145</c:v>
                </c:pt>
                <c:pt idx="52">
                  <c:v>0.44298687399999997</c:v>
                </c:pt>
                <c:pt idx="53">
                  <c:v>0.44196859999999999</c:v>
                </c:pt>
                <c:pt idx="54">
                  <c:v>0.44095700500000001</c:v>
                </c:pt>
                <c:pt idx="55">
                  <c:v>0.43995141900000001</c:v>
                </c:pt>
                <c:pt idx="56">
                  <c:v>0.43895170999999999</c:v>
                </c:pt>
                <c:pt idx="57">
                  <c:v>0.43795810400000001</c:v>
                </c:pt>
                <c:pt idx="58">
                  <c:v>0.43697101599999999</c:v>
                </c:pt>
                <c:pt idx="59">
                  <c:v>0.43599089099999999</c:v>
                </c:pt>
                <c:pt idx="60">
                  <c:v>0.43501809200000002</c:v>
                </c:pt>
                <c:pt idx="61">
                  <c:v>0.43405284100000002</c:v>
                </c:pt>
                <c:pt idx="62">
                  <c:v>0.43309519899999999</c:v>
                </c:pt>
                <c:pt idx="63">
                  <c:v>0.43214508000000001</c:v>
                </c:pt>
                <c:pt idx="64">
                  <c:v>0.43120227500000002</c:v>
                </c:pt>
                <c:pt idx="65">
                  <c:v>0.430266492</c:v>
                </c:pt>
                <c:pt idx="66">
                  <c:v>0.42933738799999999</c:v>
                </c:pt>
                <c:pt idx="67">
                  <c:v>0.42841459599999998</c:v>
                </c:pt>
                <c:pt idx="68">
                  <c:v>0.42749775000000001</c:v>
                </c:pt>
                <c:pt idx="69">
                  <c:v>0.42658650199999998</c:v>
                </c:pt>
                <c:pt idx="70">
                  <c:v>0.42568052699999998</c:v>
                </c:pt>
                <c:pt idx="71">
                  <c:v>0.42477953000000002</c:v>
                </c:pt>
                <c:pt idx="72">
                  <c:v>0.42388324900000002</c:v>
                </c:pt>
                <c:pt idx="73">
                  <c:v>0.42299145399999999</c:v>
                </c:pt>
                <c:pt idx="74">
                  <c:v>0.42210394499999998</c:v>
                </c:pt>
                <c:pt idx="75">
                  <c:v>0.421220545</c:v>
                </c:pt>
                <c:pt idx="76">
                  <c:v>0.42034110499999999</c:v>
                </c:pt>
                <c:pt idx="77">
                  <c:v>0.419465492</c:v>
                </c:pt>
                <c:pt idx="78">
                  <c:v>0.41859359099999999</c:v>
                </c:pt>
                <c:pt idx="79">
                  <c:v>0.41772530200000002</c:v>
                </c:pt>
                <c:pt idx="80">
                  <c:v>0.41686053499999998</c:v>
                </c:pt>
                <c:pt idx="81">
                  <c:v>0.41599921000000001</c:v>
                </c:pt>
                <c:pt idx="82">
                  <c:v>0.41514125299999999</c:v>
                </c:pt>
                <c:pt idx="83">
                  <c:v>0.41428659800000001</c:v>
                </c:pt>
                <c:pt idx="84">
                  <c:v>0.41343518000000001</c:v>
                </c:pt>
                <c:pt idx="85">
                  <c:v>0.41258694299999998</c:v>
                </c:pt>
                <c:pt idx="86">
                  <c:v>0.411741829</c:v>
                </c:pt>
                <c:pt idx="87">
                  <c:v>0.41089978599999999</c:v>
                </c:pt>
                <c:pt idx="88">
                  <c:v>0.41006076299999999</c:v>
                </c:pt>
                <c:pt idx="89">
                  <c:v>0.40922471100000002</c:v>
                </c:pt>
                <c:pt idx="90">
                  <c:v>0.40839158199999998</c:v>
                </c:pt>
                <c:pt idx="91">
                  <c:v>0.40756133</c:v>
                </c:pt>
                <c:pt idx="92">
                  <c:v>0.40673391199999998</c:v>
                </c:pt>
                <c:pt idx="93">
                  <c:v>0.40590928599999998</c:v>
                </c:pt>
                <c:pt idx="94">
                  <c:v>0.40508740900000001</c:v>
                </c:pt>
                <c:pt idx="95">
                  <c:v>0.404268244</c:v>
                </c:pt>
                <c:pt idx="96">
                  <c:v>0.40345175300000002</c:v>
                </c:pt>
                <c:pt idx="97">
                  <c:v>0.40263789900000002</c:v>
                </c:pt>
                <c:pt idx="98">
                  <c:v>0.40182664800000001</c:v>
                </c:pt>
                <c:pt idx="99">
                  <c:v>0.40101796699999998</c:v>
                </c:pt>
                <c:pt idx="100">
                  <c:v>0.40021182399999999</c:v>
                </c:pt>
                <c:pt idx="101">
                  <c:v>0.39940819</c:v>
                </c:pt>
                <c:pt idx="102">
                  <c:v>0.39860703600000003</c:v>
                </c:pt>
                <c:pt idx="103">
                  <c:v>0.39780833399999999</c:v>
                </c:pt>
                <c:pt idx="104">
                  <c:v>0.39701206</c:v>
                </c:pt>
                <c:pt idx="105">
                  <c:v>0.39621818800000003</c:v>
                </c:pt>
                <c:pt idx="106">
                  <c:v>0.39542669400000002</c:v>
                </c:pt>
                <c:pt idx="107">
                  <c:v>0.394637556</c:v>
                </c:pt>
                <c:pt idx="108">
                  <c:v>0.393850753</c:v>
                </c:pt>
                <c:pt idx="109">
                  <c:v>0.393066264</c:v>
                </c:pt>
                <c:pt idx="110">
                  <c:v>0.39228406999999998</c:v>
                </c:pt>
                <c:pt idx="111">
                  <c:v>0.39150415100000002</c:v>
                </c:pt>
                <c:pt idx="112">
                  <c:v>0.39072648900000001</c:v>
                </c:pt>
                <c:pt idx="113">
                  <c:v>0.38995106699999998</c:v>
                </c:pt>
                <c:pt idx="114">
                  <c:v>0.38917786799999998</c:v>
                </c:pt>
                <c:pt idx="115">
                  <c:v>0.38840687499999998</c:v>
                </c:pt>
                <c:pt idx="116">
                  <c:v>0.38763807300000003</c:v>
                </c:pt>
                <c:pt idx="117">
                  <c:v>0.38687144699999998</c:v>
                </c:pt>
                <c:pt idx="118">
                  <c:v>0.38610698199999999</c:v>
                </c:pt>
                <c:pt idx="119">
                  <c:v>0.385344662</c:v>
                </c:pt>
                <c:pt idx="120">
                  <c:v>0.38458447499999998</c:v>
                </c:pt>
                <c:pt idx="121">
                  <c:v>0.38382640600000001</c:v>
                </c:pt>
                <c:pt idx="122">
                  <c:v>0.38307044200000001</c:v>
                </c:pt>
                <c:pt idx="123">
                  <c:v>0.38231657000000002</c:v>
                </c:pt>
                <c:pt idx="124">
                  <c:v>0.38156477700000002</c:v>
                </c:pt>
                <c:pt idx="125">
                  <c:v>0.38081505100000002</c:v>
                </c:pt>
                <c:pt idx="126">
                  <c:v>0.38006737899999998</c:v>
                </c:pt>
                <c:pt idx="127">
                  <c:v>0.37932175099999998</c:v>
                </c:pt>
                <c:pt idx="128">
                  <c:v>0.37857815299999997</c:v>
                </c:pt>
                <c:pt idx="129">
                  <c:v>0.37783657500000001</c:v>
                </c:pt>
                <c:pt idx="130">
                  <c:v>0.37709700499999999</c:v>
                </c:pt>
                <c:pt idx="131">
                  <c:v>0.37635943300000002</c:v>
                </c:pt>
                <c:pt idx="132">
                  <c:v>0.37562384799999998</c:v>
                </c:pt>
                <c:pt idx="133">
                  <c:v>0.37489023900000001</c:v>
                </c:pt>
                <c:pt idx="134">
                  <c:v>0.37415859600000001</c:v>
                </c:pt>
                <c:pt idx="135">
                  <c:v>0.37342890899999998</c:v>
                </c:pt>
                <c:pt idx="136">
                  <c:v>0.37270116800000003</c:v>
                </c:pt>
                <c:pt idx="137">
                  <c:v>0.37197536199999998</c:v>
                </c:pt>
                <c:pt idx="138">
                  <c:v>0.37125148400000002</c:v>
                </c:pt>
                <c:pt idx="139">
                  <c:v>0.370529522</c:v>
                </c:pt>
                <c:pt idx="140">
                  <c:v>0.369809469</c:v>
                </c:pt>
                <c:pt idx="141">
                  <c:v>0.369091314</c:v>
                </c:pt>
                <c:pt idx="142">
                  <c:v>0.36837504999999998</c:v>
                </c:pt>
                <c:pt idx="143">
                  <c:v>0.367660667</c:v>
                </c:pt>
                <c:pt idx="144">
                  <c:v>0.36694815600000003</c:v>
                </c:pt>
                <c:pt idx="145">
                  <c:v>0.36623750999999999</c:v>
                </c:pt>
                <c:pt idx="146">
                  <c:v>0.365528719</c:v>
                </c:pt>
                <c:pt idx="147">
                  <c:v>0.36482177599999999</c:v>
                </c:pt>
                <c:pt idx="148">
                  <c:v>0.364116673</c:v>
                </c:pt>
                <c:pt idx="149">
                  <c:v>0.36341340100000002</c:v>
                </c:pt>
                <c:pt idx="150">
                  <c:v>0.36271195299999998</c:v>
                </c:pt>
                <c:pt idx="151">
                  <c:v>0.36201232100000003</c:v>
                </c:pt>
                <c:pt idx="152">
                  <c:v>0.36131449799999998</c:v>
                </c:pt>
                <c:pt idx="153">
                  <c:v>0.36061847499999999</c:v>
                </c:pt>
                <c:pt idx="154">
                  <c:v>0.359924246</c:v>
                </c:pt>
                <c:pt idx="155">
                  <c:v>0.35923180300000002</c:v>
                </c:pt>
                <c:pt idx="156">
                  <c:v>0.35854113999999998</c:v>
                </c:pt>
                <c:pt idx="157">
                  <c:v>0.35785224799999998</c:v>
                </c:pt>
                <c:pt idx="158">
                  <c:v>0.35716512099999997</c:v>
                </c:pt>
                <c:pt idx="159">
                  <c:v>0.35647975300000001</c:v>
                </c:pt>
                <c:pt idx="160">
                  <c:v>0.35579613500000001</c:v>
                </c:pt>
                <c:pt idx="161">
                  <c:v>0.35511426200000001</c:v>
                </c:pt>
                <c:pt idx="162">
                  <c:v>0.35443412699999999</c:v>
                </c:pt>
                <c:pt idx="163">
                  <c:v>0.35375572300000002</c:v>
                </c:pt>
                <c:pt idx="164">
                  <c:v>0.35307904400000001</c:v>
                </c:pt>
                <c:pt idx="165">
                  <c:v>0.35240408299999998</c:v>
                </c:pt>
                <c:pt idx="166">
                  <c:v>0.35173083399999999</c:v>
                </c:pt>
                <c:pt idx="167">
                  <c:v>0.35105929000000002</c:v>
                </c:pt>
                <c:pt idx="168">
                  <c:v>0.35038944599999999</c:v>
                </c:pt>
                <c:pt idx="169">
                  <c:v>0.34972129499999999</c:v>
                </c:pt>
                <c:pt idx="170">
                  <c:v>0.34905483100000001</c:v>
                </c:pt>
                <c:pt idx="171">
                  <c:v>0.34839004899999998</c:v>
                </c:pt>
                <c:pt idx="172">
                  <c:v>0.34772694100000001</c:v>
                </c:pt>
                <c:pt idx="173">
                  <c:v>0.347065503</c:v>
                </c:pt>
                <c:pt idx="174">
                  <c:v>0.34640572800000002</c:v>
                </c:pt>
                <c:pt idx="175">
                  <c:v>0.34574761100000001</c:v>
                </c:pt>
                <c:pt idx="176">
                  <c:v>0.34509114600000002</c:v>
                </c:pt>
                <c:pt idx="177">
                  <c:v>0.34443632699999999</c:v>
                </c:pt>
                <c:pt idx="178">
                  <c:v>0.34378314799999998</c:v>
                </c:pt>
                <c:pt idx="179">
                  <c:v>0.34313160399999998</c:v>
                </c:pt>
                <c:pt idx="180">
                  <c:v>0.34248169000000001</c:v>
                </c:pt>
                <c:pt idx="181">
                  <c:v>0.34183340000000001</c:v>
                </c:pt>
                <c:pt idx="182">
                  <c:v>0.34118672900000002</c:v>
                </c:pt>
                <c:pt idx="183">
                  <c:v>0.34054167099999999</c:v>
                </c:pt>
                <c:pt idx="184">
                  <c:v>0.33989821999999997</c:v>
                </c:pt>
                <c:pt idx="185">
                  <c:v>0.339256373</c:v>
                </c:pt>
                <c:pt idx="186">
                  <c:v>0.33861612200000002</c:v>
                </c:pt>
                <c:pt idx="187">
                  <c:v>0.33797746400000001</c:v>
                </c:pt>
                <c:pt idx="188">
                  <c:v>0.33734039300000002</c:v>
                </c:pt>
                <c:pt idx="189">
                  <c:v>0.336704903</c:v>
                </c:pt>
                <c:pt idx="190">
                  <c:v>0.33607099099999999</c:v>
                </c:pt>
                <c:pt idx="191">
                  <c:v>0.33543865</c:v>
                </c:pt>
                <c:pt idx="192">
                  <c:v>0.334807876</c:v>
                </c:pt>
                <c:pt idx="193">
                  <c:v>0.33417866299999999</c:v>
                </c:pt>
                <c:pt idx="194">
                  <c:v>0.33355100799999998</c:v>
                </c:pt>
                <c:pt idx="195">
                  <c:v>0.33292490400000002</c:v>
                </c:pt>
                <c:pt idx="196">
                  <c:v>0.33230034800000002</c:v>
                </c:pt>
                <c:pt idx="197">
                  <c:v>0.33167733399999999</c:v>
                </c:pt>
                <c:pt idx="198">
                  <c:v>0.33105585700000001</c:v>
                </c:pt>
                <c:pt idx="199">
                  <c:v>0.33043591300000003</c:v>
                </c:pt>
                <c:pt idx="200">
                  <c:v>0.32981749700000002</c:v>
                </c:pt>
                <c:pt idx="201">
                  <c:v>0.32920060499999998</c:v>
                </c:pt>
                <c:pt idx="202">
                  <c:v>0.32858523099999998</c:v>
                </c:pt>
                <c:pt idx="203">
                  <c:v>0.32797137100000001</c:v>
                </c:pt>
                <c:pt idx="204">
                  <c:v>0.32735902</c:v>
                </c:pt>
                <c:pt idx="205">
                  <c:v>0.32674817499999997</c:v>
                </c:pt>
                <c:pt idx="206">
                  <c:v>0.32613882999999999</c:v>
                </c:pt>
                <c:pt idx="207">
                  <c:v>0.32553098000000003</c:v>
                </c:pt>
                <c:pt idx="208">
                  <c:v>0.324924622</c:v>
                </c:pt>
                <c:pt idx="209">
                  <c:v>0.32431975099999999</c:v>
                </c:pt>
                <c:pt idx="210">
                  <c:v>0.32371636199999998</c:v>
                </c:pt>
                <c:pt idx="211">
                  <c:v>0.32311445100000002</c:v>
                </c:pt>
                <c:pt idx="212">
                  <c:v>0.32251401400000002</c:v>
                </c:pt>
                <c:pt idx="213">
                  <c:v>0.32191504599999998</c:v>
                </c:pt>
                <c:pt idx="214">
                  <c:v>0.32131754299999998</c:v>
                </c:pt>
                <c:pt idx="215">
                  <c:v>0.32072149999999999</c:v>
                </c:pt>
                <c:pt idx="216">
                  <c:v>0.32012691399999998</c:v>
                </c:pt>
                <c:pt idx="217">
                  <c:v>0.31953377999999999</c:v>
                </c:pt>
                <c:pt idx="218">
                  <c:v>0.31894209499999998</c:v>
                </c:pt>
                <c:pt idx="219">
                  <c:v>0.31835185199999999</c:v>
                </c:pt>
                <c:pt idx="220">
                  <c:v>0.31776304900000002</c:v>
                </c:pt>
                <c:pt idx="221">
                  <c:v>0.31717568200000001</c:v>
                </c:pt>
                <c:pt idx="222">
                  <c:v>0.31658974600000001</c:v>
                </c:pt>
                <c:pt idx="223">
                  <c:v>0.31600523600000002</c:v>
                </c:pt>
                <c:pt idx="224">
                  <c:v>0.31542215000000001</c:v>
                </c:pt>
                <c:pt idx="225">
                  <c:v>0.314840483</c:v>
                </c:pt>
                <c:pt idx="226">
                  <c:v>0.31426022999999997</c:v>
                </c:pt>
                <c:pt idx="227">
                  <c:v>0.31368138800000001</c:v>
                </c:pt>
                <c:pt idx="228">
                  <c:v>0.31310395299999999</c:v>
                </c:pt>
                <c:pt idx="229">
                  <c:v>0.31252792099999999</c:v>
                </c:pt>
                <c:pt idx="230">
                  <c:v>0.311953288</c:v>
                </c:pt>
                <c:pt idx="231">
                  <c:v>0.31138004899999999</c:v>
                </c:pt>
                <c:pt idx="232">
                  <c:v>0.31080820100000001</c:v>
                </c:pt>
                <c:pt idx="233">
                  <c:v>0.31023774100000001</c:v>
                </c:pt>
                <c:pt idx="234">
                  <c:v>0.30966866300000001</c:v>
                </c:pt>
                <c:pt idx="235">
                  <c:v>0.30910096399999998</c:v>
                </c:pt>
                <c:pt idx="236">
                  <c:v>0.308534641</c:v>
                </c:pt>
                <c:pt idx="237">
                  <c:v>0.30796969000000002</c:v>
                </c:pt>
                <c:pt idx="238">
                  <c:v>0.30740610600000001</c:v>
                </c:pt>
                <c:pt idx="239">
                  <c:v>0.30684388499999998</c:v>
                </c:pt>
                <c:pt idx="240">
                  <c:v>0.30628302499999999</c:v>
                </c:pt>
                <c:pt idx="241">
                  <c:v>0.305723521</c:v>
                </c:pt>
                <c:pt idx="242">
                  <c:v>0.30516536999999999</c:v>
                </c:pt>
                <c:pt idx="243">
                  <c:v>0.30460856800000002</c:v>
                </c:pt>
                <c:pt idx="244">
                  <c:v>0.30405311000000002</c:v>
                </c:pt>
                <c:pt idx="245">
                  <c:v>0.30349899400000002</c:v>
                </c:pt>
                <c:pt idx="246">
                  <c:v>0.30294621500000002</c:v>
                </c:pt>
                <c:pt idx="247">
                  <c:v>0.30239477100000001</c:v>
                </c:pt>
                <c:pt idx="248">
                  <c:v>0.30184465599999999</c:v>
                </c:pt>
                <c:pt idx="249">
                  <c:v>0.30129586800000002</c:v>
                </c:pt>
                <c:pt idx="250">
                  <c:v>0.30074840400000002</c:v>
                </c:pt>
                <c:pt idx="251">
                  <c:v>0.300202258</c:v>
                </c:pt>
                <c:pt idx="252">
                  <c:v>0.29965742899999998</c:v>
                </c:pt>
                <c:pt idx="253">
                  <c:v>0.29911391199999998</c:v>
                </c:pt>
                <c:pt idx="254">
                  <c:v>0.29857170300000002</c:v>
                </c:pt>
                <c:pt idx="255">
                  <c:v>0.29803079900000001</c:v>
                </c:pt>
                <c:pt idx="256">
                  <c:v>0.29749119699999999</c:v>
                </c:pt>
                <c:pt idx="257">
                  <c:v>0.296952893</c:v>
                </c:pt>
                <c:pt idx="258">
                  <c:v>0.29641588400000002</c:v>
                </c:pt>
                <c:pt idx="259">
                  <c:v>0.29588016499999997</c:v>
                </c:pt>
                <c:pt idx="260">
                  <c:v>0.295345735</c:v>
                </c:pt>
                <c:pt idx="261">
                  <c:v>0.29481258799999999</c:v>
                </c:pt>
                <c:pt idx="262">
                  <c:v>0.29428072100000002</c:v>
                </c:pt>
                <c:pt idx="263">
                  <c:v>0.293750132</c:v>
                </c:pt>
                <c:pt idx="264">
                  <c:v>0.29322081700000002</c:v>
                </c:pt>
                <c:pt idx="265">
                  <c:v>0.29269277199999999</c:v>
                </c:pt>
                <c:pt idx="266">
                  <c:v>0.29216599300000001</c:v>
                </c:pt>
                <c:pt idx="267">
                  <c:v>0.29164047900000001</c:v>
                </c:pt>
                <c:pt idx="268">
                  <c:v>0.29111622399999998</c:v>
                </c:pt>
                <c:pt idx="269">
                  <c:v>0.29059322599999998</c:v>
                </c:pt>
                <c:pt idx="270">
                  <c:v>0.29007148199999999</c:v>
                </c:pt>
                <c:pt idx="271">
                  <c:v>0.28955098800000001</c:v>
                </c:pt>
                <c:pt idx="272">
                  <c:v>0.28903173999999998</c:v>
                </c:pt>
                <c:pt idx="273">
                  <c:v>0.28851373600000002</c:v>
                </c:pt>
                <c:pt idx="274">
                  <c:v>0.28799697200000002</c:v>
                </c:pt>
                <c:pt idx="275">
                  <c:v>0.287481445</c:v>
                </c:pt>
                <c:pt idx="276">
                  <c:v>0.28696715099999998</c:v>
                </c:pt>
                <c:pt idx="277">
                  <c:v>0.286454088</c:v>
                </c:pt>
                <c:pt idx="278">
                  <c:v>0.28594225099999998</c:v>
                </c:pt>
                <c:pt idx="279">
                  <c:v>0.28543163900000001</c:v>
                </c:pt>
                <c:pt idx="280">
                  <c:v>0.28492224700000002</c:v>
                </c:pt>
                <c:pt idx="281">
                  <c:v>0.28441407200000002</c:v>
                </c:pt>
                <c:pt idx="282">
                  <c:v>0.28390711099999999</c:v>
                </c:pt>
                <c:pt idx="283">
                  <c:v>0.28340136100000002</c:v>
                </c:pt>
                <c:pt idx="284">
                  <c:v>0.28289681900000002</c:v>
                </c:pt>
                <c:pt idx="285">
                  <c:v>0.282393481</c:v>
                </c:pt>
                <c:pt idx="286">
                  <c:v>0.28189134399999999</c:v>
                </c:pt>
                <c:pt idx="287">
                  <c:v>0.28139040599999998</c:v>
                </c:pt>
                <c:pt idx="288">
                  <c:v>0.28089066200000001</c:v>
                </c:pt>
                <c:pt idx="289">
                  <c:v>0.28039211000000003</c:v>
                </c:pt>
                <c:pt idx="290">
                  <c:v>0.279894747</c:v>
                </c:pt>
                <c:pt idx="291">
                  <c:v>0.27939856899999999</c:v>
                </c:pt>
                <c:pt idx="292">
                  <c:v>0.27890357399999999</c:v>
                </c:pt>
                <c:pt idx="293">
                  <c:v>0.27840975699999998</c:v>
                </c:pt>
                <c:pt idx="294">
                  <c:v>0.27791711699999999</c:v>
                </c:pt>
                <c:pt idx="295">
                  <c:v>0.27742565000000002</c:v>
                </c:pt>
                <c:pt idx="296">
                  <c:v>0.276935353</c:v>
                </c:pt>
                <c:pt idx="297">
                  <c:v>0.27644622200000002</c:v>
                </c:pt>
                <c:pt idx="298">
                  <c:v>0.27595825499999999</c:v>
                </c:pt>
                <c:pt idx="299">
                  <c:v>0.27547144899999998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769-4A37-AF54-D367D7C659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6565728"/>
        <c:axId val="1906579456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loss1</c:v>
                      </c:pt>
                    </c:strCache>
                  </c:strRef>
                </c:tx>
                <c:spPr>
                  <a:ln w="2222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Sheet1!$A$2:$A$301</c15:sqref>
                        </c15:formulaRef>
                      </c:ext>
                    </c:extLst>
                    <c:numCache>
                      <c:formatCode>General</c:formatCode>
                      <c:ptCount val="300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  <c:pt idx="11">
                        <c:v>12</c:v>
                      </c:pt>
                      <c:pt idx="12">
                        <c:v>13</c:v>
                      </c:pt>
                      <c:pt idx="13">
                        <c:v>14</c:v>
                      </c:pt>
                      <c:pt idx="14">
                        <c:v>15</c:v>
                      </c:pt>
                      <c:pt idx="15">
                        <c:v>16</c:v>
                      </c:pt>
                      <c:pt idx="16">
                        <c:v>17</c:v>
                      </c:pt>
                      <c:pt idx="17">
                        <c:v>18</c:v>
                      </c:pt>
                      <c:pt idx="18">
                        <c:v>19</c:v>
                      </c:pt>
                      <c:pt idx="19">
                        <c:v>20</c:v>
                      </c:pt>
                      <c:pt idx="20">
                        <c:v>21</c:v>
                      </c:pt>
                      <c:pt idx="21">
                        <c:v>22</c:v>
                      </c:pt>
                      <c:pt idx="22">
                        <c:v>23</c:v>
                      </c:pt>
                      <c:pt idx="23">
                        <c:v>24</c:v>
                      </c:pt>
                      <c:pt idx="24">
                        <c:v>25</c:v>
                      </c:pt>
                      <c:pt idx="25">
                        <c:v>26</c:v>
                      </c:pt>
                      <c:pt idx="26">
                        <c:v>27</c:v>
                      </c:pt>
                      <c:pt idx="27">
                        <c:v>28</c:v>
                      </c:pt>
                      <c:pt idx="28">
                        <c:v>29</c:v>
                      </c:pt>
                      <c:pt idx="29">
                        <c:v>30</c:v>
                      </c:pt>
                      <c:pt idx="30">
                        <c:v>31</c:v>
                      </c:pt>
                      <c:pt idx="31">
                        <c:v>32</c:v>
                      </c:pt>
                      <c:pt idx="32">
                        <c:v>33</c:v>
                      </c:pt>
                      <c:pt idx="33">
                        <c:v>34</c:v>
                      </c:pt>
                      <c:pt idx="34">
                        <c:v>35</c:v>
                      </c:pt>
                      <c:pt idx="35">
                        <c:v>36</c:v>
                      </c:pt>
                      <c:pt idx="36">
                        <c:v>37</c:v>
                      </c:pt>
                      <c:pt idx="37">
                        <c:v>38</c:v>
                      </c:pt>
                      <c:pt idx="38">
                        <c:v>39</c:v>
                      </c:pt>
                      <c:pt idx="39">
                        <c:v>40</c:v>
                      </c:pt>
                      <c:pt idx="40">
                        <c:v>41</c:v>
                      </c:pt>
                      <c:pt idx="41">
                        <c:v>42</c:v>
                      </c:pt>
                      <c:pt idx="42">
                        <c:v>43</c:v>
                      </c:pt>
                      <c:pt idx="43">
                        <c:v>44</c:v>
                      </c:pt>
                      <c:pt idx="44">
                        <c:v>45</c:v>
                      </c:pt>
                      <c:pt idx="45">
                        <c:v>46</c:v>
                      </c:pt>
                      <c:pt idx="46">
                        <c:v>47</c:v>
                      </c:pt>
                      <c:pt idx="47">
                        <c:v>48</c:v>
                      </c:pt>
                      <c:pt idx="48">
                        <c:v>49</c:v>
                      </c:pt>
                      <c:pt idx="49">
                        <c:v>50</c:v>
                      </c:pt>
                      <c:pt idx="50">
                        <c:v>51</c:v>
                      </c:pt>
                      <c:pt idx="51">
                        <c:v>52</c:v>
                      </c:pt>
                      <c:pt idx="52">
                        <c:v>53</c:v>
                      </c:pt>
                      <c:pt idx="53">
                        <c:v>54</c:v>
                      </c:pt>
                      <c:pt idx="54">
                        <c:v>55</c:v>
                      </c:pt>
                      <c:pt idx="55">
                        <c:v>56</c:v>
                      </c:pt>
                      <c:pt idx="56">
                        <c:v>57</c:v>
                      </c:pt>
                      <c:pt idx="57">
                        <c:v>58</c:v>
                      </c:pt>
                      <c:pt idx="58">
                        <c:v>59</c:v>
                      </c:pt>
                      <c:pt idx="59">
                        <c:v>60</c:v>
                      </c:pt>
                      <c:pt idx="60">
                        <c:v>61</c:v>
                      </c:pt>
                      <c:pt idx="61">
                        <c:v>62</c:v>
                      </c:pt>
                      <c:pt idx="62">
                        <c:v>63</c:v>
                      </c:pt>
                      <c:pt idx="63">
                        <c:v>64</c:v>
                      </c:pt>
                      <c:pt idx="64">
                        <c:v>65</c:v>
                      </c:pt>
                      <c:pt idx="65">
                        <c:v>66</c:v>
                      </c:pt>
                      <c:pt idx="66">
                        <c:v>67</c:v>
                      </c:pt>
                      <c:pt idx="67">
                        <c:v>68</c:v>
                      </c:pt>
                      <c:pt idx="68">
                        <c:v>69</c:v>
                      </c:pt>
                      <c:pt idx="69">
                        <c:v>70</c:v>
                      </c:pt>
                      <c:pt idx="70">
                        <c:v>71</c:v>
                      </c:pt>
                      <c:pt idx="71">
                        <c:v>72</c:v>
                      </c:pt>
                      <c:pt idx="72">
                        <c:v>73</c:v>
                      </c:pt>
                      <c:pt idx="73">
                        <c:v>74</c:v>
                      </c:pt>
                      <c:pt idx="74">
                        <c:v>75</c:v>
                      </c:pt>
                      <c:pt idx="75">
                        <c:v>76</c:v>
                      </c:pt>
                      <c:pt idx="76">
                        <c:v>77</c:v>
                      </c:pt>
                      <c:pt idx="77">
                        <c:v>78</c:v>
                      </c:pt>
                      <c:pt idx="78">
                        <c:v>79</c:v>
                      </c:pt>
                      <c:pt idx="79">
                        <c:v>80</c:v>
                      </c:pt>
                      <c:pt idx="80">
                        <c:v>81</c:v>
                      </c:pt>
                      <c:pt idx="81">
                        <c:v>82</c:v>
                      </c:pt>
                      <c:pt idx="82">
                        <c:v>83</c:v>
                      </c:pt>
                      <c:pt idx="83">
                        <c:v>84</c:v>
                      </c:pt>
                      <c:pt idx="84">
                        <c:v>85</c:v>
                      </c:pt>
                      <c:pt idx="85">
                        <c:v>86</c:v>
                      </c:pt>
                      <c:pt idx="86">
                        <c:v>87</c:v>
                      </c:pt>
                      <c:pt idx="87">
                        <c:v>88</c:v>
                      </c:pt>
                      <c:pt idx="88">
                        <c:v>89</c:v>
                      </c:pt>
                      <c:pt idx="89">
                        <c:v>90</c:v>
                      </c:pt>
                      <c:pt idx="90">
                        <c:v>91</c:v>
                      </c:pt>
                      <c:pt idx="91">
                        <c:v>92</c:v>
                      </c:pt>
                      <c:pt idx="92">
                        <c:v>93</c:v>
                      </c:pt>
                      <c:pt idx="93">
                        <c:v>94</c:v>
                      </c:pt>
                      <c:pt idx="94">
                        <c:v>95</c:v>
                      </c:pt>
                      <c:pt idx="95">
                        <c:v>96</c:v>
                      </c:pt>
                      <c:pt idx="96">
                        <c:v>97</c:v>
                      </c:pt>
                      <c:pt idx="97">
                        <c:v>98</c:v>
                      </c:pt>
                      <c:pt idx="98">
                        <c:v>99</c:v>
                      </c:pt>
                      <c:pt idx="99">
                        <c:v>100</c:v>
                      </c:pt>
                      <c:pt idx="100">
                        <c:v>101</c:v>
                      </c:pt>
                      <c:pt idx="101">
                        <c:v>102</c:v>
                      </c:pt>
                      <c:pt idx="102">
                        <c:v>103</c:v>
                      </c:pt>
                      <c:pt idx="103">
                        <c:v>104</c:v>
                      </c:pt>
                      <c:pt idx="104">
                        <c:v>105</c:v>
                      </c:pt>
                      <c:pt idx="105">
                        <c:v>106</c:v>
                      </c:pt>
                      <c:pt idx="106">
                        <c:v>107</c:v>
                      </c:pt>
                      <c:pt idx="107">
                        <c:v>108</c:v>
                      </c:pt>
                      <c:pt idx="108">
                        <c:v>109</c:v>
                      </c:pt>
                      <c:pt idx="109">
                        <c:v>110</c:v>
                      </c:pt>
                      <c:pt idx="110">
                        <c:v>111</c:v>
                      </c:pt>
                      <c:pt idx="111">
                        <c:v>112</c:v>
                      </c:pt>
                      <c:pt idx="112">
                        <c:v>113</c:v>
                      </c:pt>
                      <c:pt idx="113">
                        <c:v>114</c:v>
                      </c:pt>
                      <c:pt idx="114">
                        <c:v>115</c:v>
                      </c:pt>
                      <c:pt idx="115">
                        <c:v>116</c:v>
                      </c:pt>
                      <c:pt idx="116">
                        <c:v>117</c:v>
                      </c:pt>
                      <c:pt idx="117">
                        <c:v>118</c:v>
                      </c:pt>
                      <c:pt idx="118">
                        <c:v>119</c:v>
                      </c:pt>
                      <c:pt idx="119">
                        <c:v>120</c:v>
                      </c:pt>
                      <c:pt idx="120">
                        <c:v>121</c:v>
                      </c:pt>
                      <c:pt idx="121">
                        <c:v>122</c:v>
                      </c:pt>
                      <c:pt idx="122">
                        <c:v>123</c:v>
                      </c:pt>
                      <c:pt idx="123">
                        <c:v>124</c:v>
                      </c:pt>
                      <c:pt idx="124">
                        <c:v>125</c:v>
                      </c:pt>
                      <c:pt idx="125">
                        <c:v>126</c:v>
                      </c:pt>
                      <c:pt idx="126">
                        <c:v>127</c:v>
                      </c:pt>
                      <c:pt idx="127">
                        <c:v>128</c:v>
                      </c:pt>
                      <c:pt idx="128">
                        <c:v>129</c:v>
                      </c:pt>
                      <c:pt idx="129">
                        <c:v>130</c:v>
                      </c:pt>
                      <c:pt idx="130">
                        <c:v>131</c:v>
                      </c:pt>
                      <c:pt idx="131">
                        <c:v>132</c:v>
                      </c:pt>
                      <c:pt idx="132">
                        <c:v>133</c:v>
                      </c:pt>
                      <c:pt idx="133">
                        <c:v>134</c:v>
                      </c:pt>
                      <c:pt idx="134">
                        <c:v>135</c:v>
                      </c:pt>
                      <c:pt idx="135">
                        <c:v>136</c:v>
                      </c:pt>
                      <c:pt idx="136">
                        <c:v>137</c:v>
                      </c:pt>
                      <c:pt idx="137">
                        <c:v>138</c:v>
                      </c:pt>
                      <c:pt idx="138">
                        <c:v>139</c:v>
                      </c:pt>
                      <c:pt idx="139">
                        <c:v>140</c:v>
                      </c:pt>
                      <c:pt idx="140">
                        <c:v>141</c:v>
                      </c:pt>
                      <c:pt idx="141">
                        <c:v>142</c:v>
                      </c:pt>
                      <c:pt idx="142">
                        <c:v>143</c:v>
                      </c:pt>
                      <c:pt idx="143">
                        <c:v>144</c:v>
                      </c:pt>
                      <c:pt idx="144">
                        <c:v>145</c:v>
                      </c:pt>
                      <c:pt idx="145">
                        <c:v>146</c:v>
                      </c:pt>
                      <c:pt idx="146">
                        <c:v>147</c:v>
                      </c:pt>
                      <c:pt idx="147">
                        <c:v>148</c:v>
                      </c:pt>
                      <c:pt idx="148">
                        <c:v>149</c:v>
                      </c:pt>
                      <c:pt idx="149">
                        <c:v>150</c:v>
                      </c:pt>
                      <c:pt idx="150">
                        <c:v>151</c:v>
                      </c:pt>
                      <c:pt idx="151">
                        <c:v>152</c:v>
                      </c:pt>
                      <c:pt idx="152">
                        <c:v>153</c:v>
                      </c:pt>
                      <c:pt idx="153">
                        <c:v>154</c:v>
                      </c:pt>
                      <c:pt idx="154">
                        <c:v>155</c:v>
                      </c:pt>
                      <c:pt idx="155">
                        <c:v>156</c:v>
                      </c:pt>
                      <c:pt idx="156">
                        <c:v>157</c:v>
                      </c:pt>
                      <c:pt idx="157">
                        <c:v>158</c:v>
                      </c:pt>
                      <c:pt idx="158">
                        <c:v>159</c:v>
                      </c:pt>
                      <c:pt idx="159">
                        <c:v>160</c:v>
                      </c:pt>
                      <c:pt idx="160">
                        <c:v>161</c:v>
                      </c:pt>
                      <c:pt idx="161">
                        <c:v>162</c:v>
                      </c:pt>
                      <c:pt idx="162">
                        <c:v>163</c:v>
                      </c:pt>
                      <c:pt idx="163">
                        <c:v>164</c:v>
                      </c:pt>
                      <c:pt idx="164">
                        <c:v>165</c:v>
                      </c:pt>
                      <c:pt idx="165">
                        <c:v>166</c:v>
                      </c:pt>
                      <c:pt idx="166">
                        <c:v>167</c:v>
                      </c:pt>
                      <c:pt idx="167">
                        <c:v>168</c:v>
                      </c:pt>
                      <c:pt idx="168">
                        <c:v>169</c:v>
                      </c:pt>
                      <c:pt idx="169">
                        <c:v>170</c:v>
                      </c:pt>
                      <c:pt idx="170">
                        <c:v>171</c:v>
                      </c:pt>
                      <c:pt idx="171">
                        <c:v>172</c:v>
                      </c:pt>
                      <c:pt idx="172">
                        <c:v>173</c:v>
                      </c:pt>
                      <c:pt idx="173">
                        <c:v>174</c:v>
                      </c:pt>
                      <c:pt idx="174">
                        <c:v>175</c:v>
                      </c:pt>
                      <c:pt idx="175">
                        <c:v>176</c:v>
                      </c:pt>
                      <c:pt idx="176">
                        <c:v>177</c:v>
                      </c:pt>
                      <c:pt idx="177">
                        <c:v>178</c:v>
                      </c:pt>
                      <c:pt idx="178">
                        <c:v>179</c:v>
                      </c:pt>
                      <c:pt idx="179">
                        <c:v>180</c:v>
                      </c:pt>
                      <c:pt idx="180">
                        <c:v>181</c:v>
                      </c:pt>
                      <c:pt idx="181">
                        <c:v>182</c:v>
                      </c:pt>
                      <c:pt idx="182">
                        <c:v>183</c:v>
                      </c:pt>
                      <c:pt idx="183">
                        <c:v>184</c:v>
                      </c:pt>
                      <c:pt idx="184">
                        <c:v>185</c:v>
                      </c:pt>
                      <c:pt idx="185">
                        <c:v>186</c:v>
                      </c:pt>
                      <c:pt idx="186">
                        <c:v>187</c:v>
                      </c:pt>
                      <c:pt idx="187">
                        <c:v>188</c:v>
                      </c:pt>
                      <c:pt idx="188">
                        <c:v>189</c:v>
                      </c:pt>
                      <c:pt idx="189">
                        <c:v>190</c:v>
                      </c:pt>
                      <c:pt idx="190">
                        <c:v>191</c:v>
                      </c:pt>
                      <c:pt idx="191">
                        <c:v>192</c:v>
                      </c:pt>
                      <c:pt idx="192">
                        <c:v>193</c:v>
                      </c:pt>
                      <c:pt idx="193">
                        <c:v>194</c:v>
                      </c:pt>
                      <c:pt idx="194">
                        <c:v>195</c:v>
                      </c:pt>
                      <c:pt idx="195">
                        <c:v>196</c:v>
                      </c:pt>
                      <c:pt idx="196">
                        <c:v>197</c:v>
                      </c:pt>
                      <c:pt idx="197">
                        <c:v>198</c:v>
                      </c:pt>
                      <c:pt idx="198">
                        <c:v>199</c:v>
                      </c:pt>
                      <c:pt idx="199">
                        <c:v>200</c:v>
                      </c:pt>
                      <c:pt idx="200">
                        <c:v>201</c:v>
                      </c:pt>
                      <c:pt idx="201">
                        <c:v>202</c:v>
                      </c:pt>
                      <c:pt idx="202">
                        <c:v>203</c:v>
                      </c:pt>
                      <c:pt idx="203">
                        <c:v>204</c:v>
                      </c:pt>
                      <c:pt idx="204">
                        <c:v>205</c:v>
                      </c:pt>
                      <c:pt idx="205">
                        <c:v>206</c:v>
                      </c:pt>
                      <c:pt idx="206">
                        <c:v>207</c:v>
                      </c:pt>
                      <c:pt idx="207">
                        <c:v>208</c:v>
                      </c:pt>
                      <c:pt idx="208">
                        <c:v>209</c:v>
                      </c:pt>
                      <c:pt idx="209">
                        <c:v>210</c:v>
                      </c:pt>
                      <c:pt idx="210">
                        <c:v>211</c:v>
                      </c:pt>
                      <c:pt idx="211">
                        <c:v>212</c:v>
                      </c:pt>
                      <c:pt idx="212">
                        <c:v>213</c:v>
                      </c:pt>
                      <c:pt idx="213">
                        <c:v>214</c:v>
                      </c:pt>
                      <c:pt idx="214">
                        <c:v>215</c:v>
                      </c:pt>
                      <c:pt idx="215">
                        <c:v>216</c:v>
                      </c:pt>
                      <c:pt idx="216">
                        <c:v>217</c:v>
                      </c:pt>
                      <c:pt idx="217">
                        <c:v>218</c:v>
                      </c:pt>
                      <c:pt idx="218">
                        <c:v>219</c:v>
                      </c:pt>
                      <c:pt idx="219">
                        <c:v>220</c:v>
                      </c:pt>
                      <c:pt idx="220">
                        <c:v>221</c:v>
                      </c:pt>
                      <c:pt idx="221">
                        <c:v>222</c:v>
                      </c:pt>
                      <c:pt idx="222">
                        <c:v>223</c:v>
                      </c:pt>
                      <c:pt idx="223">
                        <c:v>224</c:v>
                      </c:pt>
                      <c:pt idx="224">
                        <c:v>225</c:v>
                      </c:pt>
                      <c:pt idx="225">
                        <c:v>226</c:v>
                      </c:pt>
                      <c:pt idx="226">
                        <c:v>227</c:v>
                      </c:pt>
                      <c:pt idx="227">
                        <c:v>228</c:v>
                      </c:pt>
                      <c:pt idx="228">
                        <c:v>229</c:v>
                      </c:pt>
                      <c:pt idx="229">
                        <c:v>230</c:v>
                      </c:pt>
                      <c:pt idx="230">
                        <c:v>231</c:v>
                      </c:pt>
                      <c:pt idx="231">
                        <c:v>232</c:v>
                      </c:pt>
                      <c:pt idx="232">
                        <c:v>233</c:v>
                      </c:pt>
                      <c:pt idx="233">
                        <c:v>234</c:v>
                      </c:pt>
                      <c:pt idx="234">
                        <c:v>235</c:v>
                      </c:pt>
                      <c:pt idx="235">
                        <c:v>236</c:v>
                      </c:pt>
                      <c:pt idx="236">
                        <c:v>237</c:v>
                      </c:pt>
                      <c:pt idx="237">
                        <c:v>238</c:v>
                      </c:pt>
                      <c:pt idx="238">
                        <c:v>239</c:v>
                      </c:pt>
                      <c:pt idx="239">
                        <c:v>240</c:v>
                      </c:pt>
                      <c:pt idx="240">
                        <c:v>241</c:v>
                      </c:pt>
                      <c:pt idx="241">
                        <c:v>242</c:v>
                      </c:pt>
                      <c:pt idx="242">
                        <c:v>243</c:v>
                      </c:pt>
                      <c:pt idx="243">
                        <c:v>244</c:v>
                      </c:pt>
                      <c:pt idx="244">
                        <c:v>245</c:v>
                      </c:pt>
                      <c:pt idx="245">
                        <c:v>246</c:v>
                      </c:pt>
                      <c:pt idx="246">
                        <c:v>247</c:v>
                      </c:pt>
                      <c:pt idx="247">
                        <c:v>248</c:v>
                      </c:pt>
                      <c:pt idx="248">
                        <c:v>249</c:v>
                      </c:pt>
                      <c:pt idx="249">
                        <c:v>250</c:v>
                      </c:pt>
                      <c:pt idx="250">
                        <c:v>251</c:v>
                      </c:pt>
                      <c:pt idx="251">
                        <c:v>252</c:v>
                      </c:pt>
                      <c:pt idx="252">
                        <c:v>253</c:v>
                      </c:pt>
                      <c:pt idx="253">
                        <c:v>254</c:v>
                      </c:pt>
                      <c:pt idx="254">
                        <c:v>255</c:v>
                      </c:pt>
                      <c:pt idx="255">
                        <c:v>256</c:v>
                      </c:pt>
                      <c:pt idx="256">
                        <c:v>257</c:v>
                      </c:pt>
                      <c:pt idx="257">
                        <c:v>258</c:v>
                      </c:pt>
                      <c:pt idx="258">
                        <c:v>259</c:v>
                      </c:pt>
                      <c:pt idx="259">
                        <c:v>260</c:v>
                      </c:pt>
                      <c:pt idx="260">
                        <c:v>261</c:v>
                      </c:pt>
                      <c:pt idx="261">
                        <c:v>262</c:v>
                      </c:pt>
                      <c:pt idx="262">
                        <c:v>263</c:v>
                      </c:pt>
                      <c:pt idx="263">
                        <c:v>264</c:v>
                      </c:pt>
                      <c:pt idx="264">
                        <c:v>265</c:v>
                      </c:pt>
                      <c:pt idx="265">
                        <c:v>266</c:v>
                      </c:pt>
                      <c:pt idx="266">
                        <c:v>267</c:v>
                      </c:pt>
                      <c:pt idx="267">
                        <c:v>268</c:v>
                      </c:pt>
                      <c:pt idx="268">
                        <c:v>269</c:v>
                      </c:pt>
                      <c:pt idx="269">
                        <c:v>270</c:v>
                      </c:pt>
                      <c:pt idx="270">
                        <c:v>271</c:v>
                      </c:pt>
                      <c:pt idx="271">
                        <c:v>272</c:v>
                      </c:pt>
                      <c:pt idx="272">
                        <c:v>273</c:v>
                      </c:pt>
                      <c:pt idx="273">
                        <c:v>274</c:v>
                      </c:pt>
                      <c:pt idx="274">
                        <c:v>275</c:v>
                      </c:pt>
                      <c:pt idx="275">
                        <c:v>276</c:v>
                      </c:pt>
                      <c:pt idx="276">
                        <c:v>277</c:v>
                      </c:pt>
                      <c:pt idx="277">
                        <c:v>278</c:v>
                      </c:pt>
                      <c:pt idx="278">
                        <c:v>279</c:v>
                      </c:pt>
                      <c:pt idx="279">
                        <c:v>280</c:v>
                      </c:pt>
                      <c:pt idx="280">
                        <c:v>281</c:v>
                      </c:pt>
                      <c:pt idx="281">
                        <c:v>282</c:v>
                      </c:pt>
                      <c:pt idx="282">
                        <c:v>283</c:v>
                      </c:pt>
                      <c:pt idx="283">
                        <c:v>284</c:v>
                      </c:pt>
                      <c:pt idx="284">
                        <c:v>285</c:v>
                      </c:pt>
                      <c:pt idx="285">
                        <c:v>286</c:v>
                      </c:pt>
                      <c:pt idx="286">
                        <c:v>287</c:v>
                      </c:pt>
                      <c:pt idx="287">
                        <c:v>288</c:v>
                      </c:pt>
                      <c:pt idx="288">
                        <c:v>289</c:v>
                      </c:pt>
                      <c:pt idx="289">
                        <c:v>290</c:v>
                      </c:pt>
                      <c:pt idx="290">
                        <c:v>291</c:v>
                      </c:pt>
                      <c:pt idx="291">
                        <c:v>292</c:v>
                      </c:pt>
                      <c:pt idx="292">
                        <c:v>293</c:v>
                      </c:pt>
                      <c:pt idx="293">
                        <c:v>294</c:v>
                      </c:pt>
                      <c:pt idx="294">
                        <c:v>295</c:v>
                      </c:pt>
                      <c:pt idx="295">
                        <c:v>296</c:v>
                      </c:pt>
                      <c:pt idx="296">
                        <c:v>297</c:v>
                      </c:pt>
                      <c:pt idx="297">
                        <c:v>298</c:v>
                      </c:pt>
                      <c:pt idx="298">
                        <c:v>299</c:v>
                      </c:pt>
                      <c:pt idx="299">
                        <c:v>300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Sheet1!$B$2:$B$301</c15:sqref>
                        </c15:formulaRef>
                      </c:ext>
                    </c:extLst>
                    <c:numCache>
                      <c:formatCode>General</c:formatCode>
                      <c:ptCount val="300"/>
                      <c:pt idx="0">
                        <c:v>1.14515059968604</c:v>
                      </c:pt>
                      <c:pt idx="1">
                        <c:v>1.07991719553858</c:v>
                      </c:pt>
                      <c:pt idx="2">
                        <c:v>1.02052222236485</c:v>
                      </c:pt>
                      <c:pt idx="3">
                        <c:v>0.96852548332509802</c:v>
                      </c:pt>
                      <c:pt idx="4">
                        <c:v>0.92310637480022395</c:v>
                      </c:pt>
                      <c:pt idx="5">
                        <c:v>0.88182251255153299</c:v>
                      </c:pt>
                      <c:pt idx="6">
                        <c:v>0.84121930752972496</c:v>
                      </c:pt>
                      <c:pt idx="7">
                        <c:v>0.797095882667885</c:v>
                      </c:pt>
                      <c:pt idx="8">
                        <c:v>0.74690875827318404</c:v>
                      </c:pt>
                      <c:pt idx="9">
                        <c:v>0.69240047372666302</c:v>
                      </c:pt>
                      <c:pt idx="10">
                        <c:v>0.63922094796213802</c:v>
                      </c:pt>
                      <c:pt idx="11">
                        <c:v>0.59266440373692397</c:v>
                      </c:pt>
                      <c:pt idx="12">
                        <c:v>0.554600760939436</c:v>
                      </c:pt>
                      <c:pt idx="13">
                        <c:v>0.52438890736302401</c:v>
                      </c:pt>
                      <c:pt idx="14">
                        <c:v>0.50065087896969696</c:v>
                      </c:pt>
                      <c:pt idx="15">
                        <c:v>0.48200309693506199</c:v>
                      </c:pt>
                      <c:pt idx="16">
                        <c:v>0.46728782399119401</c:v>
                      </c:pt>
                      <c:pt idx="17">
                        <c:v>0.45567055633811299</c:v>
                      </c:pt>
                      <c:pt idx="18">
                        <c:v>0.44651627010509398</c:v>
                      </c:pt>
                      <c:pt idx="19">
                        <c:v>0.43920737245577601</c:v>
                      </c:pt>
                      <c:pt idx="20">
                        <c:v>0.43313039135089898</c:v>
                      </c:pt>
                      <c:pt idx="21">
                        <c:v>0.42778204761842897</c:v>
                      </c:pt>
                      <c:pt idx="22">
                        <c:v>0.42284110443900402</c:v>
                      </c:pt>
                      <c:pt idx="23">
                        <c:v>0.418157576558505</c:v>
                      </c:pt>
                      <c:pt idx="24">
                        <c:v>0.41369666053888199</c:v>
                      </c:pt>
                      <c:pt idx="25">
                        <c:v>0.40947952286315498</c:v>
                      </c:pt>
                      <c:pt idx="26">
                        <c:v>0.40553767165918803</c:v>
                      </c:pt>
                      <c:pt idx="27">
                        <c:v>0.40188306342186603</c:v>
                      </c:pt>
                      <c:pt idx="28">
                        <c:v>0.39849604691920398</c:v>
                      </c:pt>
                      <c:pt idx="29">
                        <c:v>0.395338259173453</c:v>
                      </c:pt>
                      <c:pt idx="30">
                        <c:v>0.39239018584912999</c:v>
                      </c:pt>
                      <c:pt idx="31">
                        <c:v>0.38966334237276401</c:v>
                      </c:pt>
                      <c:pt idx="32">
                        <c:v>0.38713773455070799</c:v>
                      </c:pt>
                      <c:pt idx="33">
                        <c:v>0.38474186646310998</c:v>
                      </c:pt>
                      <c:pt idx="34">
                        <c:v>0.38243123915968902</c:v>
                      </c:pt>
                      <c:pt idx="35">
                        <c:v>0.38021681922670703</c:v>
                      </c:pt>
                      <c:pt idx="36">
                        <c:v>0.37809222648426999</c:v>
                      </c:pt>
                      <c:pt idx="37">
                        <c:v>0.37600089033777701</c:v>
                      </c:pt>
                      <c:pt idx="38">
                        <c:v>0.37388059508808402</c:v>
                      </c:pt>
                      <c:pt idx="39">
                        <c:v>0.37168767817596299</c:v>
                      </c:pt>
                      <c:pt idx="40">
                        <c:v>0.369393287482711</c:v>
                      </c:pt>
                      <c:pt idx="41">
                        <c:v>0.36697642872935698</c:v>
                      </c:pt>
                      <c:pt idx="42">
                        <c:v>0.364420090815258</c:v>
                      </c:pt>
                      <c:pt idx="43">
                        <c:v>0.36170998887684602</c:v>
                      </c:pt>
                      <c:pt idx="44">
                        <c:v>0.35883526366730001</c:v>
                      </c:pt>
                      <c:pt idx="45">
                        <c:v>0.35579075918752401</c:v>
                      </c:pt>
                      <c:pt idx="46">
                        <c:v>0.35258032031401099</c:v>
                      </c:pt>
                      <c:pt idx="47">
                        <c:v>0.34922021793119101</c:v>
                      </c:pt>
                      <c:pt idx="48">
                        <c:v>0.34574183722101498</c:v>
                      </c:pt>
                      <c:pt idx="49">
                        <c:v>0.34219258649783202</c:v>
                      </c:pt>
                      <c:pt idx="50">
                        <c:v>0.33863126033347202</c:v>
                      </c:pt>
                      <c:pt idx="51">
                        <c:v>0.33511178929163299</c:v>
                      </c:pt>
                      <c:pt idx="52">
                        <c:v>0.33166420525555801</c:v>
                      </c:pt>
                      <c:pt idx="53">
                        <c:v>0.32830348400682102</c:v>
                      </c:pt>
                      <c:pt idx="54">
                        <c:v>0.32506271685292598</c:v>
                      </c:pt>
                      <c:pt idx="55">
                        <c:v>0.321993847703962</c:v>
                      </c:pt>
                      <c:pt idx="56">
                        <c:v>0.31912652331249902</c:v>
                      </c:pt>
                      <c:pt idx="57">
                        <c:v>0.31644527387105198</c:v>
                      </c:pt>
                      <c:pt idx="58">
                        <c:v>0.31391100675327499</c:v>
                      </c:pt>
                      <c:pt idx="59">
                        <c:v>0.31149374124699702</c:v>
                      </c:pt>
                      <c:pt idx="60">
                        <c:v>0.30918272518615902</c:v>
                      </c:pt>
                      <c:pt idx="61">
                        <c:v>0.30697433570805799</c:v>
                      </c:pt>
                      <c:pt idx="62">
                        <c:v>0.30485987863166297</c:v>
                      </c:pt>
                      <c:pt idx="63">
                        <c:v>0.302823854931286</c:v>
                      </c:pt>
                      <c:pt idx="64">
                        <c:v>0.300847925807323</c:v>
                      </c:pt>
                      <c:pt idx="65">
                        <c:v>0.29891512199645298</c:v>
                      </c:pt>
                      <c:pt idx="66">
                        <c:v>0.29701240644922799</c:v>
                      </c:pt>
                      <c:pt idx="67">
                        <c:v>0.29513135260259798</c:v>
                      </c:pt>
                      <c:pt idx="68">
                        <c:v>0.29326727555702597</c:v>
                      </c:pt>
                      <c:pt idx="69">
                        <c:v>0.29141753878244703</c:v>
                      </c:pt>
                      <c:pt idx="70">
                        <c:v>0.28957998927081502</c:v>
                      </c:pt>
                      <c:pt idx="71">
                        <c:v>0.28775237545143301</c:v>
                      </c:pt>
                      <c:pt idx="72">
                        <c:v>0.28593316953896902</c:v>
                      </c:pt>
                      <c:pt idx="73">
                        <c:v>0.28412363400364699</c:v>
                      </c:pt>
                      <c:pt idx="74">
                        <c:v>0.28233029009960398</c:v>
                      </c:pt>
                      <c:pt idx="75">
                        <c:v>0.28056606541131202</c:v>
                      </c:pt>
                      <c:pt idx="76">
                        <c:v>0.27884799027250301</c:v>
                      </c:pt>
                      <c:pt idx="77">
                        <c:v>0.27719118072048499</c:v>
                      </c:pt>
                      <c:pt idx="78">
                        <c:v>0.27560269495711698</c:v>
                      </c:pt>
                      <c:pt idx="79">
                        <c:v>0.27407980152446798</c:v>
                      </c:pt>
                      <c:pt idx="80">
                        <c:v>0.27261301560405099</c:v>
                      </c:pt>
                      <c:pt idx="81">
                        <c:v>0.27119052810352601</c:v>
                      </c:pt>
                      <c:pt idx="82">
                        <c:v>0.26980127272292298</c:v>
                      </c:pt>
                      <c:pt idx="83">
                        <c:v>0.26843616480459198</c:v>
                      </c:pt>
                      <c:pt idx="84">
                        <c:v>0.267088208768955</c:v>
                      </c:pt>
                      <c:pt idx="85">
                        <c:v>0.26575220460153498</c:v>
                      </c:pt>
                      <c:pt idx="86">
                        <c:v>0.264424481158059</c:v>
                      </c:pt>
                      <c:pt idx="87">
                        <c:v>0.26310282139300301</c:v>
                      </c:pt>
                      <c:pt idx="88">
                        <c:v>0.26178656625175001</c:v>
                      </c:pt>
                      <c:pt idx="89">
                        <c:v>0.26047675769863099</c:v>
                      </c:pt>
                      <c:pt idx="90">
                        <c:v>0.259176114504647</c:v>
                      </c:pt>
                      <c:pt idx="91">
                        <c:v>0.25788868356776401</c:v>
                      </c:pt>
                      <c:pt idx="92">
                        <c:v>0.25661919847544001</c:v>
                      </c:pt>
                      <c:pt idx="93">
                        <c:v>0.255372390041748</c:v>
                      </c:pt>
                      <c:pt idx="94">
                        <c:v>0.25415252633945201</c:v>
                      </c:pt>
                      <c:pt idx="95">
                        <c:v>0.25296325773414802</c:v>
                      </c:pt>
                      <c:pt idx="96">
                        <c:v>0.25180760333069901</c:v>
                      </c:pt>
                      <c:pt idx="97">
                        <c:v>0.25068786194318399</c:v>
                      </c:pt>
                      <c:pt idx="98">
                        <c:v>0.249605374762747</c:v>
                      </c:pt>
                      <c:pt idx="99">
                        <c:v>0.24856025054109601</c:v>
                      </c:pt>
                      <c:pt idx="100">
                        <c:v>0.247551237965662</c:v>
                      </c:pt>
                      <c:pt idx="101">
                        <c:v>0.24657585853921399</c:v>
                      </c:pt>
                      <c:pt idx="102">
                        <c:v>0.24563077226997501</c:v>
                      </c:pt>
                      <c:pt idx="103">
                        <c:v>0.24471224602042299</c:v>
                      </c:pt>
                      <c:pt idx="104">
                        <c:v>0.24381658307536599</c:v>
                      </c:pt>
                      <c:pt idx="105">
                        <c:v>0.24294042799268101</c:v>
                      </c:pt>
                      <c:pt idx="106">
                        <c:v>0.24208092840599099</c:v>
                      </c:pt>
                      <c:pt idx="107">
                        <c:v>0.24123577941819399</c:v>
                      </c:pt>
                      <c:pt idx="108">
                        <c:v>0.24040319106844599</c:v>
                      </c:pt>
                      <c:pt idx="109">
                        <c:v>0.239581815595488</c:v>
                      </c:pt>
                      <c:pt idx="110">
                        <c:v>0.23877066059232399</c:v>
                      </c:pt>
                      <c:pt idx="111">
                        <c:v>0.23796900368068599</c:v>
                      </c:pt>
                      <c:pt idx="112">
                        <c:v>0.23717631662024699</c:v>
                      </c:pt>
                      <c:pt idx="113">
                        <c:v>0.23639220196271901</c:v>
                      </c:pt>
                      <c:pt idx="114">
                        <c:v>0.23561634275684901</c:v>
                      </c:pt>
                      <c:pt idx="115">
                        <c:v>0.23484846462028899</c:v>
                      </c:pt>
                      <c:pt idx="116">
                        <c:v>0.23408830911544601</c:v>
                      </c:pt>
                      <c:pt idx="117">
                        <c:v>0.23333561740059999</c:v>
                      </c:pt>
                      <c:pt idx="118">
                        <c:v>0.23259012332467599</c:v>
                      </c:pt>
                      <c:pt idx="119">
                        <c:v>0.23185155532303101</c:v>
                      </c:pt>
                      <c:pt idx="120">
                        <c:v>0.23111964650386699</c:v>
                      </c:pt>
                      <c:pt idx="121">
                        <c:v>0.23039415203118499</c:v>
                      </c:pt>
                      <c:pt idx="122">
                        <c:v>0.229674872147553</c:v>
                      </c:pt>
                      <c:pt idx="123">
                        <c:v>0.228961677844227</c:v>
                      </c:pt>
                      <c:pt idx="124">
                        <c:v>0.228254534404318</c:v>
                      </c:pt>
                      <c:pt idx="125">
                        <c:v>0.22755351635717799</c:v>
                      </c:pt>
                      <c:pt idx="126">
                        <c:v>0.226858806822134</c:v>
                      </c:pt>
                      <c:pt idx="127">
                        <c:v>0.22617067602634</c:v>
                      </c:pt>
                      <c:pt idx="128">
                        <c:v>0.22548943860002199</c:v>
                      </c:pt>
                      <c:pt idx="129">
                        <c:v>0.224815396139595</c:v>
                      </c:pt>
                      <c:pt idx="130">
                        <c:v>0.22414877768296501</c:v>
                      </c:pt>
                      <c:pt idx="131">
                        <c:v>0.22348969277970601</c:v>
                      </c:pt>
                      <c:pt idx="132">
                        <c:v>0.22283810815248301</c:v>
                      </c:pt>
                      <c:pt idx="133">
                        <c:v>0.22219385116723001</c:v>
                      </c:pt>
                      <c:pt idx="134">
                        <c:v>0.22155663533534101</c:v>
                      </c:pt>
                      <c:pt idx="135">
                        <c:v>0.22092609830158699</c:v>
                      </c:pt>
                      <c:pt idx="136">
                        <c:v>0.22030184227066699</c:v>
                      </c:pt>
                      <c:pt idx="137">
                        <c:v>0.21968346937646599</c:v>
                      </c:pt>
                      <c:pt idx="138">
                        <c:v>0.21907060808557</c:v>
                      </c:pt>
                      <c:pt idx="139">
                        <c:v>0.21846292981741799</c:v>
                      </c:pt>
                      <c:pt idx="140">
                        <c:v>0.21786015692067801</c:v>
                      </c:pt>
                      <c:pt idx="141">
                        <c:v>0.21726206400834899</c:v>
                      </c:pt>
                      <c:pt idx="142">
                        <c:v>0.21666847475725001</c:v>
                      </c:pt>
                      <c:pt idx="143">
                        <c:v>0.21607925597963701</c:v>
                      </c:pt>
                      <c:pt idx="144">
                        <c:v>0.215494310339849</c:v>
                      </c:pt>
                      <c:pt idx="145">
                        <c:v>0.214913568669413</c:v>
                      </c:pt>
                      <c:pt idx="146">
                        <c:v>0.21433698249633601</c:v>
                      </c:pt>
                      <c:pt idx="147">
                        <c:v>0.21376451716214701</c:v>
                      </c:pt>
                      <c:pt idx="148">
                        <c:v>0.21319614574116699</c:v>
                      </c:pt>
                      <c:pt idx="149">
                        <c:v>0.21263184387878101</c:v>
                      </c:pt>
                      <c:pt idx="150">
                        <c:v>0.21207158560681599</c:v>
                      </c:pt>
                      <c:pt idx="151">
                        <c:v>0.21151534015610701</c:v>
                      </c:pt>
                      <c:pt idx="152">
                        <c:v>0.21096306975561199</c:v>
                      </c:pt>
                      <c:pt idx="153">
                        <c:v>0.21041472837658801</c:v>
                      </c:pt>
                      <c:pt idx="154">
                        <c:v>0.20987026134662101</c:v>
                      </c:pt>
                      <c:pt idx="155">
                        <c:v>0.209329605723411</c:v>
                      </c:pt>
                      <c:pt idx="156">
                        <c:v>0.20879269128627101</c:v>
                      </c:pt>
                      <c:pt idx="157">
                        <c:v>0.20825944197938501</c:v>
                      </c:pt>
                      <c:pt idx="158">
                        <c:v>0.20772977762932701</c:v>
                      </c:pt>
                      <c:pt idx="159">
                        <c:v>0.20720361576261201</c:v>
                      </c:pt>
                      <c:pt idx="160">
                        <c:v>0.20668087336680199</c:v>
                      </c:pt>
                      <c:pt idx="161">
                        <c:v>0.20616146846841299</c:v>
                      </c:pt>
                      <c:pt idx="162">
                        <c:v>0.20564532143804801</c:v>
                      </c:pt>
                      <c:pt idx="163">
                        <c:v>0.20513235597275201</c:v>
                      </c:pt>
                      <c:pt idx="164">
                        <c:v>0.20462249974278399</c:v>
                      </c:pt>
                      <c:pt idx="165">
                        <c:v>0.204115684721075</c:v>
                      </c:pt>
                      <c:pt idx="166">
                        <c:v>0.20361184723644099</c:v>
                      </c:pt>
                      <c:pt idx="167">
                        <c:v>0.20311092780547099</c:v>
                      </c:pt>
                      <c:pt idx="168">
                        <c:v>0.202612870803595</c:v>
                      </c:pt>
                      <c:pt idx="169">
                        <c:v>0.20211762403449901</c:v>
                      </c:pt>
                      <c:pt idx="170">
                        <c:v>0.20162513825087899</c:v>
                      </c:pt>
                      <c:pt idx="171">
                        <c:v>0.20113536667027601</c:v>
                      </c:pt>
                      <c:pt idx="172">
                        <c:v>0.20064826451927001</c:v>
                      </c:pt>
                      <c:pt idx="173">
                        <c:v>0.200163788628827</c:v>
                      </c:pt>
                      <c:pt idx="174">
                        <c:v>0.19968189709418799</c:v>
                      </c:pt>
                      <c:pt idx="175">
                        <c:v>0.199202549004734</c:v>
                      </c:pt>
                      <c:pt idx="176">
                        <c:v>0.198725704243079</c:v>
                      </c:pt>
                      <c:pt idx="177">
                        <c:v>0.198251323348241</c:v>
                      </c:pt>
                      <c:pt idx="178">
                        <c:v>0.19777936743481001</c:v>
                      </c:pt>
                      <c:pt idx="179">
                        <c:v>0.19730979815857999</c:v>
                      </c:pt>
                      <c:pt idx="180">
                        <c:v>0.19684257771854899</c:v>
                      </c:pt>
                      <c:pt idx="181">
                        <c:v>0.19637766888556901</c:v>
                      </c:pt>
                      <c:pt idx="182">
                        <c:v>0.195915035048705</c:v>
                      </c:pt>
                      <c:pt idx="183">
                        <c:v>0.19545464027158499</c:v>
                      </c:pt>
                      <c:pt idx="184">
                        <c:v>0.19499644935230401</c:v>
                      </c:pt>
                      <c:pt idx="185">
                        <c:v>0.194540427881818</c:v>
                      </c:pt>
                      <c:pt idx="186">
                        <c:v>0.194086542297085</c:v>
                      </c:pt>
                      <c:pt idx="187">
                        <c:v>0.193634759926338</c:v>
                      </c:pt>
                      <c:pt idx="188">
                        <c:v>0.19318504902491901</c:v>
                      </c:pt>
                      <c:pt idx="189">
                        <c:v>0.19273737880094399</c:v>
                      </c:pt>
                      <c:pt idx="190">
                        <c:v>0.19229171943072201</c:v>
                      </c:pt>
                      <c:pt idx="191">
                        <c:v>0.19184804206436701</c:v>
                      </c:pt>
                      <c:pt idx="192">
                        <c:v>0.19140631882239501</c:v>
                      </c:pt>
                      <c:pt idx="193">
                        <c:v>0.190966522784313</c:v>
                      </c:pt>
                      <c:pt idx="194">
                        <c:v>0.19052862797035799</c:v>
                      </c:pt>
                      <c:pt idx="195">
                        <c:v>0.19009260931756899</c:v>
                      </c:pt>
                      <c:pt idx="196">
                        <c:v>0.18965844265134599</c:v>
                      </c:pt>
                      <c:pt idx="197">
                        <c:v>0.18922610465360101</c:v>
                      </c:pt>
                      <c:pt idx="198">
                        <c:v>0.18879557282850701</c:v>
                      </c:pt>
                      <c:pt idx="199">
                        <c:v>0.18836682546672001</c:v>
                      </c:pt>
                      <c:pt idx="200">
                        <c:v>0.187939841608849</c:v>
                      </c:pt>
                      <c:pt idx="201">
                        <c:v>0.18751460100880801</c:v>
                      </c:pt>
                      <c:pt idx="202">
                        <c:v>0.18709108409759001</c:v>
                      </c:pt>
                      <c:pt idx="203">
                        <c:v>0.18666927194786301</c:v>
                      </c:pt>
                      <c:pt idx="204">
                        <c:v>0.186249146239721</c:v>
                      </c:pt>
                      <c:pt idx="205">
                        <c:v>0.18583068922782101</c:v>
                      </c:pt>
                      <c:pt idx="206">
                        <c:v>0.18541388371006601</c:v>
                      </c:pt>
                      <c:pt idx="207">
                        <c:v>0.184998712997927</c:v>
                      </c:pt>
                      <c:pt idx="208">
                        <c:v>0.18458516088846799</c:v>
                      </c:pt>
                      <c:pt idx="209">
                        <c:v>0.18417321163806399</c:v>
                      </c:pt>
                      <c:pt idx="210">
                        <c:v>0.18376284993780301</c:v>
                      </c:pt>
                      <c:pt idx="211">
                        <c:v>0.18335406089050599</c:v>
                      </c:pt>
                      <c:pt idx="212">
                        <c:v>0.18294682998932399</c:v>
                      </c:pt>
                      <c:pt idx="213">
                        <c:v>0.182541143097813</c:v>
                      </c:pt>
                      <c:pt idx="214">
                        <c:v>0.18213698643140999</c:v>
                      </c:pt>
                      <c:pt idx="215">
                        <c:v>0.18173434654022499</c:v>
                      </c:pt>
                      <c:pt idx="216">
                        <c:v>0.18133321029305999</c:v>
                      </c:pt>
                      <c:pt idx="217">
                        <c:v>0.18093356486255499</c:v>
                      </c:pt>
                      <c:pt idx="218">
                        <c:v>0.18053539771139099</c:v>
                      </c:pt>
                      <c:pt idx="219">
                        <c:v>0.18013869657946499</c:v>
                      </c:pt>
                      <c:pt idx="220">
                        <c:v>0.17974344947195001</c:v>
                      </c:pt>
                      <c:pt idx="221">
                        <c:v>0.17934964464818801</c:v>
                      </c:pt>
                      <c:pt idx="222">
                        <c:v>0.17895727061132699</c:v>
                      </c:pt>
                      <c:pt idx="223">
                        <c:v>0.17856631609866999</c:v>
                      </c:pt>
                      <c:pt idx="224">
                        <c:v>0.17817677007265401</c:v>
                      </c:pt>
                      <c:pt idx="225">
                        <c:v>0.17778862171242599</c:v>
                      </c:pt>
                      <c:pt idx="226">
                        <c:v>0.177401860405969</c:v>
                      </c:pt>
                      <c:pt idx="227">
                        <c:v>0.17701647574273099</c:v>
                      </c:pt>
                      <c:pt idx="228">
                        <c:v>0.17663245750673001</c:v>
                      </c:pt>
                      <c:pt idx="229">
                        <c:v>0.176249795670093</c:v>
                      </c:pt>
                      <c:pt idx="230">
                        <c:v>0.175868480387008</c:v>
                      </c:pt>
                      <c:pt idx="231">
                        <c:v>0.17548850198805799</c:v>
                      </c:pt>
                      <c:pt idx="232">
                        <c:v>0.17510985097491699</c:v>
                      </c:pt>
                      <c:pt idx="233">
                        <c:v>0.17473251801538101</c:v>
                      </c:pt>
                      <c:pt idx="234">
                        <c:v>0.17435649393872199</c:v>
                      </c:pt>
                      <c:pt idx="235">
                        <c:v>0.17398176973134399</c:v>
                      </c:pt>
                      <c:pt idx="236">
                        <c:v>0.17360833653271901</c:v>
                      </c:pt>
                      <c:pt idx="237">
                        <c:v>0.173236185631606</c:v>
                      </c:pt>
                      <c:pt idx="238">
                        <c:v>0.172865308462509</c:v>
                      </c:pt>
                      <c:pt idx="239">
                        <c:v>0.172495696602399</c:v>
                      </c:pt>
                      <c:pt idx="240">
                        <c:v>0.17212734176764899</c:v>
                      </c:pt>
                      <c:pt idx="241">
                        <c:v>0.17176023581120001</c:v>
                      </c:pt>
                      <c:pt idx="242">
                        <c:v>0.171394370719928</c:v>
                      </c:pt>
                      <c:pt idx="243">
                        <c:v>0.17102973861220699</c:v>
                      </c:pt>
                      <c:pt idx="244">
                        <c:v>0.17066633173565299</c:v>
                      </c:pt>
                      <c:pt idx="245">
                        <c:v>0.170304142465041</c:v>
                      </c:pt>
                      <c:pt idx="246">
                        <c:v>0.16994316330038101</c:v>
                      </c:pt>
                      <c:pt idx="247">
                        <c:v>0.16958338686513799</c:v>
                      </c:pt>
                      <c:pt idx="248">
                        <c:v>0.169224805904579</c:v>
                      </c:pt>
                      <c:pt idx="249">
                        <c:v>0.16886741328425101</c:v>
                      </c:pt>
                      <c:pt idx="250">
                        <c:v>0.16851120198855099</c:v>
                      </c:pt>
                      <c:pt idx="251">
                        <c:v>0.16815616511939199</c:v>
                      </c:pt>
                      <c:pt idx="252">
                        <c:v>0.167802295894941</c:v>
                      </c:pt>
                      <c:pt idx="253">
                        <c:v>0.167449587648413</c:v>
                      </c:pt>
                      <c:pt idx="254">
                        <c:v>0.16709803382690899</c:v>
                      </c:pt>
                      <c:pt idx="255">
                        <c:v>0.16674762799027301</c:v>
                      </c:pt>
                      <c:pt idx="256">
                        <c:v>0.16639836380995701</c:v>
                      </c:pt>
                      <c:pt idx="257">
                        <c:v>0.16605023506787001</c:v>
                      </c:pt>
                      <c:pt idx="258">
                        <c:v>0.16570323565519501</c:v>
                      </c:pt>
                      <c:pt idx="259">
                        <c:v>0.165357359571152</c:v>
                      </c:pt>
                      <c:pt idx="260">
                        <c:v>0.16501260092169101</c:v>
                      </c:pt>
                      <c:pt idx="261">
                        <c:v>0.164668953918093</c:v>
                      </c:pt>
                      <c:pt idx="262">
                        <c:v>0.16432641287545799</c:v>
                      </c:pt>
                      <c:pt idx="263">
                        <c:v>0.163984972211069</c:v>
                      </c:pt>
                      <c:pt idx="264">
                        <c:v>0.163644626442604</c:v>
                      </c:pt>
                      <c:pt idx="265">
                        <c:v>0.16330537018618299</c:v>
                      </c:pt>
                      <c:pt idx="266">
                        <c:v>0.16296719815424199</c:v>
                      </c:pt>
                      <c:pt idx="267">
                        <c:v>0.162630105153212</c:v>
                      </c:pt>
                      <c:pt idx="268">
                        <c:v>0.162294086080986</c:v>
                      </c:pt>
                      <c:pt idx="269">
                        <c:v>0.16195913592418701</c:v>
                      </c:pt>
                      <c:pt idx="270">
                        <c:v>0.16162524975520401</c:v>
                      </c:pt>
                      <c:pt idx="271">
                        <c:v>0.16129242272901401</c:v>
                      </c:pt>
                      <c:pt idx="272">
                        <c:v>0.160960650079776</c:v>
                      </c:pt>
                      <c:pt idx="273">
                        <c:v>0.160629927117207</c:v>
                      </c:pt>
                      <c:pt idx="274">
                        <c:v>0.16030024922275299</c:v>
                      </c:pt>
                      <c:pt idx="275">
                        <c:v>0.159971611845554</c:v>
                      </c:pt>
                      <c:pt idx="276">
                        <c:v>0.15964401049822399</c:v>
                      </c:pt>
                      <c:pt idx="277">
                        <c:v>0.15931744075247101</c:v>
                      </c:pt>
                      <c:pt idx="278">
                        <c:v>0.15899189823457399</c:v>
                      </c:pt>
                      <c:pt idx="279">
                        <c:v>0.15866737862073599</c:v>
                      </c:pt>
                      <c:pt idx="280">
                        <c:v>0.15834387763236499</c:v>
                      </c:pt>
                      <c:pt idx="281">
                        <c:v>0.15802139103128801</c:v>
                      </c:pt>
                      <c:pt idx="282">
                        <c:v>0.157699914614952</c:v>
                      </c:pt>
                      <c:pt idx="283">
                        <c:v>0.15737944421164399</c:v>
                      </c:pt>
                      <c:pt idx="284">
                        <c:v>0.15705997567575999</c:v>
                      </c:pt>
                      <c:pt idx="285">
                        <c:v>0.15674150488317201</c:v>
                      </c:pt>
                      <c:pt idx="286">
                        <c:v>0.15642402772672301</c:v>
                      </c:pt>
                      <c:pt idx="287">
                        <c:v>0.15610754011188399</c:v>
                      </c:pt>
                      <c:pt idx="288">
                        <c:v>0.155792037952622</c:v>
                      </c:pt>
                      <c:pt idx="289">
                        <c:v>0.155477517167489</c:v>
                      </c:pt>
                      <c:pt idx="290">
                        <c:v>0.155163973675983</c:v>
                      </c:pt>
                      <c:pt idx="291">
                        <c:v>0.15485140339519099</c:v>
                      </c:pt>
                      <c:pt idx="292">
                        <c:v>0.15453980223674299</c:v>
                      </c:pt>
                      <c:pt idx="293">
                        <c:v>0.15422916610408799</c:v>
                      </c:pt>
                      <c:pt idx="294">
                        <c:v>0.153919490890112</c:v>
                      </c:pt>
                      <c:pt idx="295">
                        <c:v>0.153610772475096</c:v>
                      </c:pt>
                      <c:pt idx="296">
                        <c:v>0.15330300672502201</c:v>
                      </c:pt>
                      <c:pt idx="297">
                        <c:v>0.152996189490227</c:v>
                      </c:pt>
                      <c:pt idx="298">
                        <c:v>0.15269031660438501</c:v>
                      </c:pt>
                      <c:pt idx="299">
                        <c:v>0.152385383883825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1-9769-4A37-AF54-D367D7C659C3}"/>
                  </c:ext>
                </c:extLst>
              </c15:ser>
            </c15:filteredScatterSeries>
            <c15:filteredScatte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loss2</c:v>
                      </c:pt>
                    </c:strCache>
                  </c:strRef>
                </c:tx>
                <c:spPr>
                  <a:ln w="2222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Sheet1!$A$2:$A$301</c15:sqref>
                        </c15:formulaRef>
                      </c:ext>
                    </c:extLst>
                    <c:numCache>
                      <c:formatCode>General</c:formatCode>
                      <c:ptCount val="300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  <c:pt idx="11">
                        <c:v>12</c:v>
                      </c:pt>
                      <c:pt idx="12">
                        <c:v>13</c:v>
                      </c:pt>
                      <c:pt idx="13">
                        <c:v>14</c:v>
                      </c:pt>
                      <c:pt idx="14">
                        <c:v>15</c:v>
                      </c:pt>
                      <c:pt idx="15">
                        <c:v>16</c:v>
                      </c:pt>
                      <c:pt idx="16">
                        <c:v>17</c:v>
                      </c:pt>
                      <c:pt idx="17">
                        <c:v>18</c:v>
                      </c:pt>
                      <c:pt idx="18">
                        <c:v>19</c:v>
                      </c:pt>
                      <c:pt idx="19">
                        <c:v>20</c:v>
                      </c:pt>
                      <c:pt idx="20">
                        <c:v>21</c:v>
                      </c:pt>
                      <c:pt idx="21">
                        <c:v>22</c:v>
                      </c:pt>
                      <c:pt idx="22">
                        <c:v>23</c:v>
                      </c:pt>
                      <c:pt idx="23">
                        <c:v>24</c:v>
                      </c:pt>
                      <c:pt idx="24">
                        <c:v>25</c:v>
                      </c:pt>
                      <c:pt idx="25">
                        <c:v>26</c:v>
                      </c:pt>
                      <c:pt idx="26">
                        <c:v>27</c:v>
                      </c:pt>
                      <c:pt idx="27">
                        <c:v>28</c:v>
                      </c:pt>
                      <c:pt idx="28">
                        <c:v>29</c:v>
                      </c:pt>
                      <c:pt idx="29">
                        <c:v>30</c:v>
                      </c:pt>
                      <c:pt idx="30">
                        <c:v>31</c:v>
                      </c:pt>
                      <c:pt idx="31">
                        <c:v>32</c:v>
                      </c:pt>
                      <c:pt idx="32">
                        <c:v>33</c:v>
                      </c:pt>
                      <c:pt idx="33">
                        <c:v>34</c:v>
                      </c:pt>
                      <c:pt idx="34">
                        <c:v>35</c:v>
                      </c:pt>
                      <c:pt idx="35">
                        <c:v>36</c:v>
                      </c:pt>
                      <c:pt idx="36">
                        <c:v>37</c:v>
                      </c:pt>
                      <c:pt idx="37">
                        <c:v>38</c:v>
                      </c:pt>
                      <c:pt idx="38">
                        <c:v>39</c:v>
                      </c:pt>
                      <c:pt idx="39">
                        <c:v>40</c:v>
                      </c:pt>
                      <c:pt idx="40">
                        <c:v>41</c:v>
                      </c:pt>
                      <c:pt idx="41">
                        <c:v>42</c:v>
                      </c:pt>
                      <c:pt idx="42">
                        <c:v>43</c:v>
                      </c:pt>
                      <c:pt idx="43">
                        <c:v>44</c:v>
                      </c:pt>
                      <c:pt idx="44">
                        <c:v>45</c:v>
                      </c:pt>
                      <c:pt idx="45">
                        <c:v>46</c:v>
                      </c:pt>
                      <c:pt idx="46">
                        <c:v>47</c:v>
                      </c:pt>
                      <c:pt idx="47">
                        <c:v>48</c:v>
                      </c:pt>
                      <c:pt idx="48">
                        <c:v>49</c:v>
                      </c:pt>
                      <c:pt idx="49">
                        <c:v>50</c:v>
                      </c:pt>
                      <c:pt idx="50">
                        <c:v>51</c:v>
                      </c:pt>
                      <c:pt idx="51">
                        <c:v>52</c:v>
                      </c:pt>
                      <c:pt idx="52">
                        <c:v>53</c:v>
                      </c:pt>
                      <c:pt idx="53">
                        <c:v>54</c:v>
                      </c:pt>
                      <c:pt idx="54">
                        <c:v>55</c:v>
                      </c:pt>
                      <c:pt idx="55">
                        <c:v>56</c:v>
                      </c:pt>
                      <c:pt idx="56">
                        <c:v>57</c:v>
                      </c:pt>
                      <c:pt idx="57">
                        <c:v>58</c:v>
                      </c:pt>
                      <c:pt idx="58">
                        <c:v>59</c:v>
                      </c:pt>
                      <c:pt idx="59">
                        <c:v>60</c:v>
                      </c:pt>
                      <c:pt idx="60">
                        <c:v>61</c:v>
                      </c:pt>
                      <c:pt idx="61">
                        <c:v>62</c:v>
                      </c:pt>
                      <c:pt idx="62">
                        <c:v>63</c:v>
                      </c:pt>
                      <c:pt idx="63">
                        <c:v>64</c:v>
                      </c:pt>
                      <c:pt idx="64">
                        <c:v>65</c:v>
                      </c:pt>
                      <c:pt idx="65">
                        <c:v>66</c:v>
                      </c:pt>
                      <c:pt idx="66">
                        <c:v>67</c:v>
                      </c:pt>
                      <c:pt idx="67">
                        <c:v>68</c:v>
                      </c:pt>
                      <c:pt idx="68">
                        <c:v>69</c:v>
                      </c:pt>
                      <c:pt idx="69">
                        <c:v>70</c:v>
                      </c:pt>
                      <c:pt idx="70">
                        <c:v>71</c:v>
                      </c:pt>
                      <c:pt idx="71">
                        <c:v>72</c:v>
                      </c:pt>
                      <c:pt idx="72">
                        <c:v>73</c:v>
                      </c:pt>
                      <c:pt idx="73">
                        <c:v>74</c:v>
                      </c:pt>
                      <c:pt idx="74">
                        <c:v>75</c:v>
                      </c:pt>
                      <c:pt idx="75">
                        <c:v>76</c:v>
                      </c:pt>
                      <c:pt idx="76">
                        <c:v>77</c:v>
                      </c:pt>
                      <c:pt idx="77">
                        <c:v>78</c:v>
                      </c:pt>
                      <c:pt idx="78">
                        <c:v>79</c:v>
                      </c:pt>
                      <c:pt idx="79">
                        <c:v>80</c:v>
                      </c:pt>
                      <c:pt idx="80">
                        <c:v>81</c:v>
                      </c:pt>
                      <c:pt idx="81">
                        <c:v>82</c:v>
                      </c:pt>
                      <c:pt idx="82">
                        <c:v>83</c:v>
                      </c:pt>
                      <c:pt idx="83">
                        <c:v>84</c:v>
                      </c:pt>
                      <c:pt idx="84">
                        <c:v>85</c:v>
                      </c:pt>
                      <c:pt idx="85">
                        <c:v>86</c:v>
                      </c:pt>
                      <c:pt idx="86">
                        <c:v>87</c:v>
                      </c:pt>
                      <c:pt idx="87">
                        <c:v>88</c:v>
                      </c:pt>
                      <c:pt idx="88">
                        <c:v>89</c:v>
                      </c:pt>
                      <c:pt idx="89">
                        <c:v>90</c:v>
                      </c:pt>
                      <c:pt idx="90">
                        <c:v>91</c:v>
                      </c:pt>
                      <c:pt idx="91">
                        <c:v>92</c:v>
                      </c:pt>
                      <c:pt idx="92">
                        <c:v>93</c:v>
                      </c:pt>
                      <c:pt idx="93">
                        <c:v>94</c:v>
                      </c:pt>
                      <c:pt idx="94">
                        <c:v>95</c:v>
                      </c:pt>
                      <c:pt idx="95">
                        <c:v>96</c:v>
                      </c:pt>
                      <c:pt idx="96">
                        <c:v>97</c:v>
                      </c:pt>
                      <c:pt idx="97">
                        <c:v>98</c:v>
                      </c:pt>
                      <c:pt idx="98">
                        <c:v>99</c:v>
                      </c:pt>
                      <c:pt idx="99">
                        <c:v>100</c:v>
                      </c:pt>
                      <c:pt idx="100">
                        <c:v>101</c:v>
                      </c:pt>
                      <c:pt idx="101">
                        <c:v>102</c:v>
                      </c:pt>
                      <c:pt idx="102">
                        <c:v>103</c:v>
                      </c:pt>
                      <c:pt idx="103">
                        <c:v>104</c:v>
                      </c:pt>
                      <c:pt idx="104">
                        <c:v>105</c:v>
                      </c:pt>
                      <c:pt idx="105">
                        <c:v>106</c:v>
                      </c:pt>
                      <c:pt idx="106">
                        <c:v>107</c:v>
                      </c:pt>
                      <c:pt idx="107">
                        <c:v>108</c:v>
                      </c:pt>
                      <c:pt idx="108">
                        <c:v>109</c:v>
                      </c:pt>
                      <c:pt idx="109">
                        <c:v>110</c:v>
                      </c:pt>
                      <c:pt idx="110">
                        <c:v>111</c:v>
                      </c:pt>
                      <c:pt idx="111">
                        <c:v>112</c:v>
                      </c:pt>
                      <c:pt idx="112">
                        <c:v>113</c:v>
                      </c:pt>
                      <c:pt idx="113">
                        <c:v>114</c:v>
                      </c:pt>
                      <c:pt idx="114">
                        <c:v>115</c:v>
                      </c:pt>
                      <c:pt idx="115">
                        <c:v>116</c:v>
                      </c:pt>
                      <c:pt idx="116">
                        <c:v>117</c:v>
                      </c:pt>
                      <c:pt idx="117">
                        <c:v>118</c:v>
                      </c:pt>
                      <c:pt idx="118">
                        <c:v>119</c:v>
                      </c:pt>
                      <c:pt idx="119">
                        <c:v>120</c:v>
                      </c:pt>
                      <c:pt idx="120">
                        <c:v>121</c:v>
                      </c:pt>
                      <c:pt idx="121">
                        <c:v>122</c:v>
                      </c:pt>
                      <c:pt idx="122">
                        <c:v>123</c:v>
                      </c:pt>
                      <c:pt idx="123">
                        <c:v>124</c:v>
                      </c:pt>
                      <c:pt idx="124">
                        <c:v>125</c:v>
                      </c:pt>
                      <c:pt idx="125">
                        <c:v>126</c:v>
                      </c:pt>
                      <c:pt idx="126">
                        <c:v>127</c:v>
                      </c:pt>
                      <c:pt idx="127">
                        <c:v>128</c:v>
                      </c:pt>
                      <c:pt idx="128">
                        <c:v>129</c:v>
                      </c:pt>
                      <c:pt idx="129">
                        <c:v>130</c:v>
                      </c:pt>
                      <c:pt idx="130">
                        <c:v>131</c:v>
                      </c:pt>
                      <c:pt idx="131">
                        <c:v>132</c:v>
                      </c:pt>
                      <c:pt idx="132">
                        <c:v>133</c:v>
                      </c:pt>
                      <c:pt idx="133">
                        <c:v>134</c:v>
                      </c:pt>
                      <c:pt idx="134">
                        <c:v>135</c:v>
                      </c:pt>
                      <c:pt idx="135">
                        <c:v>136</c:v>
                      </c:pt>
                      <c:pt idx="136">
                        <c:v>137</c:v>
                      </c:pt>
                      <c:pt idx="137">
                        <c:v>138</c:v>
                      </c:pt>
                      <c:pt idx="138">
                        <c:v>139</c:v>
                      </c:pt>
                      <c:pt idx="139">
                        <c:v>140</c:v>
                      </c:pt>
                      <c:pt idx="140">
                        <c:v>141</c:v>
                      </c:pt>
                      <c:pt idx="141">
                        <c:v>142</c:v>
                      </c:pt>
                      <c:pt idx="142">
                        <c:v>143</c:v>
                      </c:pt>
                      <c:pt idx="143">
                        <c:v>144</c:v>
                      </c:pt>
                      <c:pt idx="144">
                        <c:v>145</c:v>
                      </c:pt>
                      <c:pt idx="145">
                        <c:v>146</c:v>
                      </c:pt>
                      <c:pt idx="146">
                        <c:v>147</c:v>
                      </c:pt>
                      <c:pt idx="147">
                        <c:v>148</c:v>
                      </c:pt>
                      <c:pt idx="148">
                        <c:v>149</c:v>
                      </c:pt>
                      <c:pt idx="149">
                        <c:v>150</c:v>
                      </c:pt>
                      <c:pt idx="150">
                        <c:v>151</c:v>
                      </c:pt>
                      <c:pt idx="151">
                        <c:v>152</c:v>
                      </c:pt>
                      <c:pt idx="152">
                        <c:v>153</c:v>
                      </c:pt>
                      <c:pt idx="153">
                        <c:v>154</c:v>
                      </c:pt>
                      <c:pt idx="154">
                        <c:v>155</c:v>
                      </c:pt>
                      <c:pt idx="155">
                        <c:v>156</c:v>
                      </c:pt>
                      <c:pt idx="156">
                        <c:v>157</c:v>
                      </c:pt>
                      <c:pt idx="157">
                        <c:v>158</c:v>
                      </c:pt>
                      <c:pt idx="158">
                        <c:v>159</c:v>
                      </c:pt>
                      <c:pt idx="159">
                        <c:v>160</c:v>
                      </c:pt>
                      <c:pt idx="160">
                        <c:v>161</c:v>
                      </c:pt>
                      <c:pt idx="161">
                        <c:v>162</c:v>
                      </c:pt>
                      <c:pt idx="162">
                        <c:v>163</c:v>
                      </c:pt>
                      <c:pt idx="163">
                        <c:v>164</c:v>
                      </c:pt>
                      <c:pt idx="164">
                        <c:v>165</c:v>
                      </c:pt>
                      <c:pt idx="165">
                        <c:v>166</c:v>
                      </c:pt>
                      <c:pt idx="166">
                        <c:v>167</c:v>
                      </c:pt>
                      <c:pt idx="167">
                        <c:v>168</c:v>
                      </c:pt>
                      <c:pt idx="168">
                        <c:v>169</c:v>
                      </c:pt>
                      <c:pt idx="169">
                        <c:v>170</c:v>
                      </c:pt>
                      <c:pt idx="170">
                        <c:v>171</c:v>
                      </c:pt>
                      <c:pt idx="171">
                        <c:v>172</c:v>
                      </c:pt>
                      <c:pt idx="172">
                        <c:v>173</c:v>
                      </c:pt>
                      <c:pt idx="173">
                        <c:v>174</c:v>
                      </c:pt>
                      <c:pt idx="174">
                        <c:v>175</c:v>
                      </c:pt>
                      <c:pt idx="175">
                        <c:v>176</c:v>
                      </c:pt>
                      <c:pt idx="176">
                        <c:v>177</c:v>
                      </c:pt>
                      <c:pt idx="177">
                        <c:v>178</c:v>
                      </c:pt>
                      <c:pt idx="178">
                        <c:v>179</c:v>
                      </c:pt>
                      <c:pt idx="179">
                        <c:v>180</c:v>
                      </c:pt>
                      <c:pt idx="180">
                        <c:v>181</c:v>
                      </c:pt>
                      <c:pt idx="181">
                        <c:v>182</c:v>
                      </c:pt>
                      <c:pt idx="182">
                        <c:v>183</c:v>
                      </c:pt>
                      <c:pt idx="183">
                        <c:v>184</c:v>
                      </c:pt>
                      <c:pt idx="184">
                        <c:v>185</c:v>
                      </c:pt>
                      <c:pt idx="185">
                        <c:v>186</c:v>
                      </c:pt>
                      <c:pt idx="186">
                        <c:v>187</c:v>
                      </c:pt>
                      <c:pt idx="187">
                        <c:v>188</c:v>
                      </c:pt>
                      <c:pt idx="188">
                        <c:v>189</c:v>
                      </c:pt>
                      <c:pt idx="189">
                        <c:v>190</c:v>
                      </c:pt>
                      <c:pt idx="190">
                        <c:v>191</c:v>
                      </c:pt>
                      <c:pt idx="191">
                        <c:v>192</c:v>
                      </c:pt>
                      <c:pt idx="192">
                        <c:v>193</c:v>
                      </c:pt>
                      <c:pt idx="193">
                        <c:v>194</c:v>
                      </c:pt>
                      <c:pt idx="194">
                        <c:v>195</c:v>
                      </c:pt>
                      <c:pt idx="195">
                        <c:v>196</c:v>
                      </c:pt>
                      <c:pt idx="196">
                        <c:v>197</c:v>
                      </c:pt>
                      <c:pt idx="197">
                        <c:v>198</c:v>
                      </c:pt>
                      <c:pt idx="198">
                        <c:v>199</c:v>
                      </c:pt>
                      <c:pt idx="199">
                        <c:v>200</c:v>
                      </c:pt>
                      <c:pt idx="200">
                        <c:v>201</c:v>
                      </c:pt>
                      <c:pt idx="201">
                        <c:v>202</c:v>
                      </c:pt>
                      <c:pt idx="202">
                        <c:v>203</c:v>
                      </c:pt>
                      <c:pt idx="203">
                        <c:v>204</c:v>
                      </c:pt>
                      <c:pt idx="204">
                        <c:v>205</c:v>
                      </c:pt>
                      <c:pt idx="205">
                        <c:v>206</c:v>
                      </c:pt>
                      <c:pt idx="206">
                        <c:v>207</c:v>
                      </c:pt>
                      <c:pt idx="207">
                        <c:v>208</c:v>
                      </c:pt>
                      <c:pt idx="208">
                        <c:v>209</c:v>
                      </c:pt>
                      <c:pt idx="209">
                        <c:v>210</c:v>
                      </c:pt>
                      <c:pt idx="210">
                        <c:v>211</c:v>
                      </c:pt>
                      <c:pt idx="211">
                        <c:v>212</c:v>
                      </c:pt>
                      <c:pt idx="212">
                        <c:v>213</c:v>
                      </c:pt>
                      <c:pt idx="213">
                        <c:v>214</c:v>
                      </c:pt>
                      <c:pt idx="214">
                        <c:v>215</c:v>
                      </c:pt>
                      <c:pt idx="215">
                        <c:v>216</c:v>
                      </c:pt>
                      <c:pt idx="216">
                        <c:v>217</c:v>
                      </c:pt>
                      <c:pt idx="217">
                        <c:v>218</c:v>
                      </c:pt>
                      <c:pt idx="218">
                        <c:v>219</c:v>
                      </c:pt>
                      <c:pt idx="219">
                        <c:v>220</c:v>
                      </c:pt>
                      <c:pt idx="220">
                        <c:v>221</c:v>
                      </c:pt>
                      <c:pt idx="221">
                        <c:v>222</c:v>
                      </c:pt>
                      <c:pt idx="222">
                        <c:v>223</c:v>
                      </c:pt>
                      <c:pt idx="223">
                        <c:v>224</c:v>
                      </c:pt>
                      <c:pt idx="224">
                        <c:v>225</c:v>
                      </c:pt>
                      <c:pt idx="225">
                        <c:v>226</c:v>
                      </c:pt>
                      <c:pt idx="226">
                        <c:v>227</c:v>
                      </c:pt>
                      <c:pt idx="227">
                        <c:v>228</c:v>
                      </c:pt>
                      <c:pt idx="228">
                        <c:v>229</c:v>
                      </c:pt>
                      <c:pt idx="229">
                        <c:v>230</c:v>
                      </c:pt>
                      <c:pt idx="230">
                        <c:v>231</c:v>
                      </c:pt>
                      <c:pt idx="231">
                        <c:v>232</c:v>
                      </c:pt>
                      <c:pt idx="232">
                        <c:v>233</c:v>
                      </c:pt>
                      <c:pt idx="233">
                        <c:v>234</c:v>
                      </c:pt>
                      <c:pt idx="234">
                        <c:v>235</c:v>
                      </c:pt>
                      <c:pt idx="235">
                        <c:v>236</c:v>
                      </c:pt>
                      <c:pt idx="236">
                        <c:v>237</c:v>
                      </c:pt>
                      <c:pt idx="237">
                        <c:v>238</c:v>
                      </c:pt>
                      <c:pt idx="238">
                        <c:v>239</c:v>
                      </c:pt>
                      <c:pt idx="239">
                        <c:v>240</c:v>
                      </c:pt>
                      <c:pt idx="240">
                        <c:v>241</c:v>
                      </c:pt>
                      <c:pt idx="241">
                        <c:v>242</c:v>
                      </c:pt>
                      <c:pt idx="242">
                        <c:v>243</c:v>
                      </c:pt>
                      <c:pt idx="243">
                        <c:v>244</c:v>
                      </c:pt>
                      <c:pt idx="244">
                        <c:v>245</c:v>
                      </c:pt>
                      <c:pt idx="245">
                        <c:v>246</c:v>
                      </c:pt>
                      <c:pt idx="246">
                        <c:v>247</c:v>
                      </c:pt>
                      <c:pt idx="247">
                        <c:v>248</c:v>
                      </c:pt>
                      <c:pt idx="248">
                        <c:v>249</c:v>
                      </c:pt>
                      <c:pt idx="249">
                        <c:v>250</c:v>
                      </c:pt>
                      <c:pt idx="250">
                        <c:v>251</c:v>
                      </c:pt>
                      <c:pt idx="251">
                        <c:v>252</c:v>
                      </c:pt>
                      <c:pt idx="252">
                        <c:v>253</c:v>
                      </c:pt>
                      <c:pt idx="253">
                        <c:v>254</c:v>
                      </c:pt>
                      <c:pt idx="254">
                        <c:v>255</c:v>
                      </c:pt>
                      <c:pt idx="255">
                        <c:v>256</c:v>
                      </c:pt>
                      <c:pt idx="256">
                        <c:v>257</c:v>
                      </c:pt>
                      <c:pt idx="257">
                        <c:v>258</c:v>
                      </c:pt>
                      <c:pt idx="258">
                        <c:v>259</c:v>
                      </c:pt>
                      <c:pt idx="259">
                        <c:v>260</c:v>
                      </c:pt>
                      <c:pt idx="260">
                        <c:v>261</c:v>
                      </c:pt>
                      <c:pt idx="261">
                        <c:v>262</c:v>
                      </c:pt>
                      <c:pt idx="262">
                        <c:v>263</c:v>
                      </c:pt>
                      <c:pt idx="263">
                        <c:v>264</c:v>
                      </c:pt>
                      <c:pt idx="264">
                        <c:v>265</c:v>
                      </c:pt>
                      <c:pt idx="265">
                        <c:v>266</c:v>
                      </c:pt>
                      <c:pt idx="266">
                        <c:v>267</c:v>
                      </c:pt>
                      <c:pt idx="267">
                        <c:v>268</c:v>
                      </c:pt>
                      <c:pt idx="268">
                        <c:v>269</c:v>
                      </c:pt>
                      <c:pt idx="269">
                        <c:v>270</c:v>
                      </c:pt>
                      <c:pt idx="270">
                        <c:v>271</c:v>
                      </c:pt>
                      <c:pt idx="271">
                        <c:v>272</c:v>
                      </c:pt>
                      <c:pt idx="272">
                        <c:v>273</c:v>
                      </c:pt>
                      <c:pt idx="273">
                        <c:v>274</c:v>
                      </c:pt>
                      <c:pt idx="274">
                        <c:v>275</c:v>
                      </c:pt>
                      <c:pt idx="275">
                        <c:v>276</c:v>
                      </c:pt>
                      <c:pt idx="276">
                        <c:v>277</c:v>
                      </c:pt>
                      <c:pt idx="277">
                        <c:v>278</c:v>
                      </c:pt>
                      <c:pt idx="278">
                        <c:v>279</c:v>
                      </c:pt>
                      <c:pt idx="279">
                        <c:v>280</c:v>
                      </c:pt>
                      <c:pt idx="280">
                        <c:v>281</c:v>
                      </c:pt>
                      <c:pt idx="281">
                        <c:v>282</c:v>
                      </c:pt>
                      <c:pt idx="282">
                        <c:v>283</c:v>
                      </c:pt>
                      <c:pt idx="283">
                        <c:v>284</c:v>
                      </c:pt>
                      <c:pt idx="284">
                        <c:v>285</c:v>
                      </c:pt>
                      <c:pt idx="285">
                        <c:v>286</c:v>
                      </c:pt>
                      <c:pt idx="286">
                        <c:v>287</c:v>
                      </c:pt>
                      <c:pt idx="287">
                        <c:v>288</c:v>
                      </c:pt>
                      <c:pt idx="288">
                        <c:v>289</c:v>
                      </c:pt>
                      <c:pt idx="289">
                        <c:v>290</c:v>
                      </c:pt>
                      <c:pt idx="290">
                        <c:v>291</c:v>
                      </c:pt>
                      <c:pt idx="291">
                        <c:v>292</c:v>
                      </c:pt>
                      <c:pt idx="292">
                        <c:v>293</c:v>
                      </c:pt>
                      <c:pt idx="293">
                        <c:v>294</c:v>
                      </c:pt>
                      <c:pt idx="294">
                        <c:v>295</c:v>
                      </c:pt>
                      <c:pt idx="295">
                        <c:v>296</c:v>
                      </c:pt>
                      <c:pt idx="296">
                        <c:v>297</c:v>
                      </c:pt>
                      <c:pt idx="297">
                        <c:v>298</c:v>
                      </c:pt>
                      <c:pt idx="298">
                        <c:v>299</c:v>
                      </c:pt>
                      <c:pt idx="299">
                        <c:v>300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Sheet1!$C$2:$C$301</c15:sqref>
                        </c15:formulaRef>
                      </c:ext>
                    </c:extLst>
                    <c:numCache>
                      <c:formatCode>General</c:formatCode>
                      <c:ptCount val="300"/>
                      <c:pt idx="0">
                        <c:v>0.90568086523848501</c:v>
                      </c:pt>
                      <c:pt idx="1">
                        <c:v>0.83130388768843799</c:v>
                      </c:pt>
                      <c:pt idx="2">
                        <c:v>0.76042118076966103</c:v>
                      </c:pt>
                      <c:pt idx="3">
                        <c:v>0.70898648472171499</c:v>
                      </c:pt>
                      <c:pt idx="4">
                        <c:v>0.67327386002314404</c:v>
                      </c:pt>
                      <c:pt idx="5">
                        <c:v>0.64387639342802605</c:v>
                      </c:pt>
                      <c:pt idx="6">
                        <c:v>0.61732658251536199</c:v>
                      </c:pt>
                      <c:pt idx="7">
                        <c:v>0.59406318175953599</c:v>
                      </c:pt>
                      <c:pt idx="8">
                        <c:v>0.57479879536406597</c:v>
                      </c:pt>
                      <c:pt idx="9">
                        <c:v>0.55951259973796696</c:v>
                      </c:pt>
                      <c:pt idx="10">
                        <c:v>0.54753821318982099</c:v>
                      </c:pt>
                      <c:pt idx="11">
                        <c:v>0.53809328010554902</c:v>
                      </c:pt>
                      <c:pt idx="12">
                        <c:v>0.53028622045663898</c:v>
                      </c:pt>
                      <c:pt idx="13">
                        <c:v>0.52333503200101805</c:v>
                      </c:pt>
                      <c:pt idx="14">
                        <c:v>0.51687180246379505</c:v>
                      </c:pt>
                      <c:pt idx="15">
                        <c:v>0.51097701295989095</c:v>
                      </c:pt>
                      <c:pt idx="16">
                        <c:v>0.50571366500341897</c:v>
                      </c:pt>
                      <c:pt idx="17">
                        <c:v>0.50085776763710799</c:v>
                      </c:pt>
                      <c:pt idx="18">
                        <c:v>0.49622595217447202</c:v>
                      </c:pt>
                      <c:pt idx="19">
                        <c:v>0.49182464293397798</c:v>
                      </c:pt>
                      <c:pt idx="20">
                        <c:v>0.48776407299762298</c:v>
                      </c:pt>
                      <c:pt idx="21">
                        <c:v>0.48414861704879902</c:v>
                      </c:pt>
                      <c:pt idx="22">
                        <c:v>0.48102057018120897</c:v>
                      </c:pt>
                      <c:pt idx="23">
                        <c:v>0.47834364390360401</c:v>
                      </c:pt>
                      <c:pt idx="24">
                        <c:v>0.476029572497495</c:v>
                      </c:pt>
                      <c:pt idx="25">
                        <c:v>0.47398260215750299</c:v>
                      </c:pt>
                      <c:pt idx="26">
                        <c:v>0.47212463040614899</c:v>
                      </c:pt>
                      <c:pt idx="27">
                        <c:v>0.47039926655994302</c:v>
                      </c:pt>
                      <c:pt idx="28">
                        <c:v>0.46876675147868402</c:v>
                      </c:pt>
                      <c:pt idx="29">
                        <c:v>0.46719797384019901</c:v>
                      </c:pt>
                      <c:pt idx="30">
                        <c:v>0.46567081637282998</c:v>
                      </c:pt>
                      <c:pt idx="31">
                        <c:v>0.46416936475422799</c:v>
                      </c:pt>
                      <c:pt idx="32">
                        <c:v>0.46268534096067199</c:v>
                      </c:pt>
                      <c:pt idx="33">
                        <c:v>0.46121966501246198</c:v>
                      </c:pt>
                      <c:pt idx="34">
                        <c:v>0.45978078784290499</c:v>
                      </c:pt>
                      <c:pt idx="35">
                        <c:v>0.45837904486968301</c:v>
                      </c:pt>
                      <c:pt idx="36">
                        <c:v>0.45702117114331903</c:v>
                      </c:pt>
                      <c:pt idx="37">
                        <c:v>0.45570851889043301</c:v>
                      </c:pt>
                      <c:pt idx="38">
                        <c:v>0.45443834828186702</c:v>
                      </c:pt>
                      <c:pt idx="39">
                        <c:v>0.453206133659184</c:v>
                      </c:pt>
                      <c:pt idx="40">
                        <c:v>0.45200742099878199</c:v>
                      </c:pt>
                      <c:pt idx="41">
                        <c:v>0.45083868978653902</c:v>
                      </c:pt>
                      <c:pt idx="42">
                        <c:v>0.44969739808192699</c:v>
                      </c:pt>
                      <c:pt idx="43">
                        <c:v>0.44858163261516898</c:v>
                      </c:pt>
                      <c:pt idx="44">
                        <c:v>0.44748969443159398</c:v>
                      </c:pt>
                      <c:pt idx="45">
                        <c:v>0.44641978989291298</c:v>
                      </c:pt>
                      <c:pt idx="46">
                        <c:v>0.44536988192433202</c:v>
                      </c:pt>
                      <c:pt idx="47">
                        <c:v>0.44433769128232897</c:v>
                      </c:pt>
                      <c:pt idx="48">
                        <c:v>0.44332080328087797</c:v>
                      </c:pt>
                      <c:pt idx="49">
                        <c:v>0.44231682367075398</c:v>
                      </c:pt>
                      <c:pt idx="50">
                        <c:v>0.44132353425670301</c:v>
                      </c:pt>
                      <c:pt idx="51">
                        <c:v>0.44033901579109402</c:v>
                      </c:pt>
                      <c:pt idx="52">
                        <c:v>0.43936172313146199</c:v>
                      </c:pt>
                      <c:pt idx="53">
                        <c:v>0.43839051068074603</c:v>
                      </c:pt>
                      <c:pt idx="54">
                        <c:v>0.43742461436754099</c:v>
                      </c:pt>
                      <c:pt idx="55">
                        <c:v>0.43646360105492399</c:v>
                      </c:pt>
                      <c:pt idx="56">
                        <c:v>0.43550729821533302</c:v>
                      </c:pt>
                      <c:pt idx="57">
                        <c:v>0.434555716462109</c:v>
                      </c:pt>
                      <c:pt idx="58">
                        <c:v>0.43360897552945199</c:v>
                      </c:pt>
                      <c:pt idx="59">
                        <c:v>0.432667241177913</c:v>
                      </c:pt>
                      <c:pt idx="60">
                        <c:v>0.43173067703961499</c:v>
                      </c:pt>
                      <c:pt idx="61">
                        <c:v>0.43079941230235003</c:v>
                      </c:pt>
                      <c:pt idx="62">
                        <c:v>0.42987352381764898</c:v>
                      </c:pt>
                      <c:pt idx="63">
                        <c:v>0.42895302985931499</c:v>
                      </c:pt>
                      <c:pt idx="64">
                        <c:v>0.428037892265766</c:v>
                      </c:pt>
                      <c:pt idx="65">
                        <c:v>0.42712802384325499</c:v>
                      </c:pt>
                      <c:pt idx="66">
                        <c:v>0.42622329842468798</c:v>
                      </c:pt>
                      <c:pt idx="67">
                        <c:v>0.42532356164360002</c:v>
                      </c:pt>
                      <c:pt idx="68">
                        <c:v>0.42442864113530898</c:v>
                      </c:pt>
                      <c:pt idx="69">
                        <c:v>0.42353835542764201</c:v>
                      </c:pt>
                      <c:pt idx="70">
                        <c:v>0.42265252119775099</c:v>
                      </c:pt>
                      <c:pt idx="71">
                        <c:v>0.42177095885203703</c:v>
                      </c:pt>
                      <c:pt idx="72">
                        <c:v>0.42089349655491798</c:v>
                      </c:pt>
                      <c:pt idx="73">
                        <c:v>0.42001997291761101</c:v>
                      </c:pt>
                      <c:pt idx="74">
                        <c:v>0.419150238587225</c:v>
                      </c:pt>
                      <c:pt idx="75">
                        <c:v>0.418284156971442</c:v>
                      </c:pt>
                      <c:pt idx="76">
                        <c:v>0.41742160431085901</c:v>
                      </c:pt>
                      <c:pt idx="77">
                        <c:v>0.41656246928025997</c:v>
                      </c:pt>
                      <c:pt idx="78">
                        <c:v>0.41570665226807402</c:v>
                      </c:pt>
                      <c:pt idx="79">
                        <c:v>0.41485406445323902</c:v>
                      </c:pt>
                      <c:pt idx="80">
                        <c:v>0.41400462677225203</c:v>
                      </c:pt>
                      <c:pt idx="81">
                        <c:v>0.41315826884667201</c:v>
                      </c:pt>
                      <c:pt idx="82">
                        <c:v>0.41231492792254099</c:v>
                      </c:pt>
                      <c:pt idx="83">
                        <c:v>0.41147454785791698</c:v>
                      </c:pt>
                      <c:pt idx="84">
                        <c:v>0.41063707818234602</c:v>
                      </c:pt>
                      <c:pt idx="85">
                        <c:v>0.40980247324239399</c:v>
                      </c:pt>
                      <c:pt idx="86">
                        <c:v>0.40897069143988102</c:v>
                      </c:pt>
                      <c:pt idx="87">
                        <c:v>0.40814169456386201</c:v>
                      </c:pt>
                      <c:pt idx="88">
                        <c:v>0.40731544721344798</c:v>
                      </c:pt>
                      <c:pt idx="89">
                        <c:v>0.40649191630589498</c:v>
                      </c:pt>
                      <c:pt idx="90">
                        <c:v>0.40567107066282498</c:v>
                      </c:pt>
                      <c:pt idx="91">
                        <c:v>0.40485288066668401</c:v>
                      </c:pt>
                      <c:pt idx="92">
                        <c:v>0.40403731797939602</c:v>
                      </c:pt>
                      <c:pt idx="93">
                        <c:v>0.40322435531543599</c:v>
                      </c:pt>
                      <c:pt idx="94">
                        <c:v>0.40241396626204901</c:v>
                      </c:pt>
                      <c:pt idx="95">
                        <c:v>0.40160612514000499</c:v>
                      </c:pt>
                      <c:pt idx="96">
                        <c:v>0.40080080689889702</c:v>
                      </c:pt>
                      <c:pt idx="97">
                        <c:v>0.399997987041671</c:v>
                      </c:pt>
                      <c:pt idx="98">
                        <c:v>0.39919764157359899</c:v>
                      </c:pt>
                      <c:pt idx="99">
                        <c:v>0.39839974697144998</c:v>
                      </c:pt>
                      <c:pt idx="100">
                        <c:v>0.39760428016902499</c:v>
                      </c:pt>
                      <c:pt idx="101">
                        <c:v>0.39681121855561702</c:v>
                      </c:pt>
                      <c:pt idx="102">
                        <c:v>0.396020539984346</c:v>
                      </c:pt>
                      <c:pt idx="103">
                        <c:v>0.395232222787608</c:v>
                      </c:pt>
                      <c:pt idx="104">
                        <c:v>0.394446245797266</c:v>
                      </c:pt>
                      <c:pt idx="105">
                        <c:v>0.39366258836745899</c:v>
                      </c:pt>
                      <c:pt idx="106">
                        <c:v>0.39288123039824702</c:v>
                      </c:pt>
                      <c:pt idx="107">
                        <c:v>0.39210215235853701</c:v>
                      </c:pt>
                      <c:pt idx="108">
                        <c:v>0.391325335306967</c:v>
                      </c:pt>
                      <c:pt idx="109">
                        <c:v>0.390550760909607</c:v>
                      </c:pt>
                      <c:pt idx="110">
                        <c:v>0.38977841145346898</c:v>
                      </c:pt>
                      <c:pt idx="111">
                        <c:v>0.389008269854908</c:v>
                      </c:pt>
                      <c:pt idx="112">
                        <c:v>0.38824031966210298</c:v>
                      </c:pt>
                      <c:pt idx="113">
                        <c:v>0.38747454505086598</c:v>
                      </c:pt>
                      <c:pt idx="114">
                        <c:v>0.38671093081317798</c:v>
                      </c:pt>
                      <c:pt idx="115">
                        <c:v>0.38594946233799299</c:v>
                      </c:pt>
                      <c:pt idx="116">
                        <c:v>0.385190125584151</c:v>
                      </c:pt>
                      <c:pt idx="117">
                        <c:v>0.38443290704558197</c:v>
                      </c:pt>
                      <c:pt idx="118">
                        <c:v>0.38367779370940203</c:v>
                      </c:pt>
                      <c:pt idx="119">
                        <c:v>0.38292477300803901</c:v>
                      </c:pt>
                      <c:pt idx="120">
                        <c:v>0.38217383276698602</c:v>
                      </c:pt>
                      <c:pt idx="121">
                        <c:v>0.38142496115022301</c:v>
                      </c:pt>
                      <c:pt idx="122">
                        <c:v>0.38067814660567201</c:v>
                      </c:pt>
                      <c:pt idx="123">
                        <c:v>0.37993337781312198</c:v>
                      </c:pt>
                      <c:pt idx="124">
                        <c:v>0.37919064363695298</c:v>
                      </c:pt>
                      <c:pt idx="125">
                        <c:v>0.378449933085656</c:v>
                      </c:pt>
                      <c:pt idx="126">
                        <c:v>0.37771123527955802</c:v>
                      </c:pt>
                      <c:pt idx="127">
                        <c:v>0.37697453942751702</c:v>
                      </c:pt>
                      <c:pt idx="128">
                        <c:v>0.376239834812644</c:v>
                      </c:pt>
                      <c:pt idx="129">
                        <c:v>0.37550711078643401</c:v>
                      </c:pt>
                      <c:pt idx="130">
                        <c:v>0.37477635677016802</c:v>
                      </c:pt>
                      <c:pt idx="131">
                        <c:v>0.37404756226208902</c:v>
                      </c:pt>
                      <c:pt idx="132">
                        <c:v>0.37332071684866802</c:v>
                      </c:pt>
                      <c:pt idx="133">
                        <c:v>0.37259581021831201</c:v>
                      </c:pt>
                      <c:pt idx="134">
                        <c:v>0.371872832175974</c:v>
                      </c:pt>
                      <c:pt idx="135">
                        <c:v>0.37115177265741001</c:v>
                      </c:pt>
                      <c:pt idx="136">
                        <c:v>0.37043262174210301</c:v>
                      </c:pt>
                      <c:pt idx="137">
                        <c:v>0.36971536966417601</c:v>
                      </c:pt>
                      <c:pt idx="138">
                        <c:v>0.36900000682092998</c:v>
                      </c:pt>
                      <c:pt idx="139">
                        <c:v>0.36828652377885501</c:v>
                      </c:pt>
                      <c:pt idx="140">
                        <c:v>0.36757491127717301</c:v>
                      </c:pt>
                      <c:pt idx="141">
                        <c:v>0.36686516022909998</c:v>
                      </c:pt>
                      <c:pt idx="142">
                        <c:v>0.36615726172110502</c:v>
                      </c:pt>
                      <c:pt idx="143">
                        <c:v>0.36545120701049499</c:v>
                      </c:pt>
                      <c:pt idx="144">
                        <c:v>0.36474698752165102</c:v>
                      </c:pt>
                      <c:pt idx="145">
                        <c:v>0.36404459484125401</c:v>
                      </c:pt>
                      <c:pt idx="146">
                        <c:v>0.36334402071278799</c:v>
                      </c:pt>
                      <c:pt idx="147">
                        <c:v>0.36264525703057898</c:v>
                      </c:pt>
                      <c:pt idx="148">
                        <c:v>0.36194829583360599</c:v>
                      </c:pt>
                      <c:pt idx="149">
                        <c:v>0.36125312929924103</c:v>
                      </c:pt>
                      <c:pt idx="150">
                        <c:v>0.360559749737073</c:v>
                      </c:pt>
                      <c:pt idx="151">
                        <c:v>0.35986814958291402</c:v>
                      </c:pt>
                      <c:pt idx="152">
                        <c:v>0.359178321393059</c:v>
                      </c:pt>
                      <c:pt idx="153">
                        <c:v>0.35849025783885802</c:v>
                      </c:pt>
                      <c:pt idx="154">
                        <c:v>0.35780395170161799</c:v>
                      </c:pt>
                      <c:pt idx="155">
                        <c:v>0.35711939586783997</c:v>
                      </c:pt>
                      <c:pt idx="156">
                        <c:v>0.35643658332481598</c:v>
                      </c:pt>
                      <c:pt idx="157">
                        <c:v>0.35575550715653798</c:v>
                      </c:pt>
                      <c:pt idx="158">
                        <c:v>0.35507616053993302</c:v>
                      </c:pt>
                      <c:pt idx="159">
                        <c:v>0.35439853674138899</c:v>
                      </c:pt>
                      <c:pt idx="160">
                        <c:v>0.35372262911354202</c:v>
                      </c:pt>
                      <c:pt idx="161">
                        <c:v>0.35304843109231598</c:v>
                      </c:pt>
                      <c:pt idx="162">
                        <c:v>0.352375936194183</c:v>
                      </c:pt>
                      <c:pt idx="163">
                        <c:v>0.35170513801361297</c:v>
                      </c:pt>
                      <c:pt idx="164">
                        <c:v>0.35103603022070301</c:v>
                      </c:pt>
                      <c:pt idx="165">
                        <c:v>0.35036860655896501</c:v>
                      </c:pt>
                      <c:pt idx="166">
                        <c:v>0.34970286084324098</c:v>
                      </c:pt>
                      <c:pt idx="167">
                        <c:v>0.34903878695774598</c:v>
                      </c:pt>
                      <c:pt idx="168">
                        <c:v>0.34837637885421502</c:v>
                      </c:pt>
                      <c:pt idx="169">
                        <c:v>0.34771563055013599</c:v>
                      </c:pt>
                      <c:pt idx="170">
                        <c:v>0.34705653612707799</c:v>
                      </c:pt>
                      <c:pt idx="171">
                        <c:v>0.34639908972907901</c:v>
                      </c:pt>
                      <c:pt idx="172">
                        <c:v>0.34574328556110501</c:v>
                      </c:pt>
                      <c:pt idx="173">
                        <c:v>0.34508911788756702</c:v>
                      </c:pt>
                      <c:pt idx="174">
                        <c:v>0.34443658103088798</c:v>
                      </c:pt>
                      <c:pt idx="175">
                        <c:v>0.34378566937011801</c:v>
                      </c:pt>
                      <c:pt idx="176">
                        <c:v>0.34313637733959201</c:v>
                      </c:pt>
                      <c:pt idx="177">
                        <c:v>0.34248869942763299</c:v>
                      </c:pt>
                      <c:pt idx="178">
                        <c:v>0.34184263017528099</c:v>
                      </c:pt>
                      <c:pt idx="179">
                        <c:v>0.34119816417506998</c:v>
                      </c:pt>
                      <c:pt idx="180">
                        <c:v>0.34055529606982998</c:v>
                      </c:pt>
                      <c:pt idx="181">
                        <c:v>0.33991402055152697</c:v>
                      </c:pt>
                      <c:pt idx="182">
                        <c:v>0.339274332360122</c:v>
                      </c:pt>
                      <c:pt idx="183">
                        <c:v>0.33863622628247803</c:v>
                      </c:pt>
                      <c:pt idx="184">
                        <c:v>0.33799969715127498</c:v>
                      </c:pt>
                      <c:pt idx="185">
                        <c:v>0.33736473984396698</c:v>
                      </c:pt>
                      <c:pt idx="186">
                        <c:v>0.33673134928175902</c:v>
                      </c:pt>
                      <c:pt idx="187">
                        <c:v>0.33609952042861402</c:v>
                      </c:pt>
                      <c:pt idx="188">
                        <c:v>0.33546924829028502</c:v>
                      </c:pt>
                      <c:pt idx="189">
                        <c:v>0.33484052791336499</c:v>
                      </c:pt>
                      <c:pt idx="190">
                        <c:v>0.33421335438437699</c:v>
                      </c:pt>
                      <c:pt idx="191">
                        <c:v>0.333587722828869</c:v>
                      </c:pt>
                      <c:pt idx="192">
                        <c:v>0.33296362841055199</c:v>
                      </c:pt>
                      <c:pt idx="193">
                        <c:v>0.33234106633044402</c:v>
                      </c:pt>
                      <c:pt idx="194">
                        <c:v>0.33172003182605098</c:v>
                      </c:pt>
                      <c:pt idx="195">
                        <c:v>0.33110052017055902</c:v>
                      </c:pt>
                      <c:pt idx="196">
                        <c:v>0.33048252667205602</c:v>
                      </c:pt>
                      <c:pt idx="197">
                        <c:v>0.32986604667277097</c:v>
                      </c:pt>
                      <c:pt idx="198">
                        <c:v>0.32925107554833799</c:v>
                      </c:pt>
                      <c:pt idx="199">
                        <c:v>0.32863760870707498</c:v>
                      </c:pt>
                      <c:pt idx="200">
                        <c:v>0.32802564158928899</c:v>
                      </c:pt>
                      <c:pt idx="201">
                        <c:v>0.327415169666601</c:v>
                      </c:pt>
                      <c:pt idx="202">
                        <c:v>0.32680618844128201</c:v>
                      </c:pt>
                      <c:pt idx="203">
                        <c:v>0.32619869344562202</c:v>
                      </c:pt>
                      <c:pt idx="204">
                        <c:v>0.325592680241305</c:v>
                      </c:pt>
                      <c:pt idx="205">
                        <c:v>0.32498814441881202</c:v>
                      </c:pt>
                      <c:pt idx="206">
                        <c:v>0.32438508159683699</c:v>
                      </c:pt>
                      <c:pt idx="207">
                        <c:v>0.32378348742172203</c:v>
                      </c:pt>
                      <c:pt idx="208">
                        <c:v>0.32318335756691102</c:v>
                      </c:pt>
                      <c:pt idx="209">
                        <c:v>0.32258468773242099</c:v>
                      </c:pt>
                      <c:pt idx="210">
                        <c:v>0.321987473644331</c:v>
                      </c:pt>
                      <c:pt idx="211">
                        <c:v>0.32139171105428399</c:v>
                      </c:pt>
                      <c:pt idx="212">
                        <c:v>0.320797395739011</c:v>
                      </c:pt>
                      <c:pt idx="213">
                        <c:v>0.320204523499872</c:v>
                      </c:pt>
                      <c:pt idx="214">
                        <c:v>0.31961309016240402</c:v>
                      </c:pt>
                      <c:pt idx="215">
                        <c:v>0.31902309157589998</c:v>
                      </c:pt>
                      <c:pt idx="216">
                        <c:v>0.31843452361299102</c:v>
                      </c:pt>
                      <c:pt idx="217">
                        <c:v>0.31784738216925301</c:v>
                      </c:pt>
                      <c:pt idx="218">
                        <c:v>0.317261663162824</c:v>
                      </c:pt>
                      <c:pt idx="219">
                        <c:v>0.316677362534041</c:v>
                      </c:pt>
                      <c:pt idx="220">
                        <c:v>0.31609447624508902</c:v>
                      </c:pt>
                      <c:pt idx="221">
                        <c:v>0.315513000279672</c:v>
                      </c:pt>
                      <c:pt idx="222">
                        <c:v>0.31493293064268701</c:v>
                      </c:pt>
                      <c:pt idx="223">
                        <c:v>0.314354263359932</c:v>
                      </c:pt>
                      <c:pt idx="224">
                        <c:v>0.31377699447781099</c:v>
                      </c:pt>
                      <c:pt idx="225">
                        <c:v>0.313201120063066</c:v>
                      </c:pt>
                      <c:pt idx="226">
                        <c:v>0.31262663620251702</c:v>
                      </c:pt>
                      <c:pt idx="227">
                        <c:v>0.31205353900282701</c:v>
                      </c:pt>
                      <c:pt idx="228">
                        <c:v>0.31148182459026402</c:v>
                      </c:pt>
                      <c:pt idx="229">
                        <c:v>0.31091148911049898</c:v>
                      </c:pt>
                      <c:pt idx="230">
                        <c:v>0.31034252872839801</c:v>
                      </c:pt>
                      <c:pt idx="231">
                        <c:v>0.30977493962784403</c:v>
                      </c:pt>
                      <c:pt idx="232">
                        <c:v>0.30920871801155903</c:v>
                      </c:pt>
                      <c:pt idx="233">
                        <c:v>0.30864386010094902</c:v>
                      </c:pt>
                      <c:pt idx="234">
                        <c:v>0.30808036213595202</c:v>
                      </c:pt>
                      <c:pt idx="235">
                        <c:v>0.30751822037490401</c:v>
                      </c:pt>
                      <c:pt idx="236">
                        <c:v>0.30695743109441298</c:v>
                      </c:pt>
                      <c:pt idx="237">
                        <c:v>0.306397990589237</c:v>
                      </c:pt>
                      <c:pt idx="238">
                        <c:v>0.30583989517218002</c:v>
                      </c:pt>
                      <c:pt idx="239">
                        <c:v>0.30528314117398703</c:v>
                      </c:pt>
                      <c:pt idx="240">
                        <c:v>0.30472772494324502</c:v>
                      </c:pt>
                      <c:pt idx="241">
                        <c:v>0.30417364284628701</c:v>
                      </c:pt>
                      <c:pt idx="242">
                        <c:v>0.30362089126710301</c:v>
                      </c:pt>
                      <c:pt idx="243">
                        <c:v>0.30306946660724399</c:v>
                      </c:pt>
                      <c:pt idx="244">
                        <c:v>0.30251936528572598</c:v>
                      </c:pt>
                      <c:pt idx="245">
                        <c:v>0.30197058373892799</c:v>
                      </c:pt>
                      <c:pt idx="246">
                        <c:v>0.30142311842048702</c:v>
                      </c:pt>
                      <c:pt idx="247">
                        <c:v>0.30087696580117701</c:v>
                      </c:pt>
                      <c:pt idx="248">
                        <c:v>0.30033212236878198</c:v>
                      </c:pt>
                      <c:pt idx="249">
                        <c:v>0.299788584627949</c:v>
                      </c:pt>
                      <c:pt idx="250">
                        <c:v>0.29924634910003001</c:v>
                      </c:pt>
                      <c:pt idx="251">
                        <c:v>0.29870541232289899</c:v>
                      </c:pt>
                      <c:pt idx="252">
                        <c:v>0.29816577085075002</c:v>
                      </c:pt>
                      <c:pt idx="253">
                        <c:v>0.29762742125387198</c:v>
                      </c:pt>
                      <c:pt idx="254">
                        <c:v>0.29709036011840001</c:v>
                      </c:pt>
                      <c:pt idx="255">
                        <c:v>0.29655458404603502</c:v>
                      </c:pt>
                      <c:pt idx="256">
                        <c:v>0.29602008965373999</c:v>
                      </c:pt>
                      <c:pt idx="257">
                        <c:v>0.29548687357340903</c:v>
                      </c:pt>
                      <c:pt idx="258">
                        <c:v>0.294954932451506</c:v>
                      </c:pt>
                      <c:pt idx="259">
                        <c:v>0.29442426294867702</c:v>
                      </c:pt>
                      <c:pt idx="260">
                        <c:v>0.29389486173933799</c:v>
                      </c:pt>
                      <c:pt idx="261">
                        <c:v>0.29336672551123499</c:v>
                      </c:pt>
                      <c:pt idx="262">
                        <c:v>0.29283985096498899</c:v>
                      </c:pt>
                      <c:pt idx="263">
                        <c:v>0.29231423481361501</c:v>
                      </c:pt>
                      <c:pt idx="264">
                        <c:v>0.29178987378203203</c:v>
                      </c:pt>
                      <c:pt idx="265">
                        <c:v>0.29126676460655998</c:v>
                      </c:pt>
                      <c:pt idx="266">
                        <c:v>0.290744904034409</c:v>
                      </c:pt>
                      <c:pt idx="267">
                        <c:v>0.29022428882316897</c:v>
                      </c:pt>
                      <c:pt idx="268">
                        <c:v>0.28970491574030799</c:v>
                      </c:pt>
                      <c:pt idx="269">
                        <c:v>0.28918678156266903</c:v>
                      </c:pt>
                      <c:pt idx="270">
                        <c:v>0.28866988307599201</c:v>
                      </c:pt>
                      <c:pt idx="271">
                        <c:v>0.28815421707445099</c:v>
                      </c:pt>
                      <c:pt idx="272">
                        <c:v>0.28763978036021498</c:v>
                      </c:pt>
                      <c:pt idx="273">
                        <c:v>0.28712656974303902</c:v>
                      </c:pt>
                      <c:pt idx="274">
                        <c:v>0.28661458203989099</c:v>
                      </c:pt>
                      <c:pt idx="275">
                        <c:v>0.286103814074612</c:v>
                      </c:pt>
                      <c:pt idx="276">
                        <c:v>0.28559426267761601</c:v>
                      </c:pt>
                      <c:pt idx="277">
                        <c:v>0.28508592468563099</c:v>
                      </c:pt>
                      <c:pt idx="278">
                        <c:v>0.28457879694149002</c:v>
                      </c:pt>
                      <c:pt idx="279">
                        <c:v>0.284072876293952</c:v>
                      </c:pt>
                      <c:pt idx="280">
                        <c:v>0.28356815959757398</c:v>
                      </c:pt>
                      <c:pt idx="281">
                        <c:v>0.28306464371263101</c:v>
                      </c:pt>
                      <c:pt idx="282">
                        <c:v>0.282562325505059</c:v>
                      </c:pt>
                      <c:pt idx="283">
                        <c:v>0.282061201846458</c:v>
                      </c:pt>
                      <c:pt idx="284">
                        <c:v>0.28156126961410999</c:v>
                      </c:pt>
                      <c:pt idx="285">
                        <c:v>0.28106252569104201</c:v>
                      </c:pt>
                      <c:pt idx="286">
                        <c:v>0.28056496696611399</c:v>
                      </c:pt>
                      <c:pt idx="287">
                        <c:v>0.28006859033413301</c:v>
                      </c:pt>
                      <c:pt idx="288">
                        <c:v>0.27957339269598402</c:v>
                      </c:pt>
                      <c:pt idx="289">
                        <c:v>0.27907937095878399</c:v>
                      </c:pt>
                      <c:pt idx="290">
                        <c:v>0.278586522036045</c:v>
                      </c:pt>
                      <c:pt idx="291">
                        <c:v>0.27809484284784602</c:v>
                      </c:pt>
                      <c:pt idx="292">
                        <c:v>0.277604330321018</c:v>
                      </c:pt>
                      <c:pt idx="293">
                        <c:v>0.277114981389319</c:v>
                      </c:pt>
                      <c:pt idx="294">
                        <c:v>0.27662679299362197</c:v>
                      </c:pt>
                      <c:pt idx="295">
                        <c:v>0.27613976208208701</c:v>
                      </c:pt>
                      <c:pt idx="296">
                        <c:v>0.27565388561034099</c:v>
                      </c:pt>
                      <c:pt idx="297">
                        <c:v>0.27516916054163298</c:v>
                      </c:pt>
                      <c:pt idx="298">
                        <c:v>0.27468558384699798</c:v>
                      </c:pt>
                      <c:pt idx="299">
                        <c:v>0.27420315250539401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769-4A37-AF54-D367D7C659C3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loss3</c:v>
                      </c:pt>
                    </c:strCache>
                  </c:strRef>
                </c:tx>
                <c:spPr>
                  <a:ln w="2222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Sheet1!$A$2:$A$301</c15:sqref>
                        </c15:formulaRef>
                      </c:ext>
                    </c:extLst>
                    <c:numCache>
                      <c:formatCode>General</c:formatCode>
                      <c:ptCount val="300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  <c:pt idx="11">
                        <c:v>12</c:v>
                      </c:pt>
                      <c:pt idx="12">
                        <c:v>13</c:v>
                      </c:pt>
                      <c:pt idx="13">
                        <c:v>14</c:v>
                      </c:pt>
                      <c:pt idx="14">
                        <c:v>15</c:v>
                      </c:pt>
                      <c:pt idx="15">
                        <c:v>16</c:v>
                      </c:pt>
                      <c:pt idx="16">
                        <c:v>17</c:v>
                      </c:pt>
                      <c:pt idx="17">
                        <c:v>18</c:v>
                      </c:pt>
                      <c:pt idx="18">
                        <c:v>19</c:v>
                      </c:pt>
                      <c:pt idx="19">
                        <c:v>20</c:v>
                      </c:pt>
                      <c:pt idx="20">
                        <c:v>21</c:v>
                      </c:pt>
                      <c:pt idx="21">
                        <c:v>22</c:v>
                      </c:pt>
                      <c:pt idx="22">
                        <c:v>23</c:v>
                      </c:pt>
                      <c:pt idx="23">
                        <c:v>24</c:v>
                      </c:pt>
                      <c:pt idx="24">
                        <c:v>25</c:v>
                      </c:pt>
                      <c:pt idx="25">
                        <c:v>26</c:v>
                      </c:pt>
                      <c:pt idx="26">
                        <c:v>27</c:v>
                      </c:pt>
                      <c:pt idx="27">
                        <c:v>28</c:v>
                      </c:pt>
                      <c:pt idx="28">
                        <c:v>29</c:v>
                      </c:pt>
                      <c:pt idx="29">
                        <c:v>30</c:v>
                      </c:pt>
                      <c:pt idx="30">
                        <c:v>31</c:v>
                      </c:pt>
                      <c:pt idx="31">
                        <c:v>32</c:v>
                      </c:pt>
                      <c:pt idx="32">
                        <c:v>33</c:v>
                      </c:pt>
                      <c:pt idx="33">
                        <c:v>34</c:v>
                      </c:pt>
                      <c:pt idx="34">
                        <c:v>35</c:v>
                      </c:pt>
                      <c:pt idx="35">
                        <c:v>36</c:v>
                      </c:pt>
                      <c:pt idx="36">
                        <c:v>37</c:v>
                      </c:pt>
                      <c:pt idx="37">
                        <c:v>38</c:v>
                      </c:pt>
                      <c:pt idx="38">
                        <c:v>39</c:v>
                      </c:pt>
                      <c:pt idx="39">
                        <c:v>40</c:v>
                      </c:pt>
                      <c:pt idx="40">
                        <c:v>41</c:v>
                      </c:pt>
                      <c:pt idx="41">
                        <c:v>42</c:v>
                      </c:pt>
                      <c:pt idx="42">
                        <c:v>43</c:v>
                      </c:pt>
                      <c:pt idx="43">
                        <c:v>44</c:v>
                      </c:pt>
                      <c:pt idx="44">
                        <c:v>45</c:v>
                      </c:pt>
                      <c:pt idx="45">
                        <c:v>46</c:v>
                      </c:pt>
                      <c:pt idx="46">
                        <c:v>47</c:v>
                      </c:pt>
                      <c:pt idx="47">
                        <c:v>48</c:v>
                      </c:pt>
                      <c:pt idx="48">
                        <c:v>49</c:v>
                      </c:pt>
                      <c:pt idx="49">
                        <c:v>50</c:v>
                      </c:pt>
                      <c:pt idx="50">
                        <c:v>51</c:v>
                      </c:pt>
                      <c:pt idx="51">
                        <c:v>52</c:v>
                      </c:pt>
                      <c:pt idx="52">
                        <c:v>53</c:v>
                      </c:pt>
                      <c:pt idx="53">
                        <c:v>54</c:v>
                      </c:pt>
                      <c:pt idx="54">
                        <c:v>55</c:v>
                      </c:pt>
                      <c:pt idx="55">
                        <c:v>56</c:v>
                      </c:pt>
                      <c:pt idx="56">
                        <c:v>57</c:v>
                      </c:pt>
                      <c:pt idx="57">
                        <c:v>58</c:v>
                      </c:pt>
                      <c:pt idx="58">
                        <c:v>59</c:v>
                      </c:pt>
                      <c:pt idx="59">
                        <c:v>60</c:v>
                      </c:pt>
                      <c:pt idx="60">
                        <c:v>61</c:v>
                      </c:pt>
                      <c:pt idx="61">
                        <c:v>62</c:v>
                      </c:pt>
                      <c:pt idx="62">
                        <c:v>63</c:v>
                      </c:pt>
                      <c:pt idx="63">
                        <c:v>64</c:v>
                      </c:pt>
                      <c:pt idx="64">
                        <c:v>65</c:v>
                      </c:pt>
                      <c:pt idx="65">
                        <c:v>66</c:v>
                      </c:pt>
                      <c:pt idx="66">
                        <c:v>67</c:v>
                      </c:pt>
                      <c:pt idx="67">
                        <c:v>68</c:v>
                      </c:pt>
                      <c:pt idx="68">
                        <c:v>69</c:v>
                      </c:pt>
                      <c:pt idx="69">
                        <c:v>70</c:v>
                      </c:pt>
                      <c:pt idx="70">
                        <c:v>71</c:v>
                      </c:pt>
                      <c:pt idx="71">
                        <c:v>72</c:v>
                      </c:pt>
                      <c:pt idx="72">
                        <c:v>73</c:v>
                      </c:pt>
                      <c:pt idx="73">
                        <c:v>74</c:v>
                      </c:pt>
                      <c:pt idx="74">
                        <c:v>75</c:v>
                      </c:pt>
                      <c:pt idx="75">
                        <c:v>76</c:v>
                      </c:pt>
                      <c:pt idx="76">
                        <c:v>77</c:v>
                      </c:pt>
                      <c:pt idx="77">
                        <c:v>78</c:v>
                      </c:pt>
                      <c:pt idx="78">
                        <c:v>79</c:v>
                      </c:pt>
                      <c:pt idx="79">
                        <c:v>80</c:v>
                      </c:pt>
                      <c:pt idx="80">
                        <c:v>81</c:v>
                      </c:pt>
                      <c:pt idx="81">
                        <c:v>82</c:v>
                      </c:pt>
                      <c:pt idx="82">
                        <c:v>83</c:v>
                      </c:pt>
                      <c:pt idx="83">
                        <c:v>84</c:v>
                      </c:pt>
                      <c:pt idx="84">
                        <c:v>85</c:v>
                      </c:pt>
                      <c:pt idx="85">
                        <c:v>86</c:v>
                      </c:pt>
                      <c:pt idx="86">
                        <c:v>87</c:v>
                      </c:pt>
                      <c:pt idx="87">
                        <c:v>88</c:v>
                      </c:pt>
                      <c:pt idx="88">
                        <c:v>89</c:v>
                      </c:pt>
                      <c:pt idx="89">
                        <c:v>90</c:v>
                      </c:pt>
                      <c:pt idx="90">
                        <c:v>91</c:v>
                      </c:pt>
                      <c:pt idx="91">
                        <c:v>92</c:v>
                      </c:pt>
                      <c:pt idx="92">
                        <c:v>93</c:v>
                      </c:pt>
                      <c:pt idx="93">
                        <c:v>94</c:v>
                      </c:pt>
                      <c:pt idx="94">
                        <c:v>95</c:v>
                      </c:pt>
                      <c:pt idx="95">
                        <c:v>96</c:v>
                      </c:pt>
                      <c:pt idx="96">
                        <c:v>97</c:v>
                      </c:pt>
                      <c:pt idx="97">
                        <c:v>98</c:v>
                      </c:pt>
                      <c:pt idx="98">
                        <c:v>99</c:v>
                      </c:pt>
                      <c:pt idx="99">
                        <c:v>100</c:v>
                      </c:pt>
                      <c:pt idx="100">
                        <c:v>101</c:v>
                      </c:pt>
                      <c:pt idx="101">
                        <c:v>102</c:v>
                      </c:pt>
                      <c:pt idx="102">
                        <c:v>103</c:v>
                      </c:pt>
                      <c:pt idx="103">
                        <c:v>104</c:v>
                      </c:pt>
                      <c:pt idx="104">
                        <c:v>105</c:v>
                      </c:pt>
                      <c:pt idx="105">
                        <c:v>106</c:v>
                      </c:pt>
                      <c:pt idx="106">
                        <c:v>107</c:v>
                      </c:pt>
                      <c:pt idx="107">
                        <c:v>108</c:v>
                      </c:pt>
                      <c:pt idx="108">
                        <c:v>109</c:v>
                      </c:pt>
                      <c:pt idx="109">
                        <c:v>110</c:v>
                      </c:pt>
                      <c:pt idx="110">
                        <c:v>111</c:v>
                      </c:pt>
                      <c:pt idx="111">
                        <c:v>112</c:v>
                      </c:pt>
                      <c:pt idx="112">
                        <c:v>113</c:v>
                      </c:pt>
                      <c:pt idx="113">
                        <c:v>114</c:v>
                      </c:pt>
                      <c:pt idx="114">
                        <c:v>115</c:v>
                      </c:pt>
                      <c:pt idx="115">
                        <c:v>116</c:v>
                      </c:pt>
                      <c:pt idx="116">
                        <c:v>117</c:v>
                      </c:pt>
                      <c:pt idx="117">
                        <c:v>118</c:v>
                      </c:pt>
                      <c:pt idx="118">
                        <c:v>119</c:v>
                      </c:pt>
                      <c:pt idx="119">
                        <c:v>120</c:v>
                      </c:pt>
                      <c:pt idx="120">
                        <c:v>121</c:v>
                      </c:pt>
                      <c:pt idx="121">
                        <c:v>122</c:v>
                      </c:pt>
                      <c:pt idx="122">
                        <c:v>123</c:v>
                      </c:pt>
                      <c:pt idx="123">
                        <c:v>124</c:v>
                      </c:pt>
                      <c:pt idx="124">
                        <c:v>125</c:v>
                      </c:pt>
                      <c:pt idx="125">
                        <c:v>126</c:v>
                      </c:pt>
                      <c:pt idx="126">
                        <c:v>127</c:v>
                      </c:pt>
                      <c:pt idx="127">
                        <c:v>128</c:v>
                      </c:pt>
                      <c:pt idx="128">
                        <c:v>129</c:v>
                      </c:pt>
                      <c:pt idx="129">
                        <c:v>130</c:v>
                      </c:pt>
                      <c:pt idx="130">
                        <c:v>131</c:v>
                      </c:pt>
                      <c:pt idx="131">
                        <c:v>132</c:v>
                      </c:pt>
                      <c:pt idx="132">
                        <c:v>133</c:v>
                      </c:pt>
                      <c:pt idx="133">
                        <c:v>134</c:v>
                      </c:pt>
                      <c:pt idx="134">
                        <c:v>135</c:v>
                      </c:pt>
                      <c:pt idx="135">
                        <c:v>136</c:v>
                      </c:pt>
                      <c:pt idx="136">
                        <c:v>137</c:v>
                      </c:pt>
                      <c:pt idx="137">
                        <c:v>138</c:v>
                      </c:pt>
                      <c:pt idx="138">
                        <c:v>139</c:v>
                      </c:pt>
                      <c:pt idx="139">
                        <c:v>140</c:v>
                      </c:pt>
                      <c:pt idx="140">
                        <c:v>141</c:v>
                      </c:pt>
                      <c:pt idx="141">
                        <c:v>142</c:v>
                      </c:pt>
                      <c:pt idx="142">
                        <c:v>143</c:v>
                      </c:pt>
                      <c:pt idx="143">
                        <c:v>144</c:v>
                      </c:pt>
                      <c:pt idx="144">
                        <c:v>145</c:v>
                      </c:pt>
                      <c:pt idx="145">
                        <c:v>146</c:v>
                      </c:pt>
                      <c:pt idx="146">
                        <c:v>147</c:v>
                      </c:pt>
                      <c:pt idx="147">
                        <c:v>148</c:v>
                      </c:pt>
                      <c:pt idx="148">
                        <c:v>149</c:v>
                      </c:pt>
                      <c:pt idx="149">
                        <c:v>150</c:v>
                      </c:pt>
                      <c:pt idx="150">
                        <c:v>151</c:v>
                      </c:pt>
                      <c:pt idx="151">
                        <c:v>152</c:v>
                      </c:pt>
                      <c:pt idx="152">
                        <c:v>153</c:v>
                      </c:pt>
                      <c:pt idx="153">
                        <c:v>154</c:v>
                      </c:pt>
                      <c:pt idx="154">
                        <c:v>155</c:v>
                      </c:pt>
                      <c:pt idx="155">
                        <c:v>156</c:v>
                      </c:pt>
                      <c:pt idx="156">
                        <c:v>157</c:v>
                      </c:pt>
                      <c:pt idx="157">
                        <c:v>158</c:v>
                      </c:pt>
                      <c:pt idx="158">
                        <c:v>159</c:v>
                      </c:pt>
                      <c:pt idx="159">
                        <c:v>160</c:v>
                      </c:pt>
                      <c:pt idx="160">
                        <c:v>161</c:v>
                      </c:pt>
                      <c:pt idx="161">
                        <c:v>162</c:v>
                      </c:pt>
                      <c:pt idx="162">
                        <c:v>163</c:v>
                      </c:pt>
                      <c:pt idx="163">
                        <c:v>164</c:v>
                      </c:pt>
                      <c:pt idx="164">
                        <c:v>165</c:v>
                      </c:pt>
                      <c:pt idx="165">
                        <c:v>166</c:v>
                      </c:pt>
                      <c:pt idx="166">
                        <c:v>167</c:v>
                      </c:pt>
                      <c:pt idx="167">
                        <c:v>168</c:v>
                      </c:pt>
                      <c:pt idx="168">
                        <c:v>169</c:v>
                      </c:pt>
                      <c:pt idx="169">
                        <c:v>170</c:v>
                      </c:pt>
                      <c:pt idx="170">
                        <c:v>171</c:v>
                      </c:pt>
                      <c:pt idx="171">
                        <c:v>172</c:v>
                      </c:pt>
                      <c:pt idx="172">
                        <c:v>173</c:v>
                      </c:pt>
                      <c:pt idx="173">
                        <c:v>174</c:v>
                      </c:pt>
                      <c:pt idx="174">
                        <c:v>175</c:v>
                      </c:pt>
                      <c:pt idx="175">
                        <c:v>176</c:v>
                      </c:pt>
                      <c:pt idx="176">
                        <c:v>177</c:v>
                      </c:pt>
                      <c:pt idx="177">
                        <c:v>178</c:v>
                      </c:pt>
                      <c:pt idx="178">
                        <c:v>179</c:v>
                      </c:pt>
                      <c:pt idx="179">
                        <c:v>180</c:v>
                      </c:pt>
                      <c:pt idx="180">
                        <c:v>181</c:v>
                      </c:pt>
                      <c:pt idx="181">
                        <c:v>182</c:v>
                      </c:pt>
                      <c:pt idx="182">
                        <c:v>183</c:v>
                      </c:pt>
                      <c:pt idx="183">
                        <c:v>184</c:v>
                      </c:pt>
                      <c:pt idx="184">
                        <c:v>185</c:v>
                      </c:pt>
                      <c:pt idx="185">
                        <c:v>186</c:v>
                      </c:pt>
                      <c:pt idx="186">
                        <c:v>187</c:v>
                      </c:pt>
                      <c:pt idx="187">
                        <c:v>188</c:v>
                      </c:pt>
                      <c:pt idx="188">
                        <c:v>189</c:v>
                      </c:pt>
                      <c:pt idx="189">
                        <c:v>190</c:v>
                      </c:pt>
                      <c:pt idx="190">
                        <c:v>191</c:v>
                      </c:pt>
                      <c:pt idx="191">
                        <c:v>192</c:v>
                      </c:pt>
                      <c:pt idx="192">
                        <c:v>193</c:v>
                      </c:pt>
                      <c:pt idx="193">
                        <c:v>194</c:v>
                      </c:pt>
                      <c:pt idx="194">
                        <c:v>195</c:v>
                      </c:pt>
                      <c:pt idx="195">
                        <c:v>196</c:v>
                      </c:pt>
                      <c:pt idx="196">
                        <c:v>197</c:v>
                      </c:pt>
                      <c:pt idx="197">
                        <c:v>198</c:v>
                      </c:pt>
                      <c:pt idx="198">
                        <c:v>199</c:v>
                      </c:pt>
                      <c:pt idx="199">
                        <c:v>200</c:v>
                      </c:pt>
                      <c:pt idx="200">
                        <c:v>201</c:v>
                      </c:pt>
                      <c:pt idx="201">
                        <c:v>202</c:v>
                      </c:pt>
                      <c:pt idx="202">
                        <c:v>203</c:v>
                      </c:pt>
                      <c:pt idx="203">
                        <c:v>204</c:v>
                      </c:pt>
                      <c:pt idx="204">
                        <c:v>205</c:v>
                      </c:pt>
                      <c:pt idx="205">
                        <c:v>206</c:v>
                      </c:pt>
                      <c:pt idx="206">
                        <c:v>207</c:v>
                      </c:pt>
                      <c:pt idx="207">
                        <c:v>208</c:v>
                      </c:pt>
                      <c:pt idx="208">
                        <c:v>209</c:v>
                      </c:pt>
                      <c:pt idx="209">
                        <c:v>210</c:v>
                      </c:pt>
                      <c:pt idx="210">
                        <c:v>211</c:v>
                      </c:pt>
                      <c:pt idx="211">
                        <c:v>212</c:v>
                      </c:pt>
                      <c:pt idx="212">
                        <c:v>213</c:v>
                      </c:pt>
                      <c:pt idx="213">
                        <c:v>214</c:v>
                      </c:pt>
                      <c:pt idx="214">
                        <c:v>215</c:v>
                      </c:pt>
                      <c:pt idx="215">
                        <c:v>216</c:v>
                      </c:pt>
                      <c:pt idx="216">
                        <c:v>217</c:v>
                      </c:pt>
                      <c:pt idx="217">
                        <c:v>218</c:v>
                      </c:pt>
                      <c:pt idx="218">
                        <c:v>219</c:v>
                      </c:pt>
                      <c:pt idx="219">
                        <c:v>220</c:v>
                      </c:pt>
                      <c:pt idx="220">
                        <c:v>221</c:v>
                      </c:pt>
                      <c:pt idx="221">
                        <c:v>222</c:v>
                      </c:pt>
                      <c:pt idx="222">
                        <c:v>223</c:v>
                      </c:pt>
                      <c:pt idx="223">
                        <c:v>224</c:v>
                      </c:pt>
                      <c:pt idx="224">
                        <c:v>225</c:v>
                      </c:pt>
                      <c:pt idx="225">
                        <c:v>226</c:v>
                      </c:pt>
                      <c:pt idx="226">
                        <c:v>227</c:v>
                      </c:pt>
                      <c:pt idx="227">
                        <c:v>228</c:v>
                      </c:pt>
                      <c:pt idx="228">
                        <c:v>229</c:v>
                      </c:pt>
                      <c:pt idx="229">
                        <c:v>230</c:v>
                      </c:pt>
                      <c:pt idx="230">
                        <c:v>231</c:v>
                      </c:pt>
                      <c:pt idx="231">
                        <c:v>232</c:v>
                      </c:pt>
                      <c:pt idx="232">
                        <c:v>233</c:v>
                      </c:pt>
                      <c:pt idx="233">
                        <c:v>234</c:v>
                      </c:pt>
                      <c:pt idx="234">
                        <c:v>235</c:v>
                      </c:pt>
                      <c:pt idx="235">
                        <c:v>236</c:v>
                      </c:pt>
                      <c:pt idx="236">
                        <c:v>237</c:v>
                      </c:pt>
                      <c:pt idx="237">
                        <c:v>238</c:v>
                      </c:pt>
                      <c:pt idx="238">
                        <c:v>239</c:v>
                      </c:pt>
                      <c:pt idx="239">
                        <c:v>240</c:v>
                      </c:pt>
                      <c:pt idx="240">
                        <c:v>241</c:v>
                      </c:pt>
                      <c:pt idx="241">
                        <c:v>242</c:v>
                      </c:pt>
                      <c:pt idx="242">
                        <c:v>243</c:v>
                      </c:pt>
                      <c:pt idx="243">
                        <c:v>244</c:v>
                      </c:pt>
                      <c:pt idx="244">
                        <c:v>245</c:v>
                      </c:pt>
                      <c:pt idx="245">
                        <c:v>246</c:v>
                      </c:pt>
                      <c:pt idx="246">
                        <c:v>247</c:v>
                      </c:pt>
                      <c:pt idx="247">
                        <c:v>248</c:v>
                      </c:pt>
                      <c:pt idx="248">
                        <c:v>249</c:v>
                      </c:pt>
                      <c:pt idx="249">
                        <c:v>250</c:v>
                      </c:pt>
                      <c:pt idx="250">
                        <c:v>251</c:v>
                      </c:pt>
                      <c:pt idx="251">
                        <c:v>252</c:v>
                      </c:pt>
                      <c:pt idx="252">
                        <c:v>253</c:v>
                      </c:pt>
                      <c:pt idx="253">
                        <c:v>254</c:v>
                      </c:pt>
                      <c:pt idx="254">
                        <c:v>255</c:v>
                      </c:pt>
                      <c:pt idx="255">
                        <c:v>256</c:v>
                      </c:pt>
                      <c:pt idx="256">
                        <c:v>257</c:v>
                      </c:pt>
                      <c:pt idx="257">
                        <c:v>258</c:v>
                      </c:pt>
                      <c:pt idx="258">
                        <c:v>259</c:v>
                      </c:pt>
                      <c:pt idx="259">
                        <c:v>260</c:v>
                      </c:pt>
                      <c:pt idx="260">
                        <c:v>261</c:v>
                      </c:pt>
                      <c:pt idx="261">
                        <c:v>262</c:v>
                      </c:pt>
                      <c:pt idx="262">
                        <c:v>263</c:v>
                      </c:pt>
                      <c:pt idx="263">
                        <c:v>264</c:v>
                      </c:pt>
                      <c:pt idx="264">
                        <c:v>265</c:v>
                      </c:pt>
                      <c:pt idx="265">
                        <c:v>266</c:v>
                      </c:pt>
                      <c:pt idx="266">
                        <c:v>267</c:v>
                      </c:pt>
                      <c:pt idx="267">
                        <c:v>268</c:v>
                      </c:pt>
                      <c:pt idx="268">
                        <c:v>269</c:v>
                      </c:pt>
                      <c:pt idx="269">
                        <c:v>270</c:v>
                      </c:pt>
                      <c:pt idx="270">
                        <c:v>271</c:v>
                      </c:pt>
                      <c:pt idx="271">
                        <c:v>272</c:v>
                      </c:pt>
                      <c:pt idx="272">
                        <c:v>273</c:v>
                      </c:pt>
                      <c:pt idx="273">
                        <c:v>274</c:v>
                      </c:pt>
                      <c:pt idx="274">
                        <c:v>275</c:v>
                      </c:pt>
                      <c:pt idx="275">
                        <c:v>276</c:v>
                      </c:pt>
                      <c:pt idx="276">
                        <c:v>277</c:v>
                      </c:pt>
                      <c:pt idx="277">
                        <c:v>278</c:v>
                      </c:pt>
                      <c:pt idx="278">
                        <c:v>279</c:v>
                      </c:pt>
                      <c:pt idx="279">
                        <c:v>280</c:v>
                      </c:pt>
                      <c:pt idx="280">
                        <c:v>281</c:v>
                      </c:pt>
                      <c:pt idx="281">
                        <c:v>282</c:v>
                      </c:pt>
                      <c:pt idx="282">
                        <c:v>283</c:v>
                      </c:pt>
                      <c:pt idx="283">
                        <c:v>284</c:v>
                      </c:pt>
                      <c:pt idx="284">
                        <c:v>285</c:v>
                      </c:pt>
                      <c:pt idx="285">
                        <c:v>286</c:v>
                      </c:pt>
                      <c:pt idx="286">
                        <c:v>287</c:v>
                      </c:pt>
                      <c:pt idx="287">
                        <c:v>288</c:v>
                      </c:pt>
                      <c:pt idx="288">
                        <c:v>289</c:v>
                      </c:pt>
                      <c:pt idx="289">
                        <c:v>290</c:v>
                      </c:pt>
                      <c:pt idx="290">
                        <c:v>291</c:v>
                      </c:pt>
                      <c:pt idx="291">
                        <c:v>292</c:v>
                      </c:pt>
                      <c:pt idx="292">
                        <c:v>293</c:v>
                      </c:pt>
                      <c:pt idx="293">
                        <c:v>294</c:v>
                      </c:pt>
                      <c:pt idx="294">
                        <c:v>295</c:v>
                      </c:pt>
                      <c:pt idx="295">
                        <c:v>296</c:v>
                      </c:pt>
                      <c:pt idx="296">
                        <c:v>297</c:v>
                      </c:pt>
                      <c:pt idx="297">
                        <c:v>298</c:v>
                      </c:pt>
                      <c:pt idx="298">
                        <c:v>299</c:v>
                      </c:pt>
                      <c:pt idx="299">
                        <c:v>300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Sheet1!$D$2:$D$301</c15:sqref>
                        </c15:formulaRef>
                      </c:ext>
                    </c:extLst>
                    <c:numCache>
                      <c:formatCode>General</c:formatCode>
                      <c:ptCount val="300"/>
                      <c:pt idx="0">
                        <c:v>1.1876206725048899</c:v>
                      </c:pt>
                      <c:pt idx="1">
                        <c:v>1.12355171709951</c:v>
                      </c:pt>
                      <c:pt idx="2">
                        <c:v>1.06238046344089</c:v>
                      </c:pt>
                      <c:pt idx="3">
                        <c:v>1.0044946318169901</c:v>
                      </c:pt>
                      <c:pt idx="4">
                        <c:v>0.94795121647202296</c:v>
                      </c:pt>
                      <c:pt idx="5">
                        <c:v>0.88925222850734698</c:v>
                      </c:pt>
                      <c:pt idx="6">
                        <c:v>0.824269498596513</c:v>
                      </c:pt>
                      <c:pt idx="7">
                        <c:v>0.75289330717282699</c:v>
                      </c:pt>
                      <c:pt idx="8">
                        <c:v>0.68219672901960404</c:v>
                      </c:pt>
                      <c:pt idx="9">
                        <c:v>0.62141697880726998</c:v>
                      </c:pt>
                      <c:pt idx="10">
                        <c:v>0.57437845907089902</c:v>
                      </c:pt>
                      <c:pt idx="11">
                        <c:v>0.53881638531727205</c:v>
                      </c:pt>
                      <c:pt idx="12">
                        <c:v>0.51094319719883696</c:v>
                      </c:pt>
                      <c:pt idx="13">
                        <c:v>0.48860268677032098</c:v>
                      </c:pt>
                      <c:pt idx="14">
                        <c:v>0.47103353888817701</c:v>
                      </c:pt>
                      <c:pt idx="15">
                        <c:v>0.45755016419614303</c:v>
                      </c:pt>
                      <c:pt idx="16">
                        <c:v>0.44719908338221798</c:v>
                      </c:pt>
                      <c:pt idx="17">
                        <c:v>0.43901917711159</c:v>
                      </c:pt>
                      <c:pt idx="18">
                        <c:v>0.43224790185529699</c:v>
                      </c:pt>
                      <c:pt idx="19">
                        <c:v>0.42637721428696401</c:v>
                      </c:pt>
                      <c:pt idx="20">
                        <c:v>0.42111197980006299</c:v>
                      </c:pt>
                      <c:pt idx="21">
                        <c:v>0.41629745376696897</c:v>
                      </c:pt>
                      <c:pt idx="22">
                        <c:v>0.41185677083583799</c:v>
                      </c:pt>
                      <c:pt idx="23">
                        <c:v>0.40774986335511898</c:v>
                      </c:pt>
                      <c:pt idx="24">
                        <c:v>0.40395156370539398</c:v>
                      </c:pt>
                      <c:pt idx="25">
                        <c:v>0.40044208496196598</c:v>
                      </c:pt>
                      <c:pt idx="26">
                        <c:v>0.39720211755940799</c:v>
                      </c:pt>
                      <c:pt idx="27">
                        <c:v>0.39420725485832497</c:v>
                      </c:pt>
                      <c:pt idx="28">
                        <c:v>0.39142204327470798</c:v>
                      </c:pt>
                      <c:pt idx="29">
                        <c:v>0.38880047623930097</c:v>
                      </c:pt>
                      <c:pt idx="30">
                        <c:v>0.38630343655045501</c:v>
                      </c:pt>
                      <c:pt idx="31">
                        <c:v>0.38392607570017501</c:v>
                      </c:pt>
                      <c:pt idx="32">
                        <c:v>0.38168244109932298</c:v>
                      </c:pt>
                      <c:pt idx="33">
                        <c:v>0.37955195141151898</c:v>
                      </c:pt>
                      <c:pt idx="34">
                        <c:v>0.37750386515253198</c:v>
                      </c:pt>
                      <c:pt idx="35">
                        <c:v>0.37555540568981499</c:v>
                      </c:pt>
                      <c:pt idx="36">
                        <c:v>0.373729743416299</c:v>
                      </c:pt>
                      <c:pt idx="37">
                        <c:v>0.37199891231010801</c:v>
                      </c:pt>
                      <c:pt idx="38">
                        <c:v>0.37031399807612903</c:v>
                      </c:pt>
                      <c:pt idx="39">
                        <c:v>0.36863918441507099</c:v>
                      </c:pt>
                      <c:pt idx="40">
                        <c:v>0.36695407888385501</c:v>
                      </c:pt>
                      <c:pt idx="41">
                        <c:v>0.36524751317979498</c:v>
                      </c:pt>
                      <c:pt idx="42">
                        <c:v>0.363512903328784</c:v>
                      </c:pt>
                      <c:pt idx="43">
                        <c:v>0.36174548488278602</c:v>
                      </c:pt>
                      <c:pt idx="44">
                        <c:v>0.35994052924457298</c:v>
                      </c:pt>
                      <c:pt idx="45">
                        <c:v>0.35809203822420499</c:v>
                      </c:pt>
                      <c:pt idx="46">
                        <c:v>0.35619172885803002</c:v>
                      </c:pt>
                      <c:pt idx="47">
                        <c:v>0.35422825682956999</c:v>
                      </c:pt>
                      <c:pt idx="48">
                        <c:v>0.35218666516743802</c:v>
                      </c:pt>
                      <c:pt idx="49">
                        <c:v>0.35004806486422901</c:v>
                      </c:pt>
                      <c:pt idx="50">
                        <c:v>0.34778962860898299</c:v>
                      </c:pt>
                      <c:pt idx="51">
                        <c:v>0.34538517442237598</c:v>
                      </c:pt>
                      <c:pt idx="52">
                        <c:v>0.34280699353358102</c:v>
                      </c:pt>
                      <c:pt idx="53">
                        <c:v>0.34003016868764502</c:v>
                      </c:pt>
                      <c:pt idx="54">
                        <c:v>0.33704118448314702</c:v>
                      </c:pt>
                      <c:pt idx="55">
                        <c:v>0.33385155161261598</c:v>
                      </c:pt>
                      <c:pt idx="56">
                        <c:v>0.33051061662387299</c:v>
                      </c:pt>
                      <c:pt idx="57">
                        <c:v>0.327101581361875</c:v>
                      </c:pt>
                      <c:pt idx="58">
                        <c:v>0.323713769688876</c:v>
                      </c:pt>
                      <c:pt idx="59">
                        <c:v>0.320419420092729</c:v>
                      </c:pt>
                      <c:pt idx="60">
                        <c:v>0.317279737998171</c:v>
                      </c:pt>
                      <c:pt idx="61">
                        <c:v>0.31435037359484302</c:v>
                      </c:pt>
                      <c:pt idx="62">
                        <c:v>0.31166152322691998</c:v>
                      </c:pt>
                      <c:pt idx="63">
                        <c:v>0.30920248710675702</c:v>
                      </c:pt>
                      <c:pt idx="64">
                        <c:v>0.30693341992857398</c:v>
                      </c:pt>
                      <c:pt idx="65">
                        <c:v>0.30480859265652699</c:v>
                      </c:pt>
                      <c:pt idx="66">
                        <c:v>0.30279140712174701</c:v>
                      </c:pt>
                      <c:pt idx="67">
                        <c:v>0.30085787611673898</c:v>
                      </c:pt>
                      <c:pt idx="68">
                        <c:v>0.29899453346417698</c:v>
                      </c:pt>
                      <c:pt idx="69">
                        <c:v>0.29719520501430702</c:v>
                      </c:pt>
                      <c:pt idx="70">
                        <c:v>0.29545742767156902</c:v>
                      </c:pt>
                      <c:pt idx="71">
                        <c:v>0.29377863303285601</c:v>
                      </c:pt>
                      <c:pt idx="72">
                        <c:v>0.29215325126696401</c:v>
                      </c:pt>
                      <c:pt idx="73">
                        <c:v>0.29057194494321098</c:v>
                      </c:pt>
                      <c:pt idx="74">
                        <c:v>0.28902290051435398</c:v>
                      </c:pt>
                      <c:pt idx="75">
                        <c:v>0.287494016567171</c:v>
                      </c:pt>
                      <c:pt idx="76">
                        <c:v>0.28597485333210598</c:v>
                      </c:pt>
                      <c:pt idx="77">
                        <c:v>0.28445785342698998</c:v>
                      </c:pt>
                      <c:pt idx="78">
                        <c:v>0.282938843402056</c:v>
                      </c:pt>
                      <c:pt idx="79">
                        <c:v>0.28141696465712002</c:v>
                      </c:pt>
                      <c:pt idx="80">
                        <c:v>0.27989413884011899</c:v>
                      </c:pt>
                      <c:pt idx="81">
                        <c:v>0.278374151800934</c:v>
                      </c:pt>
                      <c:pt idx="82">
                        <c:v>0.27686151523806002</c:v>
                      </c:pt>
                      <c:pt idx="83">
                        <c:v>0.27536037351821901</c:v>
                      </c:pt>
                      <c:pt idx="84">
                        <c:v>0.273873743251763</c:v>
                      </c:pt>
                      <c:pt idx="85">
                        <c:v>0.27240324843549002</c:v>
                      </c:pt>
                      <c:pt idx="86">
                        <c:v>0.27094931953950901</c:v>
                      </c:pt>
                      <c:pt idx="87">
                        <c:v>0.26951169832584998</c:v>
                      </c:pt>
                      <c:pt idx="88">
                        <c:v>0.268090099325968</c:v>
                      </c:pt>
                      <c:pt idx="89">
                        <c:v>0.26668496280686999</c:v>
                      </c:pt>
                      <c:pt idx="90">
                        <c:v>0.26529824569855098</c:v>
                      </c:pt>
                      <c:pt idx="91">
                        <c:v>0.26393401347526202</c:v>
                      </c:pt>
                      <c:pt idx="92">
                        <c:v>0.26259830142386498</c:v>
                      </c:pt>
                      <c:pt idx="93">
                        <c:v>0.26129774384187698</c:v>
                      </c:pt>
                      <c:pt idx="94">
                        <c:v>0.26003725643451198</c:v>
                      </c:pt>
                      <c:pt idx="95">
                        <c:v>0.25881809012853801</c:v>
                      </c:pt>
                      <c:pt idx="96">
                        <c:v>0.25763751475615398</c:v>
                      </c:pt>
                      <c:pt idx="97">
                        <c:v>0.25649008071632801</c:v>
                      </c:pt>
                      <c:pt idx="98">
                        <c:v>0.25536938000117498</c:v>
                      </c:pt>
                      <c:pt idx="99">
                        <c:v>0.25426938183012299</c:v>
                      </c:pt>
                      <c:pt idx="100">
                        <c:v>0.25318509607342898</c:v>
                      </c:pt>
                      <c:pt idx="101">
                        <c:v>0.25211274492146102</c:v>
                      </c:pt>
                      <c:pt idx="102">
                        <c:v>0.25104969669020599</c:v>
                      </c:pt>
                      <c:pt idx="103">
                        <c:v>0.24999433617551201</c:v>
                      </c:pt>
                      <c:pt idx="104">
                        <c:v>0.24894595517083401</c:v>
                      </c:pt>
                      <c:pt idx="105">
                        <c:v>0.24790468304608501</c:v>
                      </c:pt>
                      <c:pt idx="106">
                        <c:v>0.246871435585724</c:v>
                      </c:pt>
                      <c:pt idx="107">
                        <c:v>0.24584783356361101</c:v>
                      </c:pt>
                      <c:pt idx="108">
                        <c:v>0.244836036215789</c:v>
                      </c:pt>
                      <c:pt idx="109">
                        <c:v>0.24383846208569901</c:v>
                      </c:pt>
                      <c:pt idx="110">
                        <c:v>0.24285743102337501</c:v>
                      </c:pt>
                      <c:pt idx="111">
                        <c:v>0.24189482416163399</c:v>
                      </c:pt>
                      <c:pt idx="112">
                        <c:v>0.240951872296578</c:v>
                      </c:pt>
                      <c:pt idx="113">
                        <c:v>0.24002912690089501</c:v>
                      </c:pt>
                      <c:pt idx="114">
                        <c:v>0.23912658123700001</c:v>
                      </c:pt>
                      <c:pt idx="115">
                        <c:v>0.23824385383914601</c:v>
                      </c:pt>
                      <c:pt idx="116">
                        <c:v>0.23738034975198599</c:v>
                      </c:pt>
                      <c:pt idx="117">
                        <c:v>0.23653535630348299</c:v>
                      </c:pt>
                      <c:pt idx="118">
                        <c:v>0.23570807495174001</c:v>
                      </c:pt>
                      <c:pt idx="119">
                        <c:v>0.234897617165434</c:v>
                      </c:pt>
                      <c:pt idx="120">
                        <c:v>0.234102996552283</c:v>
                      </c:pt>
                      <c:pt idx="121">
                        <c:v>0.233323138441769</c:v>
                      </c:pt>
                      <c:pt idx="122">
                        <c:v>0.232556912101923</c:v>
                      </c:pt>
                      <c:pt idx="123">
                        <c:v>0.23180317822020099</c:v>
                      </c:pt>
                      <c:pt idx="124">
                        <c:v>0.231060839119132</c:v>
                      </c:pt>
                      <c:pt idx="125">
                        <c:v>0.23032888066509299</c:v>
                      </c:pt>
                      <c:pt idx="126">
                        <c:v>0.22960639971893501</c:v>
                      </c:pt>
                      <c:pt idx="127">
                        <c:v>0.228892616060558</c:v>
                      </c:pt>
                      <c:pt idx="128">
                        <c:v>0.22818687120067799</c:v>
                      </c:pt>
                      <c:pt idx="129">
                        <c:v>0.22748861802617801</c:v>
                      </c:pt>
                      <c:pt idx="130">
                        <c:v>0.226797405287159</c:v>
                      </c:pt>
                      <c:pt idx="131">
                        <c:v>0.22611286020326299</c:v>
                      </c:pt>
                      <c:pt idx="132">
                        <c:v>0.225434671487133</c:v>
                      </c:pt>
                      <c:pt idx="133">
                        <c:v>0.224762574171675</c:v>
                      </c:pt>
                      <c:pt idx="134">
                        <c:v>0.22409633691785899</c:v>
                      </c:pt>
                      <c:pt idx="135">
                        <c:v>0.223435751991029</c:v>
                      </c:pt>
                      <c:pt idx="136">
                        <c:v>0.222780627793258</c:v>
                      </c:pt>
                      <c:pt idx="137">
                        <c:v>0.222130783678684</c:v>
                      </c:pt>
                      <c:pt idx="138">
                        <c:v>0.22148604671203401</c:v>
                      </c:pt>
                      <c:pt idx="139">
                        <c:v>0.220846250021309</c:v>
                      </c:pt>
                      <c:pt idx="140">
                        <c:v>0.22021123241735499</c:v>
                      </c:pt>
                      <c:pt idx="141">
                        <c:v>0.21958083898814701</c:v>
                      </c:pt>
                      <c:pt idx="142">
                        <c:v>0.21895492241279599</c:v>
                      </c:pt>
                      <c:pt idx="143">
                        <c:v>0.218333344772774</c:v>
                      </c:pt>
                      <c:pt idx="144">
                        <c:v>0.217715979661989</c:v>
                      </c:pt>
                      <c:pt idx="145">
                        <c:v>0.217102714411568</c:v>
                      </c:pt>
                      <c:pt idx="146">
                        <c:v>0.21649345224946001</c:v>
                      </c:pt>
                      <c:pt idx="147">
                        <c:v>0.21588811421093099</c:v>
                      </c:pt>
                      <c:pt idx="148">
                        <c:v>0.21528664060709299</c:v>
                      </c:pt>
                      <c:pt idx="149">
                        <c:v>0.21468899185068099</c:v>
                      </c:pt>
                      <c:pt idx="150">
                        <c:v>0.21409514843987301</c:v>
                      </c:pt>
                      <c:pt idx="151">
                        <c:v>0.21350510992292299</c:v>
                      </c:pt>
                      <c:pt idx="152">
                        <c:v>0.21291889272</c:v>
                      </c:pt>
                      <c:pt idx="153">
                        <c:v>0.21233652677173401</c:v>
                      </c:pt>
                      <c:pt idx="154">
                        <c:v>0.21175805111586801</c:v>
                      </c:pt>
                      <c:pt idx="155">
                        <c:v>0.211183508649567</c:v>
                      </c:pt>
                      <c:pt idx="156">
                        <c:v>0.21061294048615201</c:v>
                      </c:pt>
                      <c:pt idx="157">
                        <c:v>0.21004638042235699</c:v>
                      </c:pt>
                      <c:pt idx="158">
                        <c:v>0.209483850059454</c:v>
                      </c:pt>
                      <c:pt idx="159">
                        <c:v>0.20892535505012699</c:v>
                      </c:pt>
                      <c:pt idx="160">
                        <c:v>0.208370882782489</c:v>
                      </c:pt>
                      <c:pt idx="161">
                        <c:v>0.20782040159992499</c:v>
                      </c:pt>
                      <c:pt idx="162">
                        <c:v>0.20727386144232199</c:v>
                      </c:pt>
                      <c:pt idx="163">
                        <c:v>0.20673119562855799</c:v>
                      </c:pt>
                      <c:pt idx="164">
                        <c:v>0.20619232341041299</c:v>
                      </c:pt>
                      <c:pt idx="165">
                        <c:v>0.205657152918192</c:v>
                      </c:pt>
                      <c:pt idx="166">
                        <c:v>0.205125584171162</c:v>
                      </c:pt>
                      <c:pt idx="167">
                        <c:v>0.20459751191409201</c:v>
                      </c:pt>
                      <c:pt idx="168">
                        <c:v>0.204072828137083</c:v>
                      </c:pt>
                      <c:pt idx="169">
                        <c:v>0.20355142421885999</c:v>
                      </c:pt>
                      <c:pt idx="170">
                        <c:v>0.20303319269296699</c:v>
                      </c:pt>
                      <c:pt idx="171">
                        <c:v>0.20251802866956001</c:v>
                      </c:pt>
                      <c:pt idx="172">
                        <c:v>0.202005830957217</c:v>
                      </c:pt>
                      <c:pt idx="173">
                        <c:v>0.20149650292642099</c:v>
                      </c:pt>
                      <c:pt idx="174">
                        <c:v>0.200989953146849</c:v>
                      </c:pt>
                      <c:pt idx="175">
                        <c:v>0.20048609582020399</c:v>
                      </c:pt>
                      <c:pt idx="176">
                        <c:v>0.19998485102288199</c:v>
                      </c:pt>
                      <c:pt idx="177">
                        <c:v>0.19948614476954901</c:v>
                      </c:pt>
                      <c:pt idx="178">
                        <c:v>0.19898990890953999</c:v>
                      </c:pt>
                      <c:pt idx="179">
                        <c:v>0.198496080871535</c:v>
                      </c:pt>
                      <c:pt idx="180">
                        <c:v>0.198004603276974</c:v>
                      </c:pt>
                      <c:pt idx="181">
                        <c:v>0.19751542344772599</c:v>
                      </c:pt>
                      <c:pt idx="182">
                        <c:v>0.19702849283816401</c:v>
                      </c:pt>
                      <c:pt idx="183">
                        <c:v>0.19654376642551799</c:v>
                      </c:pt>
                      <c:pt idx="184">
                        <c:v>0.19606120209543301</c:v>
                      </c:pt>
                      <c:pt idx="185">
                        <c:v>0.195580760062144</c:v>
                      </c:pt>
                      <c:pt idx="186">
                        <c:v>0.19510240236489601</c:v>
                      </c:pt>
                      <c:pt idx="187">
                        <c:v>0.19462609248403401</c:v>
                      </c:pt>
                      <c:pt idx="188">
                        <c:v>0.19415179512133801</c:v>
                      </c:pt>
                      <c:pt idx="189">
                        <c:v>0.19367947618888401</c:v>
                      </c:pt>
                      <c:pt idx="190">
                        <c:v>0.19320910304768099</c:v>
                      </c:pt>
                      <c:pt idx="191">
                        <c:v>0.192740645030094</c:v>
                      </c:pt>
                      <c:pt idx="192">
                        <c:v>0.19227407426655099</c:v>
                      </c:pt>
                      <c:pt idx="193">
                        <c:v>0.191809366815618</c:v>
                      </c:pt>
                      <c:pt idx="194">
                        <c:v>0.191346504065908</c:v>
                      </c:pt>
                      <c:pt idx="195">
                        <c:v>0.19088547433880401</c:v>
                      </c:pt>
                      <c:pt idx="196">
                        <c:v>0.19042627457501499</c:v>
                      </c:pt>
                      <c:pt idx="197">
                        <c:v>0.189968911940747</c:v>
                      </c:pt>
                      <c:pt idx="198">
                        <c:v>0.18951340514873499</c:v>
                      </c:pt>
                      <c:pt idx="199">
                        <c:v>0.18905978526519199</c:v>
                      </c:pt>
                      <c:pt idx="200">
                        <c:v>0.18860809577551901</c:v>
                      </c:pt>
                      <c:pt idx="201">
                        <c:v>0.188158391716924</c:v>
                      </c:pt>
                      <c:pt idx="202">
                        <c:v>0.18771073775854499</c:v>
                      </c:pt>
                      <c:pt idx="203">
                        <c:v>0.18726520521849899</c:v>
                      </c:pt>
                      <c:pt idx="204">
                        <c:v>0.186821868145784</c:v>
                      </c:pt>
                      <c:pt idx="205">
                        <c:v>0.18638079874875399</c:v>
                      </c:pt>
                      <c:pt idx="206">
                        <c:v>0.18594206259544499</c:v>
                      </c:pt>
                      <c:pt idx="207">
                        <c:v>0.18550571410875599</c:v>
                      </c:pt>
                      <c:pt idx="208">
                        <c:v>0.18507179289383799</c:v>
                      </c:pt>
                      <c:pt idx="209">
                        <c:v>0.184640321343334</c:v>
                      </c:pt>
                      <c:pt idx="210">
                        <c:v>0.18421130377671199</c:v>
                      </c:pt>
                      <c:pt idx="211">
                        <c:v>0.18378472712586399</c:v>
                      </c:pt>
                      <c:pt idx="212">
                        <c:v>0.18336056294370701</c:v>
                      </c:pt>
                      <c:pt idx="213">
                        <c:v>0.18293877034393</c:v>
                      </c:pt>
                      <c:pt idx="214">
                        <c:v>0.182519299409374</c:v>
                      </c:pt>
                      <c:pt idx="215">
                        <c:v>0.182102094631267</c:v>
                      </c:pt>
                      <c:pt idx="216">
                        <c:v>0.18168709803390501</c:v>
                      </c:pt>
                      <c:pt idx="217">
                        <c:v>0.181274251762402</c:v>
                      </c:pt>
                      <c:pt idx="218">
                        <c:v>0.180863500032307</c:v>
                      </c:pt>
                      <c:pt idx="219">
                        <c:v>0.18045479043858101</c:v>
                      </c:pt>
                      <c:pt idx="220">
                        <c:v>0.180048074689208</c:v>
                      </c:pt>
                      <c:pt idx="221">
                        <c:v>0.179643308866345</c:v>
                      </c:pt>
                      <c:pt idx="222">
                        <c:v>0.179240453331171</c:v>
                      </c:pt>
                      <c:pt idx="223">
                        <c:v>0.17883947238477699</c:v>
                      </c:pt>
                      <c:pt idx="224">
                        <c:v>0.17844033378351201</c:v>
                      </c:pt>
                      <c:pt idx="225">
                        <c:v>0.17804300818848801</c:v>
                      </c:pt>
                      <c:pt idx="226">
                        <c:v>0.17764746860936201</c:v>
                      </c:pt>
                      <c:pt idx="227">
                        <c:v>0.177253689884247</c:v>
                      </c:pt>
                      <c:pt idx="228">
                        <c:v>0.17686164822197001</c:v>
                      </c:pt>
                      <c:pt idx="229">
                        <c:v>0.17647132082032099</c:v>
                      </c:pt>
                      <c:pt idx="230">
                        <c:v>0.17608268556439399</c:v>
                      </c:pt>
                      <c:pt idx="231">
                        <c:v>0.175695720802304</c:v>
                      </c:pt>
                      <c:pt idx="232">
                        <c:v>0.175310405191094</c:v>
                      </c:pt>
                      <c:pt idx="233">
                        <c:v>0.174926717603063</c:v>
                      </c:pt>
                      <c:pt idx="234">
                        <c:v>0.174544637081572</c:v>
                      </c:pt>
                      <c:pt idx="235">
                        <c:v>0.17416414283530601</c:v>
                      </c:pt>
                      <c:pt idx="236">
                        <c:v>0.17378521426062399</c:v>
                      </c:pt>
                      <c:pt idx="237">
                        <c:v>0.17340783098269399</c:v>
                      </c:pt>
                      <c:pt idx="238">
                        <c:v>0.17303197290752001</c:v>
                      </c:pt>
                      <c:pt idx="239">
                        <c:v>0.17265762027836901</c:v>
                      </c:pt>
                      <c:pt idx="240">
                        <c:v>0.17228475373155999</c:v>
                      </c:pt>
                      <c:pt idx="241">
                        <c:v>0.17191335434788799</c:v>
                      </c:pt>
                      <c:pt idx="242">
                        <c:v>0.17154340369714399</c:v>
                      </c:pt>
                      <c:pt idx="243">
                        <c:v>0.17117488387418001</c:v>
                      </c:pt>
                      <c:pt idx="244">
                        <c:v>0.170807777525808</c:v>
                      </c:pt>
                      <c:pt idx="245">
                        <c:v>0.17044206786845301</c:v>
                      </c:pt>
                      <c:pt idx="246">
                        <c:v>0.170077738696985</c:v>
                      </c:pt>
                      <c:pt idx="247">
                        <c:v>0.169714774385467</c:v>
                      </c:pt>
                      <c:pt idx="248">
                        <c:v>0.16935315988081501</c:v>
                      </c:pt>
                      <c:pt idx="249">
                        <c:v>0.16899288069044799</c:v>
                      </c:pt>
                      <c:pt idx="250">
                        <c:v>0.16863392286507201</c:v>
                      </c:pt>
                      <c:pt idx="251">
                        <c:v>0.16827627297769299</c:v>
                      </c:pt>
                      <c:pt idx="252">
                        <c:v>0.167919918099906</c:v>
                      </c:pt>
                      <c:pt idx="253">
                        <c:v>0.16756484577640601</c:v>
                      </c:pt>
                      <c:pt idx="254">
                        <c:v>0.16721104399853001</c:v>
                      </c:pt>
                      <c:pt idx="255">
                        <c:v>0.166858501177547</c:v>
                      </c:pt>
                      <c:pt idx="256">
                        <c:v>0.166507206118265</c:v>
                      </c:pt>
                      <c:pt idx="257">
                        <c:v>0.16615714799340101</c:v>
                      </c:pt>
                      <c:pt idx="258">
                        <c:v>0.16580831631907</c:v>
                      </c:pt>
                      <c:pt idx="259">
                        <c:v>0.16546070093163401</c:v>
                      </c:pt>
                      <c:pt idx="260">
                        <c:v>0.165114291966062</c:v>
                      </c:pt>
                      <c:pt idx="261">
                        <c:v>0.16476907983588701</c:v>
                      </c:pt>
                      <c:pt idx="262">
                        <c:v>0.164425055214792</c:v>
                      </c:pt>
                      <c:pt idx="263">
                        <c:v>0.16408220901978399</c:v>
                      </c:pt>
                      <c:pt idx="264">
                        <c:v>0.16374053239591399</c:v>
                      </c:pt>
                      <c:pt idx="265">
                        <c:v>0.163400016702441</c:v>
                      </c:pt>
                      <c:pt idx="266">
                        <c:v>0.16306065350034399</c:v>
                      </c:pt>
                      <c:pt idx="267">
                        <c:v>0.162722434541065</c:v>
                      </c:pt>
                      <c:pt idx="268">
                        <c:v>0.16238535175636101</c:v>
                      </c:pt>
                      <c:pt idx="269">
                        <c:v>0.16204939724915299</c:v>
                      </c:pt>
                      <c:pt idx="270">
                        <c:v>0.16171456328525</c:v>
                      </c:pt>
                      <c:pt idx="271">
                        <c:v>0.16138084228584801</c:v>
                      </c:pt>
                      <c:pt idx="272">
                        <c:v>0.161048226820696</c:v>
                      </c:pt>
                      <c:pt idx="273">
                        <c:v>0.160716709601844</c:v>
                      </c:pt>
                      <c:pt idx="274">
                        <c:v>0.16038628347789599</c:v>
                      </c:pt>
                      <c:pt idx="275">
                        <c:v>0.16005694142868401</c:v>
                      </c:pt>
                      <c:pt idx="276">
                        <c:v>0.159728676560321</c:v>
                      </c:pt>
                      <c:pt idx="277">
                        <c:v>0.15940148210056701</c:v>
                      </c:pt>
                      <c:pt idx="278">
                        <c:v>0.15907535139446299</c:v>
                      </c:pt>
                      <c:pt idx="279">
                        <c:v>0.15875027790021501</c:v>
                      </c:pt>
                      <c:pt idx="280">
                        <c:v>0.15842625518527301</c:v>
                      </c:pt>
                      <c:pt idx="281">
                        <c:v>0.15810327692259701</c:v>
                      </c:pt>
                      <c:pt idx="282">
                        <c:v>0.15778133688709101</c:v>
                      </c:pt>
                      <c:pt idx="283">
                        <c:v>0.15746042895218099</c:v>
                      </c:pt>
                      <c:pt idx="284">
                        <c:v>0.157140547086529</c:v>
                      </c:pt>
                      <c:pt idx="285">
                        <c:v>0.15682168535087801</c:v>
                      </c:pt>
                      <c:pt idx="286">
                        <c:v>0.15650383789501199</c:v>
                      </c:pt>
                      <c:pt idx="287">
                        <c:v>0.15618699895483201</c:v>
                      </c:pt>
                      <c:pt idx="288">
                        <c:v>0.15587116284954899</c:v>
                      </c:pt>
                      <c:pt idx="289">
                        <c:v>0.15555632397896901</c:v>
                      </c:pt>
                      <c:pt idx="290">
                        <c:v>0.15524247682089201</c:v>
                      </c:pt>
                      <c:pt idx="291">
                        <c:v>0.15492961592861099</c:v>
                      </c:pt>
                      <c:pt idx="292">
                        <c:v>0.154617735928504</c:v>
                      </c:pt>
                      <c:pt idx="293">
                        <c:v>0.15430683151772601</c:v>
                      </c:pt>
                      <c:pt idx="294">
                        <c:v>0.15399689746199399</c:v>
                      </c:pt>
                      <c:pt idx="295">
                        <c:v>0.153687928593463</c:v>
                      </c:pt>
                      <c:pt idx="296">
                        <c:v>0.15337991980868701</c:v>
                      </c:pt>
                      <c:pt idx="297">
                        <c:v>0.153072866066676</c:v>
                      </c:pt>
                      <c:pt idx="298">
                        <c:v>0.152766762387022</c:v>
                      </c:pt>
                      <c:pt idx="299">
                        <c:v>0.15246160384811999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9769-4A37-AF54-D367D7C659C3}"/>
                  </c:ext>
                </c:extLst>
              </c15:ser>
            </c15:filteredScatterSeries>
          </c:ext>
        </c:extLst>
      </c:scatterChart>
      <c:valAx>
        <c:axId val="1906565728"/>
        <c:scaling>
          <c:orientation val="minMax"/>
          <c:max val="350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6579456"/>
        <c:crosses val="autoZero"/>
        <c:crossBetween val="midCat"/>
        <c:majorUnit val="50"/>
      </c:valAx>
      <c:valAx>
        <c:axId val="1906579456"/>
        <c:scaling>
          <c:orientation val="minMax"/>
          <c:max val="1.4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out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656572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76491333469679912"/>
          <c:y val="0.15161653450084181"/>
          <c:w val="0.1574027678358387"/>
          <c:h val="7.56749075945703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loss1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Sheet1!$A$2:$A$201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Sheet1!$B$2:$B$201</c:f>
              <c:numCache>
                <c:formatCode>General</c:formatCode>
                <c:ptCount val="200"/>
                <c:pt idx="0">
                  <c:v>0.59982759100000005</c:v>
                </c:pt>
                <c:pt idx="1">
                  <c:v>0.56221186099999998</c:v>
                </c:pt>
                <c:pt idx="2">
                  <c:v>0.527276297</c:v>
                </c:pt>
                <c:pt idx="3">
                  <c:v>0.49644724200000001</c:v>
                </c:pt>
                <c:pt idx="4">
                  <c:v>0.47035465399999998</c:v>
                </c:pt>
                <c:pt idx="5">
                  <c:v>0.44886215499999998</c:v>
                </c:pt>
                <c:pt idx="6">
                  <c:v>0.43135981600000001</c:v>
                </c:pt>
                <c:pt idx="7">
                  <c:v>0.417063819</c:v>
                </c:pt>
                <c:pt idx="8">
                  <c:v>0.40518864900000001</c:v>
                </c:pt>
                <c:pt idx="9">
                  <c:v>0.39504403900000001</c:v>
                </c:pt>
                <c:pt idx="10">
                  <c:v>0.38609605400000002</c:v>
                </c:pt>
                <c:pt idx="11">
                  <c:v>0.37798551400000002</c:v>
                </c:pt>
                <c:pt idx="12">
                  <c:v>0.37050604999999998</c:v>
                </c:pt>
                <c:pt idx="13">
                  <c:v>0.36355949300000001</c:v>
                </c:pt>
                <c:pt idx="14">
                  <c:v>0.35710577599999999</c:v>
                </c:pt>
                <c:pt idx="15">
                  <c:v>0.351120934</c:v>
                </c:pt>
                <c:pt idx="16">
                  <c:v>0.34557226000000002</c:v>
                </c:pt>
                <c:pt idx="17">
                  <c:v>0.34041242100000002</c:v>
                </c:pt>
                <c:pt idx="18">
                  <c:v>0.335586314</c:v>
                </c:pt>
                <c:pt idx="19">
                  <c:v>0.33104103600000001</c:v>
                </c:pt>
                <c:pt idx="20">
                  <c:v>0.32673276400000001</c:v>
                </c:pt>
                <c:pt idx="21">
                  <c:v>0.32262910099999997</c:v>
                </c:pt>
                <c:pt idx="22">
                  <c:v>0.31870820500000002</c:v>
                </c:pt>
                <c:pt idx="23">
                  <c:v>0.31495698500000002</c:v>
                </c:pt>
                <c:pt idx="24">
                  <c:v>0.31137000500000001</c:v>
                </c:pt>
                <c:pt idx="25">
                  <c:v>0.307948999</c:v>
                </c:pt>
                <c:pt idx="26">
                  <c:v>0.30470145399999998</c:v>
                </c:pt>
                <c:pt idx="27">
                  <c:v>0.30163691399999998</c:v>
                </c:pt>
                <c:pt idx="28">
                  <c:v>0.29876186900000001</c:v>
                </c:pt>
                <c:pt idx="29">
                  <c:v>0.29607609600000001</c:v>
                </c:pt>
                <c:pt idx="30">
                  <c:v>0.29357230899999998</c:v>
                </c:pt>
                <c:pt idx="31">
                  <c:v>0.291237735</c:v>
                </c:pt>
                <c:pt idx="32">
                  <c:v>0.28905525500000001</c:v>
                </c:pt>
                <c:pt idx="33">
                  <c:v>0.28700413899999999</c:v>
                </c:pt>
                <c:pt idx="34">
                  <c:v>0.28506177599999999</c:v>
                </c:pt>
                <c:pt idx="35">
                  <c:v>0.28320651299999999</c:v>
                </c:pt>
                <c:pt idx="36">
                  <c:v>0.28142031499999998</c:v>
                </c:pt>
                <c:pt idx="37">
                  <c:v>0.27969024799999997</c:v>
                </c:pt>
                <c:pt idx="38">
                  <c:v>0.27800870500000002</c:v>
                </c:pt>
                <c:pt idx="39">
                  <c:v>0.27637272000000002</c:v>
                </c:pt>
                <c:pt idx="40">
                  <c:v>0.27478272599999998</c:v>
                </c:pt>
                <c:pt idx="41">
                  <c:v>0.27324105500000001</c:v>
                </c:pt>
                <c:pt idx="42">
                  <c:v>0.27175044199999998</c:v>
                </c:pt>
                <c:pt idx="43">
                  <c:v>0.270312779</c:v>
                </c:pt>
                <c:pt idx="44">
                  <c:v>0.26892831299999997</c:v>
                </c:pt>
                <c:pt idx="45">
                  <c:v>0.26759538300000002</c:v>
                </c:pt>
                <c:pt idx="46">
                  <c:v>0.266310608</c:v>
                </c:pt>
                <c:pt idx="47">
                  <c:v>0.26506939600000001</c:v>
                </c:pt>
                <c:pt idx="48">
                  <c:v>0.263866559</c:v>
                </c:pt>
                <c:pt idx="49">
                  <c:v>0.26269690899999998</c:v>
                </c:pt>
                <c:pt idx="50">
                  <c:v>0.26155571799999999</c:v>
                </c:pt>
                <c:pt idx="51">
                  <c:v>0.26043902600000002</c:v>
                </c:pt>
                <c:pt idx="52">
                  <c:v>0.259343781</c:v>
                </c:pt>
                <c:pt idx="53">
                  <c:v>0.258267837</c:v>
                </c:pt>
                <c:pt idx="54">
                  <c:v>0.25720986400000001</c:v>
                </c:pt>
                <c:pt idx="55">
                  <c:v>0.25616917700000003</c:v>
                </c:pt>
                <c:pt idx="56">
                  <c:v>0.25514554699999997</c:v>
                </c:pt>
                <c:pt idx="57">
                  <c:v>0.254139004</c:v>
                </c:pt>
                <c:pt idx="58">
                  <c:v>0.253149658</c:v>
                </c:pt>
                <c:pt idx="59">
                  <c:v>0.25217756800000002</c:v>
                </c:pt>
                <c:pt idx="60">
                  <c:v>0.25122264100000002</c:v>
                </c:pt>
                <c:pt idx="61">
                  <c:v>0.25028459400000003</c:v>
                </c:pt>
                <c:pt idx="62">
                  <c:v>0.249362947</c:v>
                </c:pt>
                <c:pt idx="63">
                  <c:v>0.24845705900000001</c:v>
                </c:pt>
                <c:pt idx="64">
                  <c:v>0.24756618</c:v>
                </c:pt>
                <c:pt idx="65">
                  <c:v>0.246689511</c:v>
                </c:pt>
                <c:pt idx="66">
                  <c:v>0.24582626599999999</c:v>
                </c:pt>
                <c:pt idx="67">
                  <c:v>0.24497572000000001</c:v>
                </c:pt>
                <c:pt idx="68">
                  <c:v>0.24413723600000001</c:v>
                </c:pt>
                <c:pt idx="69">
                  <c:v>0.24331028099999999</c:v>
                </c:pt>
                <c:pt idx="70">
                  <c:v>0.24249441999999999</c:v>
                </c:pt>
                <c:pt idx="71">
                  <c:v>0.2416893</c:v>
                </c:pt>
                <c:pt idx="72">
                  <c:v>0.240894627</c:v>
                </c:pt>
                <c:pt idx="73">
                  <c:v>0.24011014</c:v>
                </c:pt>
                <c:pt idx="74">
                  <c:v>0.23933558799999999</c:v>
                </c:pt>
                <c:pt idx="75">
                  <c:v>0.23857070799999999</c:v>
                </c:pt>
                <c:pt idx="76">
                  <c:v>0.237815216</c:v>
                </c:pt>
                <c:pt idx="77">
                  <c:v>0.237068801</c:v>
                </c:pt>
                <c:pt idx="78">
                  <c:v>0.236331123</c:v>
                </c:pt>
                <c:pt idx="79">
                  <c:v>0.23560182199999999</c:v>
                </c:pt>
                <c:pt idx="80">
                  <c:v>0.23488052200000001</c:v>
                </c:pt>
                <c:pt idx="81">
                  <c:v>0.23416683799999999</c:v>
                </c:pt>
                <c:pt idx="82">
                  <c:v>0.23346038999999999</c:v>
                </c:pt>
                <c:pt idx="83">
                  <c:v>0.23276079999999999</c:v>
                </c:pt>
                <c:pt idx="84">
                  <c:v>0.23206770199999999</c:v>
                </c:pt>
                <c:pt idx="85">
                  <c:v>0.231380738</c:v>
                </c:pt>
                <c:pt idx="86">
                  <c:v>0.23069956</c:v>
                </c:pt>
                <c:pt idx="87">
                  <c:v>0.23002382599999999</c:v>
                </c:pt>
                <c:pt idx="88">
                  <c:v>0.22935319500000001</c:v>
                </c:pt>
                <c:pt idx="89">
                  <c:v>0.228687327</c:v>
                </c:pt>
                <c:pt idx="90">
                  <c:v>0.22802587799999999</c:v>
                </c:pt>
                <c:pt idx="91">
                  <c:v>0.227368498</c:v>
                </c:pt>
                <c:pt idx="92">
                  <c:v>0.226714833</c:v>
                </c:pt>
                <c:pt idx="93">
                  <c:v>0.22606452699999999</c:v>
                </c:pt>
                <c:pt idx="94">
                  <c:v>0.225417228</c:v>
                </c:pt>
                <c:pt idx="95">
                  <c:v>0.22477259499999999</c:v>
                </c:pt>
                <c:pt idx="96">
                  <c:v>0.224130311</c:v>
                </c:pt>
                <c:pt idx="97">
                  <c:v>0.223490094</c:v>
                </c:pt>
                <c:pt idx="98">
                  <c:v>0.222851722</c:v>
                </c:pt>
                <c:pt idx="99">
                  <c:v>0.222215048</c:v>
                </c:pt>
                <c:pt idx="100">
                  <c:v>0.22158002500000001</c:v>
                </c:pt>
                <c:pt idx="101">
                  <c:v>0.22094673400000001</c:v>
                </c:pt>
                <c:pt idx="102">
                  <c:v>0.220315397</c:v>
                </c:pt>
                <c:pt idx="103">
                  <c:v>0.219686398</c:v>
                </c:pt>
                <c:pt idx="104">
                  <c:v>0.219060282</c:v>
                </c:pt>
                <c:pt idx="105">
                  <c:v>0.21843773699999999</c:v>
                </c:pt>
                <c:pt idx="106">
                  <c:v>0.21781956299999999</c:v>
                </c:pt>
                <c:pt idx="107">
                  <c:v>0.21720661599999999</c:v>
                </c:pt>
                <c:pt idx="108">
                  <c:v>0.21659974300000001</c:v>
                </c:pt>
                <c:pt idx="109">
                  <c:v>0.21599971300000001</c:v>
                </c:pt>
                <c:pt idx="110">
                  <c:v>0.21540716700000001</c:v>
                </c:pt>
                <c:pt idx="111">
                  <c:v>0.21482258100000001</c:v>
                </c:pt>
                <c:pt idx="112">
                  <c:v>0.21424626299999999</c:v>
                </c:pt>
                <c:pt idx="113">
                  <c:v>0.21367836000000001</c:v>
                </c:pt>
                <c:pt idx="114">
                  <c:v>0.21311888800000001</c:v>
                </c:pt>
                <c:pt idx="115">
                  <c:v>0.212567744</c:v>
                </c:pt>
                <c:pt idx="116">
                  <c:v>0.21202473399999999</c:v>
                </c:pt>
                <c:pt idx="117">
                  <c:v>0.21148958600000001</c:v>
                </c:pt>
                <c:pt idx="118">
                  <c:v>0.210961968</c:v>
                </c:pt>
                <c:pt idx="119">
                  <c:v>0.210441512</c:v>
                </c:pt>
                <c:pt idx="120">
                  <c:v>0.209927842</c:v>
                </c:pt>
                <c:pt idx="121">
                  <c:v>0.20942059099999999</c:v>
                </c:pt>
                <c:pt idx="122">
                  <c:v>0.20891942699999999</c:v>
                </c:pt>
                <c:pt idx="123">
                  <c:v>0.208424052</c:v>
                </c:pt>
                <c:pt idx="124">
                  <c:v>0.20793421100000001</c:v>
                </c:pt>
                <c:pt idx="125">
                  <c:v>0.207449684</c:v>
                </c:pt>
                <c:pt idx="126">
                  <c:v>0.20697027800000001</c:v>
                </c:pt>
                <c:pt idx="127">
                  <c:v>0.206495821</c:v>
                </c:pt>
                <c:pt idx="128">
                  <c:v>0.20602615399999999</c:v>
                </c:pt>
                <c:pt idx="129">
                  <c:v>0.20556112500000001</c:v>
                </c:pt>
                <c:pt idx="130">
                  <c:v>0.205100584</c:v>
                </c:pt>
                <c:pt idx="131">
                  <c:v>0.20464437999999999</c:v>
                </c:pt>
                <c:pt idx="132">
                  <c:v>0.20419236399999999</c:v>
                </c:pt>
                <c:pt idx="133">
                  <c:v>0.203744385</c:v>
                </c:pt>
                <c:pt idx="134">
                  <c:v>0.20330029299999999</c:v>
                </c:pt>
                <c:pt idx="135">
                  <c:v>0.20285994099999999</c:v>
                </c:pt>
                <c:pt idx="136">
                  <c:v>0.20242318400000001</c:v>
                </c:pt>
                <c:pt idx="137">
                  <c:v>0.20198988300000001</c:v>
                </c:pt>
                <c:pt idx="138">
                  <c:v>0.20155990600000001</c:v>
                </c:pt>
                <c:pt idx="139">
                  <c:v>0.201133126</c:v>
                </c:pt>
                <c:pt idx="140">
                  <c:v>0.200709427</c:v>
                </c:pt>
                <c:pt idx="141">
                  <c:v>0.20028869699999999</c:v>
                </c:pt>
                <c:pt idx="142">
                  <c:v>0.199870834</c:v>
                </c:pt>
                <c:pt idx="143">
                  <c:v>0.19945574499999999</c:v>
                </c:pt>
                <c:pt idx="144">
                  <c:v>0.19904334200000001</c:v>
                </c:pt>
                <c:pt idx="145">
                  <c:v>0.19863354599999999</c:v>
                </c:pt>
                <c:pt idx="146">
                  <c:v>0.198226282</c:v>
                </c:pt>
                <c:pt idx="147">
                  <c:v>0.19782148299999999</c:v>
                </c:pt>
                <c:pt idx="148">
                  <c:v>0.19741908699999999</c:v>
                </c:pt>
                <c:pt idx="149">
                  <c:v>0.19701903600000001</c:v>
                </c:pt>
                <c:pt idx="150">
                  <c:v>0.19662127500000001</c:v>
                </c:pt>
                <c:pt idx="151">
                  <c:v>0.196225755</c:v>
                </c:pt>
                <c:pt idx="152">
                  <c:v>0.195832429</c:v>
                </c:pt>
                <c:pt idx="153">
                  <c:v>0.19544125100000001</c:v>
                </c:pt>
                <c:pt idx="154">
                  <c:v>0.19505218099999999</c:v>
                </c:pt>
                <c:pt idx="155">
                  <c:v>0.19466517699999999</c:v>
                </c:pt>
                <c:pt idx="156">
                  <c:v>0.19428020200000001</c:v>
                </c:pt>
                <c:pt idx="157">
                  <c:v>0.19389721800000001</c:v>
                </c:pt>
                <c:pt idx="158">
                  <c:v>0.19351619</c:v>
                </c:pt>
                <c:pt idx="159">
                  <c:v>0.19313708199999999</c:v>
                </c:pt>
                <c:pt idx="160">
                  <c:v>0.192759862</c:v>
                </c:pt>
                <c:pt idx="161">
                  <c:v>0.19238449699999999</c:v>
                </c:pt>
                <c:pt idx="162">
                  <c:v>0.19201095400000001</c:v>
                </c:pt>
                <c:pt idx="163">
                  <c:v>0.19163920400000001</c:v>
                </c:pt>
                <c:pt idx="164">
                  <c:v>0.19126921599999999</c:v>
                </c:pt>
                <c:pt idx="165">
                  <c:v>0.19090096000000001</c:v>
                </c:pt>
                <c:pt idx="166">
                  <c:v>0.19053440799999999</c:v>
                </c:pt>
                <c:pt idx="167">
                  <c:v>0.190169531</c:v>
                </c:pt>
                <c:pt idx="168">
                  <c:v>0.18980630200000001</c:v>
                </c:pt>
                <c:pt idx="169">
                  <c:v>0.189444695</c:v>
                </c:pt>
                <c:pt idx="170">
                  <c:v>0.189084683</c:v>
                </c:pt>
                <c:pt idx="171">
                  <c:v>0.18872624099999999</c:v>
                </c:pt>
                <c:pt idx="172">
                  <c:v>0.18836934499999999</c:v>
                </c:pt>
                <c:pt idx="173">
                  <c:v>0.188013969</c:v>
                </c:pt>
                <c:pt idx="174">
                  <c:v>0.187660091</c:v>
                </c:pt>
                <c:pt idx="175">
                  <c:v>0.187307688</c:v>
                </c:pt>
                <c:pt idx="176">
                  <c:v>0.18695673800000001</c:v>
                </c:pt>
                <c:pt idx="177">
                  <c:v>0.18660721799999999</c:v>
                </c:pt>
                <c:pt idx="178">
                  <c:v>0.18625910900000001</c:v>
                </c:pt>
                <c:pt idx="179">
                  <c:v>0.18591238800000001</c:v>
                </c:pt>
                <c:pt idx="180">
                  <c:v>0.18556703799999999</c:v>
                </c:pt>
                <c:pt idx="181">
                  <c:v>0.18522303800000001</c:v>
                </c:pt>
                <c:pt idx="182">
                  <c:v>0.18488036899999999</c:v>
                </c:pt>
                <c:pt idx="183">
                  <c:v>0.184539013</c:v>
                </c:pt>
                <c:pt idx="184">
                  <c:v>0.184198953</c:v>
                </c:pt>
                <c:pt idx="185">
                  <c:v>0.18386017099999999</c:v>
                </c:pt>
                <c:pt idx="186">
                  <c:v>0.18352265000000001</c:v>
                </c:pt>
                <c:pt idx="187">
                  <c:v>0.18318637400000001</c:v>
                </c:pt>
                <c:pt idx="188">
                  <c:v>0.18285132700000001</c:v>
                </c:pt>
                <c:pt idx="189">
                  <c:v>0.182517493</c:v>
                </c:pt>
                <c:pt idx="190">
                  <c:v>0.18218485800000001</c:v>
                </c:pt>
                <c:pt idx="191">
                  <c:v>0.181853405</c:v>
                </c:pt>
                <c:pt idx="192">
                  <c:v>0.18152312200000001</c:v>
                </c:pt>
                <c:pt idx="193">
                  <c:v>0.181193994</c:v>
                </c:pt>
                <c:pt idx="194">
                  <c:v>0.180866006</c:v>
                </c:pt>
                <c:pt idx="195">
                  <c:v>0.18053914700000001</c:v>
                </c:pt>
                <c:pt idx="196">
                  <c:v>0.18021340199999999</c:v>
                </c:pt>
                <c:pt idx="197">
                  <c:v>0.17988875900000001</c:v>
                </c:pt>
                <c:pt idx="198">
                  <c:v>0.17956520400000001</c:v>
                </c:pt>
                <c:pt idx="199">
                  <c:v>0.17924272699999999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936-47ED-9BFA-8EEFE63829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55634816"/>
        <c:axId val="2055628160"/>
      </c:scatterChart>
      <c:valAx>
        <c:axId val="2055634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epochs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5628160"/>
        <c:crosses val="autoZero"/>
        <c:crossBetween val="midCat"/>
      </c:valAx>
      <c:valAx>
        <c:axId val="2055628160"/>
        <c:scaling>
          <c:orientation val="minMax"/>
          <c:max val="0.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56348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0187848214769863"/>
          <c:y val="0.14893618130237199"/>
          <c:w val="0.15349881505436705"/>
          <c:h val="6.772934738588987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loss2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Sheet1!$A$2:$A$201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Sheet1!$C$2:$C$201</c:f>
              <c:numCache>
                <c:formatCode>General</c:formatCode>
                <c:ptCount val="200"/>
                <c:pt idx="0">
                  <c:v>0.78955193700000004</c:v>
                </c:pt>
                <c:pt idx="1">
                  <c:v>0.70171379300000003</c:v>
                </c:pt>
                <c:pt idx="2">
                  <c:v>0.63026002999999997</c:v>
                </c:pt>
                <c:pt idx="3">
                  <c:v>0.57243619700000004</c:v>
                </c:pt>
                <c:pt idx="4">
                  <c:v>0.52819229700000003</c:v>
                </c:pt>
                <c:pt idx="5">
                  <c:v>0.49640748299999998</c:v>
                </c:pt>
                <c:pt idx="6">
                  <c:v>0.47427165500000001</c:v>
                </c:pt>
                <c:pt idx="7">
                  <c:v>0.45775037400000002</c:v>
                </c:pt>
                <c:pt idx="8">
                  <c:v>0.44423682399999997</c:v>
                </c:pt>
                <c:pt idx="9">
                  <c:v>0.43266645100000001</c:v>
                </c:pt>
                <c:pt idx="10">
                  <c:v>0.42260151099999999</c:v>
                </c:pt>
                <c:pt idx="11">
                  <c:v>0.41375819400000002</c:v>
                </c:pt>
                <c:pt idx="12">
                  <c:v>0.40589119000000001</c:v>
                </c:pt>
                <c:pt idx="13">
                  <c:v>0.39880518700000001</c:v>
                </c:pt>
                <c:pt idx="14">
                  <c:v>0.39236728300000001</c:v>
                </c:pt>
                <c:pt idx="15">
                  <c:v>0.38649431899999998</c:v>
                </c:pt>
                <c:pt idx="16">
                  <c:v>0.381128415</c:v>
                </c:pt>
                <c:pt idx="17">
                  <c:v>0.37621549700000001</c:v>
                </c:pt>
                <c:pt idx="18">
                  <c:v>0.371696517</c:v>
                </c:pt>
                <c:pt idx="19">
                  <c:v>0.36751236399999998</c:v>
                </c:pt>
                <c:pt idx="20">
                  <c:v>0.363613884</c:v>
                </c:pt>
                <c:pt idx="21">
                  <c:v>0.35996742199999998</c:v>
                </c:pt>
                <c:pt idx="22">
                  <c:v>0.35655327599999997</c:v>
                </c:pt>
                <c:pt idx="23">
                  <c:v>0.35336034900000002</c:v>
                </c:pt>
                <c:pt idx="24">
                  <c:v>0.35038091100000002</c:v>
                </c:pt>
                <c:pt idx="25">
                  <c:v>0.34760717000000002</c:v>
                </c:pt>
                <c:pt idx="26">
                  <c:v>0.345029319</c:v>
                </c:pt>
                <c:pt idx="27">
                  <c:v>0.342634312</c:v>
                </c:pt>
                <c:pt idx="28">
                  <c:v>0.34040520699999999</c:v>
                </c:pt>
                <c:pt idx="29">
                  <c:v>0.33832136499999999</c:v>
                </c:pt>
                <c:pt idx="30">
                  <c:v>0.33635968100000002</c:v>
                </c:pt>
                <c:pt idx="31">
                  <c:v>0.33449651499999999</c:v>
                </c:pt>
                <c:pt idx="32">
                  <c:v>0.332709586</c:v>
                </c:pt>
                <c:pt idx="33">
                  <c:v>0.33097913699999998</c:v>
                </c:pt>
                <c:pt idx="34">
                  <c:v>0.32928801499999999</c:v>
                </c:pt>
                <c:pt idx="35">
                  <c:v>0.32762080599999999</c:v>
                </c:pt>
                <c:pt idx="36">
                  <c:v>0.32596245800000001</c:v>
                </c:pt>
                <c:pt idx="37">
                  <c:v>0.324297057</c:v>
                </c:pt>
                <c:pt idx="38">
                  <c:v>0.32260735899999998</c:v>
                </c:pt>
                <c:pt idx="39">
                  <c:v>0.32087573800000002</c:v>
                </c:pt>
                <c:pt idx="40">
                  <c:v>0.31908709600000001</c:v>
                </c:pt>
                <c:pt idx="41">
                  <c:v>0.31723385100000001</c:v>
                </c:pt>
                <c:pt idx="42">
                  <c:v>0.31532174000000002</c:v>
                </c:pt>
                <c:pt idx="43">
                  <c:v>0.31337294199999999</c:v>
                </c:pt>
                <c:pt idx="44">
                  <c:v>0.31142209599999998</c:v>
                </c:pt>
                <c:pt idx="45">
                  <c:v>0.30950448200000003</c:v>
                </c:pt>
                <c:pt idx="46">
                  <c:v>0.30764281399999999</c:v>
                </c:pt>
                <c:pt idx="47">
                  <c:v>0.30584147299999997</c:v>
                </c:pt>
                <c:pt idx="48">
                  <c:v>0.30409034200000001</c:v>
                </c:pt>
                <c:pt idx="49">
                  <c:v>0.30237266299999999</c:v>
                </c:pt>
                <c:pt idx="50">
                  <c:v>0.30067072500000003</c:v>
                </c:pt>
                <c:pt idx="51">
                  <c:v>0.29896799699999999</c:v>
                </c:pt>
                <c:pt idx="52">
                  <c:v>0.297250501</c:v>
                </c:pt>
                <c:pt idx="53">
                  <c:v>0.29551070400000001</c:v>
                </c:pt>
                <c:pt idx="54">
                  <c:v>0.29375368499999999</c:v>
                </c:pt>
                <c:pt idx="55">
                  <c:v>0.29200023000000003</c:v>
                </c:pt>
                <c:pt idx="56">
                  <c:v>0.29028000500000001</c:v>
                </c:pt>
                <c:pt idx="57">
                  <c:v>0.28861567500000002</c:v>
                </c:pt>
                <c:pt idx="58">
                  <c:v>0.28700981399999997</c:v>
                </c:pt>
                <c:pt idx="59">
                  <c:v>0.285445106</c:v>
                </c:pt>
                <c:pt idx="60">
                  <c:v>0.283895177</c:v>
                </c:pt>
                <c:pt idx="61">
                  <c:v>0.28233601200000003</c:v>
                </c:pt>
                <c:pt idx="62">
                  <c:v>0.28075086900000001</c:v>
                </c:pt>
                <c:pt idx="63">
                  <c:v>0.279127177</c:v>
                </c:pt>
                <c:pt idx="64">
                  <c:v>0.27744810199999997</c:v>
                </c:pt>
                <c:pt idx="65">
                  <c:v>0.27568466200000002</c:v>
                </c:pt>
                <c:pt idx="66">
                  <c:v>0.27379774499999998</c:v>
                </c:pt>
                <c:pt idx="67">
                  <c:v>0.27176468500000001</c:v>
                </c:pt>
                <c:pt idx="68">
                  <c:v>0.26963545</c:v>
                </c:pt>
                <c:pt idx="69">
                  <c:v>0.26755828300000001</c:v>
                </c:pt>
                <c:pt idx="70">
                  <c:v>0.26568528400000002</c:v>
                </c:pt>
                <c:pt idx="71">
                  <c:v>0.26405719999999999</c:v>
                </c:pt>
                <c:pt idx="72">
                  <c:v>0.26262318200000001</c:v>
                </c:pt>
                <c:pt idx="73">
                  <c:v>0.261318404</c:v>
                </c:pt>
                <c:pt idx="74">
                  <c:v>0.26010029299999998</c:v>
                </c:pt>
                <c:pt idx="75">
                  <c:v>0.258948821</c:v>
                </c:pt>
                <c:pt idx="76">
                  <c:v>0.25785686400000002</c:v>
                </c:pt>
                <c:pt idx="77">
                  <c:v>0.25682197600000001</c:v>
                </c:pt>
                <c:pt idx="78">
                  <c:v>0.255841861</c:v>
                </c:pt>
                <c:pt idx="79">
                  <c:v>0.25491281799999999</c:v>
                </c:pt>
                <c:pt idx="80">
                  <c:v>0.25402982899999998</c:v>
                </c:pt>
                <c:pt idx="81">
                  <c:v>0.25318726600000002</c:v>
                </c:pt>
                <c:pt idx="82">
                  <c:v>0.25237960399999998</c:v>
                </c:pt>
                <c:pt idx="83">
                  <c:v>0.25160189700000002</c:v>
                </c:pt>
                <c:pt idx="84">
                  <c:v>0.25084999800000002</c:v>
                </c:pt>
                <c:pt idx="85">
                  <c:v>0.25012056900000001</c:v>
                </c:pt>
                <c:pt idx="86">
                  <c:v>0.249410981</c:v>
                </c:pt>
                <c:pt idx="87">
                  <c:v>0.248719154</c:v>
                </c:pt>
                <c:pt idx="88">
                  <c:v>0.248043404</c:v>
                </c:pt>
                <c:pt idx="89">
                  <c:v>0.24738231399999999</c:v>
                </c:pt>
                <c:pt idx="90">
                  <c:v>0.24673463800000001</c:v>
                </c:pt>
                <c:pt idx="91">
                  <c:v>0.24609925199999999</c:v>
                </c:pt>
                <c:pt idx="92">
                  <c:v>0.24547511999999999</c:v>
                </c:pt>
                <c:pt idx="93">
                  <c:v>0.24486129000000001</c:v>
                </c:pt>
                <c:pt idx="94">
                  <c:v>0.244256896</c:v>
                </c:pt>
                <c:pt idx="95">
                  <c:v>0.24366115999999999</c:v>
                </c:pt>
                <c:pt idx="96">
                  <c:v>0.2430734</c:v>
                </c:pt>
                <c:pt idx="97">
                  <c:v>0.242493028</c:v>
                </c:pt>
                <c:pt idx="98">
                  <c:v>0.24191954199999999</c:v>
                </c:pt>
                <c:pt idx="99">
                  <c:v>0.24135252300000001</c:v>
                </c:pt>
                <c:pt idx="100">
                  <c:v>0.24079161600000001</c:v>
                </c:pt>
                <c:pt idx="101">
                  <c:v>0.24023652200000001</c:v>
                </c:pt>
                <c:pt idx="102">
                  <c:v>0.23968698399999999</c:v>
                </c:pt>
                <c:pt idx="103">
                  <c:v>0.239142774</c:v>
                </c:pt>
                <c:pt idx="104">
                  <c:v>0.23860368200000001</c:v>
                </c:pt>
                <c:pt idx="105">
                  <c:v>0.23806951200000001</c:v>
                </c:pt>
                <c:pt idx="106">
                  <c:v>0.23754007099999999</c:v>
                </c:pt>
                <c:pt idx="107">
                  <c:v>0.237015171</c:v>
                </c:pt>
                <c:pt idx="108">
                  <c:v>0.23649462700000001</c:v>
                </c:pt>
                <c:pt idx="109">
                  <c:v>0.235978255</c:v>
                </c:pt>
                <c:pt idx="110">
                  <c:v>0.23546587199999999</c:v>
                </c:pt>
                <c:pt idx="111">
                  <c:v>0.23495730500000001</c:v>
                </c:pt>
                <c:pt idx="112">
                  <c:v>0.23445238500000001</c:v>
                </c:pt>
                <c:pt idx="113">
                  <c:v>0.23395095299999999</c:v>
                </c:pt>
                <c:pt idx="114">
                  <c:v>0.23345286200000001</c:v>
                </c:pt>
                <c:pt idx="115">
                  <c:v>0.23295797800000001</c:v>
                </c:pt>
                <c:pt idx="116">
                  <c:v>0.232466177</c:v>
                </c:pt>
                <c:pt idx="117">
                  <c:v>0.231977352</c:v>
                </c:pt>
                <c:pt idx="118">
                  <c:v>0.23149140300000001</c:v>
                </c:pt>
                <c:pt idx="119">
                  <c:v>0.231008247</c:v>
                </c:pt>
                <c:pt idx="120">
                  <c:v>0.230527808</c:v>
                </c:pt>
                <c:pt idx="121">
                  <c:v>0.23005001999999999</c:v>
                </c:pt>
                <c:pt idx="122">
                  <c:v>0.22957482500000001</c:v>
                </c:pt>
                <c:pt idx="123">
                  <c:v>0.22910216799999999</c:v>
                </c:pt>
                <c:pt idx="124">
                  <c:v>0.228632004</c:v>
                </c:pt>
                <c:pt idx="125">
                  <c:v>0.22816428599999999</c:v>
                </c:pt>
                <c:pt idx="126">
                  <c:v>0.227698972</c:v>
                </c:pt>
                <c:pt idx="127">
                  <c:v>0.22723602400000001</c:v>
                </c:pt>
                <c:pt idx="128">
                  <c:v>0.22677540099999999</c:v>
                </c:pt>
                <c:pt idx="129">
                  <c:v>0.22631706500000001</c:v>
                </c:pt>
                <c:pt idx="130">
                  <c:v>0.22586097799999999</c:v>
                </c:pt>
                <c:pt idx="131">
                  <c:v>0.225407103</c:v>
                </c:pt>
                <c:pt idx="132">
                  <c:v>0.224955404</c:v>
                </c:pt>
                <c:pt idx="133">
                  <c:v>0.22450584400000001</c:v>
                </c:pt>
                <c:pt idx="134">
                  <c:v>0.224058388</c:v>
                </c:pt>
                <c:pt idx="135">
                  <c:v>0.22361300200000001</c:v>
                </c:pt>
                <c:pt idx="136">
                  <c:v>0.223169651</c:v>
                </c:pt>
                <c:pt idx="137">
                  <c:v>0.22272830399999999</c:v>
                </c:pt>
                <c:pt idx="138">
                  <c:v>0.222288929</c:v>
                </c:pt>
                <c:pt idx="139">
                  <c:v>0.22185149700000001</c:v>
                </c:pt>
                <c:pt idx="140">
                  <c:v>0.22141597900000001</c:v>
                </c:pt>
                <c:pt idx="141">
                  <c:v>0.220982347</c:v>
                </c:pt>
                <c:pt idx="142">
                  <c:v>0.220550575</c:v>
                </c:pt>
                <c:pt idx="143">
                  <c:v>0.22012063900000001</c:v>
                </c:pt>
                <c:pt idx="144">
                  <c:v>0.219692515</c:v>
                </c:pt>
                <c:pt idx="145">
                  <c:v>0.21926618</c:v>
                </c:pt>
                <c:pt idx="146">
                  <c:v>0.21884161099999999</c:v>
                </c:pt>
                <c:pt idx="147">
                  <c:v>0.218418789</c:v>
                </c:pt>
                <c:pt idx="148">
                  <c:v>0.21799769299999999</c:v>
                </c:pt>
                <c:pt idx="149">
                  <c:v>0.217578303</c:v>
                </c:pt>
                <c:pt idx="150">
                  <c:v>0.21716060000000001</c:v>
                </c:pt>
                <c:pt idx="151">
                  <c:v>0.216744567</c:v>
                </c:pt>
                <c:pt idx="152">
                  <c:v>0.21633018500000001</c:v>
                </c:pt>
                <c:pt idx="153">
                  <c:v>0.21591743599999999</c:v>
                </c:pt>
                <c:pt idx="154">
                  <c:v>0.21550630500000001</c:v>
                </c:pt>
                <c:pt idx="155">
                  <c:v>0.21509677299999999</c:v>
                </c:pt>
                <c:pt idx="156">
                  <c:v>0.214688825</c:v>
                </c:pt>
                <c:pt idx="157">
                  <c:v>0.21428244499999999</c:v>
                </c:pt>
                <c:pt idx="158">
                  <c:v>0.21387761799999999</c:v>
                </c:pt>
                <c:pt idx="159">
                  <c:v>0.21347432699999999</c:v>
                </c:pt>
                <c:pt idx="160">
                  <c:v>0.21307255899999999</c:v>
                </c:pt>
                <c:pt idx="161">
                  <c:v>0.21267229900000001</c:v>
                </c:pt>
                <c:pt idx="162">
                  <c:v>0.21227353099999999</c:v>
                </c:pt>
                <c:pt idx="163">
                  <c:v>0.21187624399999999</c:v>
                </c:pt>
                <c:pt idx="164">
                  <c:v>0.211480421</c:v>
                </c:pt>
                <c:pt idx="165">
                  <c:v>0.211086051</c:v>
                </c:pt>
                <c:pt idx="166">
                  <c:v>0.21069312000000001</c:v>
                </c:pt>
                <c:pt idx="167">
                  <c:v>0.210301616</c:v>
                </c:pt>
                <c:pt idx="168">
                  <c:v>0.20991152499999999</c:v>
                </c:pt>
                <c:pt idx="169">
                  <c:v>0.20952283699999999</c:v>
                </c:pt>
                <c:pt idx="170">
                  <c:v>0.20913553700000001</c:v>
                </c:pt>
                <c:pt idx="171">
                  <c:v>0.208749616</c:v>
                </c:pt>
                <c:pt idx="172">
                  <c:v>0.20836505999999999</c:v>
                </c:pt>
                <c:pt idx="173">
                  <c:v>0.20798185999999999</c:v>
                </c:pt>
                <c:pt idx="174">
                  <c:v>0.207600004</c:v>
                </c:pt>
                <c:pt idx="175">
                  <c:v>0.20721948100000001</c:v>
                </c:pt>
                <c:pt idx="176">
                  <c:v>0.20684027999999999</c:v>
                </c:pt>
                <c:pt idx="177">
                  <c:v>0.206462391</c:v>
                </c:pt>
                <c:pt idx="178">
                  <c:v>0.20608580400000001</c:v>
                </c:pt>
                <c:pt idx="179">
                  <c:v>0.20571050799999999</c:v>
                </c:pt>
                <c:pt idx="180">
                  <c:v>0.20533649400000001</c:v>
                </c:pt>
                <c:pt idx="181">
                  <c:v>0.204963752</c:v>
                </c:pt>
                <c:pt idx="182">
                  <c:v>0.20459227199999999</c:v>
                </c:pt>
                <c:pt idx="183">
                  <c:v>0.20422204599999999</c:v>
                </c:pt>
                <c:pt idx="184">
                  <c:v>0.203853062</c:v>
                </c:pt>
                <c:pt idx="185">
                  <c:v>0.203485314</c:v>
                </c:pt>
                <c:pt idx="186">
                  <c:v>0.20311878999999999</c:v>
                </c:pt>
                <c:pt idx="187">
                  <c:v>0.20275348300000001</c:v>
                </c:pt>
                <c:pt idx="188">
                  <c:v>0.202389385</c:v>
                </c:pt>
                <c:pt idx="189">
                  <c:v>0.20202648500000001</c:v>
                </c:pt>
                <c:pt idx="190">
                  <c:v>0.20166477699999999</c:v>
                </c:pt>
                <c:pt idx="191">
                  <c:v>0.20130425099999999</c:v>
                </c:pt>
                <c:pt idx="192">
                  <c:v>0.20094489900000001</c:v>
                </c:pt>
                <c:pt idx="193">
                  <c:v>0.200586714</c:v>
                </c:pt>
                <c:pt idx="194">
                  <c:v>0.20022968699999999</c:v>
                </c:pt>
                <c:pt idx="195">
                  <c:v>0.19987381000000001</c:v>
                </c:pt>
                <c:pt idx="196">
                  <c:v>0.19951907599999999</c:v>
                </c:pt>
                <c:pt idx="197">
                  <c:v>0.19916547800000001</c:v>
                </c:pt>
                <c:pt idx="198">
                  <c:v>0.19881300700000001</c:v>
                </c:pt>
                <c:pt idx="199">
                  <c:v>0.19846165599999999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412-43BC-8EAF-47EF0F51FA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55634816"/>
        <c:axId val="2055628160"/>
      </c:scatterChart>
      <c:valAx>
        <c:axId val="2055634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epochs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5628160"/>
        <c:crosses val="autoZero"/>
        <c:crossBetween val="midCat"/>
      </c:valAx>
      <c:valAx>
        <c:axId val="2055628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56348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4812979699378867"/>
          <c:y val="0.12907802379538905"/>
          <c:w val="0.15349881505436705"/>
          <c:h val="6.772934738588987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loss3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Sheet1!$A$2:$A$201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Sheet1!$D$2:$D$201</c:f>
              <c:numCache>
                <c:formatCode>General</c:formatCode>
                <c:ptCount val="200"/>
                <c:pt idx="0">
                  <c:v>0.65950162499999998</c:v>
                </c:pt>
                <c:pt idx="1">
                  <c:v>0.62331531100000004</c:v>
                </c:pt>
                <c:pt idx="2">
                  <c:v>0.59063294300000002</c:v>
                </c:pt>
                <c:pt idx="3">
                  <c:v>0.56179990499999999</c:v>
                </c:pt>
                <c:pt idx="4">
                  <c:v>0.53678731700000004</c:v>
                </c:pt>
                <c:pt idx="5">
                  <c:v>0.51527676099999997</c:v>
                </c:pt>
                <c:pt idx="6">
                  <c:v>0.49676620900000001</c:v>
                </c:pt>
                <c:pt idx="7">
                  <c:v>0.48067855900000001</c:v>
                </c:pt>
                <c:pt idx="8">
                  <c:v>0.46646738500000001</c:v>
                </c:pt>
                <c:pt idx="9">
                  <c:v>0.45368860799999999</c:v>
                </c:pt>
                <c:pt idx="10">
                  <c:v>0.44202664200000003</c:v>
                </c:pt>
                <c:pt idx="11">
                  <c:v>0.43128483899999998</c:v>
                </c:pt>
                <c:pt idx="12">
                  <c:v>0.421356071</c:v>
                </c:pt>
                <c:pt idx="13">
                  <c:v>0.41218538199999999</c:v>
                </c:pt>
                <c:pt idx="14">
                  <c:v>0.40373541800000001</c:v>
                </c:pt>
                <c:pt idx="15">
                  <c:v>0.39596416899999998</c:v>
                </c:pt>
                <c:pt idx="16">
                  <c:v>0.38881757099999997</c:v>
                </c:pt>
                <c:pt idx="17">
                  <c:v>0.38223166400000003</c:v>
                </c:pt>
                <c:pt idx="18">
                  <c:v>0.37613766599999998</c:v>
                </c:pt>
                <c:pt idx="19">
                  <c:v>0.370466148</c:v>
                </c:pt>
                <c:pt idx="20">
                  <c:v>0.36514918099999999</c:v>
                </c:pt>
                <c:pt idx="21">
                  <c:v>0.36012190999999999</c:v>
                </c:pt>
                <c:pt idx="22">
                  <c:v>0.355325322</c:v>
                </c:pt>
                <c:pt idx="23">
                  <c:v>0.35070982699999997</c:v>
                </c:pt>
                <c:pt idx="24">
                  <c:v>0.34623769199999999</c:v>
                </c:pt>
                <c:pt idx="25">
                  <c:v>0.34188293600000003</c:v>
                </c:pt>
                <c:pt idx="26">
                  <c:v>0.33762929899999999</c:v>
                </c:pt>
                <c:pt idx="27">
                  <c:v>0.33346814600000002</c:v>
                </c:pt>
                <c:pt idx="28">
                  <c:v>0.32939761499999998</c:v>
                </c:pt>
                <c:pt idx="29">
                  <c:v>0.32542257400000002</c:v>
                </c:pt>
                <c:pt idx="30">
                  <c:v>0.32155366400000002</c:v>
                </c:pt>
                <c:pt idx="31">
                  <c:v>0.31780424699999998</c:v>
                </c:pt>
                <c:pt idx="32">
                  <c:v>0.31418617500000001</c:v>
                </c:pt>
                <c:pt idx="33">
                  <c:v>0.310706447</c:v>
                </c:pt>
                <c:pt idx="34">
                  <c:v>0.30736571400000001</c:v>
                </c:pt>
                <c:pt idx="35">
                  <c:v>0.304158278</c:v>
                </c:pt>
                <c:pt idx="36">
                  <c:v>0.30107296500000003</c:v>
                </c:pt>
                <c:pt idx="37">
                  <c:v>0.298094733</c:v>
                </c:pt>
                <c:pt idx="38">
                  <c:v>0.295206996</c:v>
                </c:pt>
                <c:pt idx="39">
                  <c:v>0.29239442399999999</c:v>
                </c:pt>
                <c:pt idx="40">
                  <c:v>0.28964562999999999</c:v>
                </c:pt>
                <c:pt idx="41">
                  <c:v>0.28695519899999999</c:v>
                </c:pt>
                <c:pt idx="42">
                  <c:v>0.28432469700000002</c:v>
                </c:pt>
                <c:pt idx="43">
                  <c:v>0.28176261800000002</c:v>
                </c:pt>
                <c:pt idx="44">
                  <c:v>0.279283114</c:v>
                </c:pt>
                <c:pt idx="45">
                  <c:v>0.27690303199999999</c:v>
                </c:pt>
                <c:pt idx="46">
                  <c:v>0.274637152</c:v>
                </c:pt>
                <c:pt idx="47">
                  <c:v>0.27249315699999999</c:v>
                </c:pt>
                <c:pt idx="48">
                  <c:v>0.27046911000000001</c:v>
                </c:pt>
                <c:pt idx="49">
                  <c:v>0.26855491100000001</c:v>
                </c:pt>
                <c:pt idx="50">
                  <c:v>0.266736309</c:v>
                </c:pt>
                <c:pt idx="51">
                  <c:v>0.264998809</c:v>
                </c:pt>
                <c:pt idx="52">
                  <c:v>0.26332995399999998</c:v>
                </c:pt>
                <c:pt idx="53">
                  <c:v>0.26172005999999998</c:v>
                </c:pt>
                <c:pt idx="54">
                  <c:v>0.26016209899999998</c:v>
                </c:pt>
                <c:pt idx="55">
                  <c:v>0.25865126100000002</c:v>
                </c:pt>
                <c:pt idx="56">
                  <c:v>0.25718447</c:v>
                </c:pt>
                <c:pt idx="57">
                  <c:v>0.25575991199999998</c:v>
                </c:pt>
                <c:pt idx="58">
                  <c:v>0.254376608</c:v>
                </c:pt>
                <c:pt idx="59">
                  <c:v>0.25303402800000002</c:v>
                </c:pt>
                <c:pt idx="60">
                  <c:v>0.251731757</c:v>
                </c:pt>
                <c:pt idx="61">
                  <c:v>0.25046923599999998</c:v>
                </c:pt>
                <c:pt idx="62">
                  <c:v>0.24924559299999999</c:v>
                </c:pt>
                <c:pt idx="63">
                  <c:v>0.24805956800000001</c:v>
                </c:pt>
                <c:pt idx="64">
                  <c:v>0.24690953800000001</c:v>
                </c:pt>
                <c:pt idx="65">
                  <c:v>0.245793604</c:v>
                </c:pt>
                <c:pt idx="66">
                  <c:v>0.24470972399999999</c:v>
                </c:pt>
                <c:pt idx="67">
                  <c:v>0.243655858</c:v>
                </c:pt>
                <c:pt idx="68">
                  <c:v>0.24263008599999999</c:v>
                </c:pt>
                <c:pt idx="69">
                  <c:v>0.24163069400000001</c:v>
                </c:pt>
                <c:pt idx="70">
                  <c:v>0.24065621500000001</c:v>
                </c:pt>
                <c:pt idx="71">
                  <c:v>0.23970543</c:v>
                </c:pt>
                <c:pt idx="72">
                  <c:v>0.23877733600000001</c:v>
                </c:pt>
                <c:pt idx="73">
                  <c:v>0.23787109300000001</c:v>
                </c:pt>
                <c:pt idx="74">
                  <c:v>0.23698596799999999</c:v>
                </c:pt>
                <c:pt idx="75">
                  <c:v>0.23612128700000001</c:v>
                </c:pt>
                <c:pt idx="76">
                  <c:v>0.23527638400000001</c:v>
                </c:pt>
                <c:pt idx="77">
                  <c:v>0.23445057999999999</c:v>
                </c:pt>
                <c:pt idx="78">
                  <c:v>0.23364316600000001</c:v>
                </c:pt>
                <c:pt idx="79">
                  <c:v>0.23285340199999999</c:v>
                </c:pt>
                <c:pt idx="80">
                  <c:v>0.23208052300000001</c:v>
                </c:pt>
                <c:pt idx="81">
                  <c:v>0.231323749</c:v>
                </c:pt>
                <c:pt idx="82">
                  <c:v>0.23058230299999999</c:v>
                </c:pt>
                <c:pt idx="83">
                  <c:v>0.22985542</c:v>
                </c:pt>
                <c:pt idx="84">
                  <c:v>0.22914236099999999</c:v>
                </c:pt>
                <c:pt idx="85">
                  <c:v>0.22844241700000001</c:v>
                </c:pt>
                <c:pt idx="86">
                  <c:v>0.227754918</c:v>
                </c:pt>
                <c:pt idx="87">
                  <c:v>0.22707923299999999</c:v>
                </c:pt>
                <c:pt idx="88">
                  <c:v>0.22641476599999999</c:v>
                </c:pt>
                <c:pt idx="89">
                  <c:v>0.22576096100000001</c:v>
                </c:pt>
                <c:pt idx="90">
                  <c:v>0.22511729599999999</c:v>
                </c:pt>
                <c:pt idx="91">
                  <c:v>0.22448327900000001</c:v>
                </c:pt>
                <c:pt idx="92">
                  <c:v>0.22385844999999999</c:v>
                </c:pt>
                <c:pt idx="93">
                  <c:v>0.22324237599999999</c:v>
                </c:pt>
                <c:pt idx="94">
                  <c:v>0.22263465199999999</c:v>
                </c:pt>
                <c:pt idx="95">
                  <c:v>0.22203489700000001</c:v>
                </c:pt>
                <c:pt idx="96">
                  <c:v>0.22144275499999999</c:v>
                </c:pt>
                <c:pt idx="97">
                  <c:v>0.220857892</c:v>
                </c:pt>
                <c:pt idx="98">
                  <c:v>0.220279998</c:v>
                </c:pt>
                <c:pt idx="99">
                  <c:v>0.21970878199999999</c:v>
                </c:pt>
                <c:pt idx="100">
                  <c:v>0.21914397499999999</c:v>
                </c:pt>
                <c:pt idx="101">
                  <c:v>0.218585323</c:v>
                </c:pt>
                <c:pt idx="102">
                  <c:v>0.218032588</c:v>
                </c:pt>
                <c:pt idx="103">
                  <c:v>0.217485549</c:v>
                </c:pt>
                <c:pt idx="104">
                  <c:v>0.216943995</c:v>
                </c:pt>
                <c:pt idx="105">
                  <c:v>0.21640772899999999</c:v>
                </c:pt>
                <c:pt idx="106">
                  <c:v>0.21587656199999999</c:v>
                </c:pt>
                <c:pt idx="107">
                  <c:v>0.21535031600000001</c:v>
                </c:pt>
                <c:pt idx="108">
                  <c:v>0.214828823</c:v>
                </c:pt>
                <c:pt idx="109">
                  <c:v>0.21431192299999999</c:v>
                </c:pt>
                <c:pt idx="110">
                  <c:v>0.21379946599999999</c:v>
                </c:pt>
                <c:pt idx="111">
                  <c:v>0.21329131000000001</c:v>
                </c:pt>
                <c:pt idx="112">
                  <c:v>0.212787323</c:v>
                </c:pt>
                <c:pt idx="113">
                  <c:v>0.212287383</c:v>
                </c:pt>
                <c:pt idx="114">
                  <c:v>0.21179138</c:v>
                </c:pt>
                <c:pt idx="115">
                  <c:v>0.21129921199999999</c:v>
                </c:pt>
                <c:pt idx="116">
                  <c:v>0.210810788</c:v>
                </c:pt>
                <c:pt idx="117">
                  <c:v>0.210326029</c:v>
                </c:pt>
                <c:pt idx="118">
                  <c:v>0.20984486299999999</c:v>
                </c:pt>
                <c:pt idx="119">
                  <c:v>0.20936722999999999</c:v>
                </c:pt>
                <c:pt idx="120">
                  <c:v>0.20889307500000001</c:v>
                </c:pt>
                <c:pt idx="121">
                  <c:v>0.20842235000000001</c:v>
                </c:pt>
                <c:pt idx="122">
                  <c:v>0.20795501299999999</c:v>
                </c:pt>
                <c:pt idx="123">
                  <c:v>0.207491022</c:v>
                </c:pt>
                <c:pt idx="124">
                  <c:v>0.20703033700000001</c:v>
                </c:pt>
                <c:pt idx="125">
                  <c:v>0.20657291899999999</c:v>
                </c:pt>
                <c:pt idx="126">
                  <c:v>0.206118724</c:v>
                </c:pt>
                <c:pt idx="127">
                  <c:v>0.20566770600000001</c:v>
                </c:pt>
                <c:pt idx="128">
                  <c:v>0.205219816</c:v>
                </c:pt>
                <c:pt idx="129">
                  <c:v>0.20477499800000001</c:v>
                </c:pt>
                <c:pt idx="130">
                  <c:v>0.20433319599999999</c:v>
                </c:pt>
                <c:pt idx="131">
                  <c:v>0.203894349</c:v>
                </c:pt>
                <c:pt idx="132">
                  <c:v>0.20345839199999999</c:v>
                </c:pt>
                <c:pt idx="133">
                  <c:v>0.20302526300000001</c:v>
                </c:pt>
                <c:pt idx="134">
                  <c:v>0.202594893</c:v>
                </c:pt>
                <c:pt idx="135">
                  <c:v>0.20216722000000001</c:v>
                </c:pt>
                <c:pt idx="136">
                  <c:v>0.20174217699999999</c:v>
                </c:pt>
                <c:pt idx="137">
                  <c:v>0.20131970299999999</c:v>
                </c:pt>
                <c:pt idx="138">
                  <c:v>0.200899736</c:v>
                </c:pt>
                <c:pt idx="139">
                  <c:v>0.20048221899999999</c:v>
                </c:pt>
                <c:pt idx="140">
                  <c:v>0.200067096</c:v>
                </c:pt>
                <c:pt idx="141">
                  <c:v>0.199654314</c:v>
                </c:pt>
                <c:pt idx="142">
                  <c:v>0.19924382299999999</c:v>
                </c:pt>
                <c:pt idx="143">
                  <c:v>0.19883557600000001</c:v>
                </c:pt>
                <c:pt idx="144">
                  <c:v>0.19842952599999999</c:v>
                </c:pt>
                <c:pt idx="145">
                  <c:v>0.19802563200000001</c:v>
                </c:pt>
                <c:pt idx="146">
                  <c:v>0.19762385199999999</c:v>
                </c:pt>
                <c:pt idx="147">
                  <c:v>0.19722414799999999</c:v>
                </c:pt>
                <c:pt idx="148">
                  <c:v>0.196826482</c:v>
                </c:pt>
                <c:pt idx="149">
                  <c:v>0.19643081800000001</c:v>
                </c:pt>
                <c:pt idx="150">
                  <c:v>0.19603712300000001</c:v>
                </c:pt>
                <c:pt idx="151">
                  <c:v>0.19564536399999999</c:v>
                </c:pt>
                <c:pt idx="152">
                  <c:v>0.19525550799999999</c:v>
                </c:pt>
                <c:pt idx="153">
                  <c:v>0.19486752500000001</c:v>
                </c:pt>
                <c:pt idx="154">
                  <c:v>0.19448138600000001</c:v>
                </c:pt>
                <c:pt idx="155">
                  <c:v>0.19409706199999999</c:v>
                </c:pt>
                <c:pt idx="156">
                  <c:v>0.193714525</c:v>
                </c:pt>
                <c:pt idx="157">
                  <c:v>0.193333748</c:v>
                </c:pt>
                <c:pt idx="158">
                  <c:v>0.192954706</c:v>
                </c:pt>
                <c:pt idx="159">
                  <c:v>0.192577372</c:v>
                </c:pt>
                <c:pt idx="160">
                  <c:v>0.19220172399999999</c:v>
                </c:pt>
                <c:pt idx="161">
                  <c:v>0.191827736</c:v>
                </c:pt>
                <c:pt idx="162">
                  <c:v>0.19145538600000001</c:v>
                </c:pt>
                <c:pt idx="163">
                  <c:v>0.19108465199999999</c:v>
                </c:pt>
                <c:pt idx="164">
                  <c:v>0.190715513</c:v>
                </c:pt>
                <c:pt idx="165">
                  <c:v>0.19034794599999999</c:v>
                </c:pt>
                <c:pt idx="166">
                  <c:v>0.18998193299999999</c:v>
                </c:pt>
                <c:pt idx="167">
                  <c:v>0.18961745299999999</c:v>
                </c:pt>
                <c:pt idx="168">
                  <c:v>0.189254487</c:v>
                </c:pt>
                <c:pt idx="169">
                  <c:v>0.188893017</c:v>
                </c:pt>
                <c:pt idx="170">
                  <c:v>0.18853302499999999</c:v>
                </c:pt>
                <c:pt idx="171">
                  <c:v>0.188174493</c:v>
                </c:pt>
                <c:pt idx="172">
                  <c:v>0.18781740499999999</c:v>
                </c:pt>
                <c:pt idx="173">
                  <c:v>0.18746174299999999</c:v>
                </c:pt>
                <c:pt idx="174">
                  <c:v>0.18710749300000001</c:v>
                </c:pt>
                <c:pt idx="175">
                  <c:v>0.186754638</c:v>
                </c:pt>
                <c:pt idx="176">
                  <c:v>0.18640316300000001</c:v>
                </c:pt>
                <c:pt idx="177">
                  <c:v>0.186053054</c:v>
                </c:pt>
                <c:pt idx="178">
                  <c:v>0.18570429599999999</c:v>
                </c:pt>
                <c:pt idx="179">
                  <c:v>0.185356874</c:v>
                </c:pt>
                <c:pt idx="180">
                  <c:v>0.18501077599999999</c:v>
                </c:pt>
                <c:pt idx="181">
                  <c:v>0.184665987</c:v>
                </c:pt>
                <c:pt idx="182">
                  <c:v>0.184322495</c:v>
                </c:pt>
                <c:pt idx="183">
                  <c:v>0.18398028599999999</c:v>
                </c:pt>
                <c:pt idx="184">
                  <c:v>0.18363934900000001</c:v>
                </c:pt>
                <c:pt idx="185">
                  <c:v>0.18329967</c:v>
                </c:pt>
                <c:pt idx="186">
                  <c:v>0.182961239</c:v>
                </c:pt>
                <c:pt idx="187">
                  <c:v>0.18262404199999999</c:v>
                </c:pt>
                <c:pt idx="188">
                  <c:v>0.182288068</c:v>
                </c:pt>
                <c:pt idx="189">
                  <c:v>0.18195330700000001</c:v>
                </c:pt>
                <c:pt idx="190">
                  <c:v>0.181619746</c:v>
                </c:pt>
                <c:pt idx="191">
                  <c:v>0.181287376</c:v>
                </c:pt>
                <c:pt idx="192">
                  <c:v>0.18095618399999999</c:v>
                </c:pt>
                <c:pt idx="193">
                  <c:v>0.18062616200000001</c:v>
                </c:pt>
                <c:pt idx="194">
                  <c:v>0.180297297</c:v>
                </c:pt>
                <c:pt idx="195">
                  <c:v>0.17996958099999999</c:v>
                </c:pt>
                <c:pt idx="196">
                  <c:v>0.179643003</c:v>
                </c:pt>
                <c:pt idx="197">
                  <c:v>0.17931755299999999</c:v>
                </c:pt>
                <c:pt idx="198">
                  <c:v>0.17899322200000001</c:v>
                </c:pt>
                <c:pt idx="199">
                  <c:v>0.17867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8C7-478F-AD66-577D292EDE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55634816"/>
        <c:axId val="2055628160"/>
      </c:scatterChart>
      <c:valAx>
        <c:axId val="2055634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epochs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5628160"/>
        <c:crosses val="autoZero"/>
        <c:crossBetween val="midCat"/>
      </c:valAx>
      <c:valAx>
        <c:axId val="2055628160"/>
        <c:scaling>
          <c:orientation val="minMax"/>
          <c:max val="0.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56348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3169371705613253"/>
          <c:y val="0.142316795466711"/>
          <c:w val="0.15349881505436705"/>
          <c:h val="6.772934738588987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3"/>
          <c:order val="0"/>
          <c:tx>
            <c:strRef>
              <c:f>Sheet1!$E$1</c:f>
              <c:strCache>
                <c:ptCount val="1"/>
                <c:pt idx="0">
                  <c:v>loss4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Sheet1!$A$2:$A$201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Sheet1!$E$2:$E$201</c:f>
              <c:numCache>
                <c:formatCode>General</c:formatCode>
                <c:ptCount val="200"/>
                <c:pt idx="0">
                  <c:v>0.81105789299999997</c:v>
                </c:pt>
                <c:pt idx="1">
                  <c:v>0.72361070299999997</c:v>
                </c:pt>
                <c:pt idx="2">
                  <c:v>0.64812001900000005</c:v>
                </c:pt>
                <c:pt idx="3">
                  <c:v>0.584976991</c:v>
                </c:pt>
                <c:pt idx="4">
                  <c:v>0.53454099899999996</c:v>
                </c:pt>
                <c:pt idx="5">
                  <c:v>0.49527564200000002</c:v>
                </c:pt>
                <c:pt idx="6">
                  <c:v>0.46474114500000002</c:v>
                </c:pt>
                <c:pt idx="7">
                  <c:v>0.441772573</c:v>
                </c:pt>
                <c:pt idx="8">
                  <c:v>0.42459132300000002</c:v>
                </c:pt>
                <c:pt idx="9">
                  <c:v>0.41120905099999999</c:v>
                </c:pt>
                <c:pt idx="10">
                  <c:v>0.40027307200000001</c:v>
                </c:pt>
                <c:pt idx="11">
                  <c:v>0.39100448399999999</c:v>
                </c:pt>
                <c:pt idx="12">
                  <c:v>0.38295304600000002</c:v>
                </c:pt>
                <c:pt idx="13">
                  <c:v>0.37584746200000002</c:v>
                </c:pt>
                <c:pt idx="14">
                  <c:v>0.369511276</c:v>
                </c:pt>
                <c:pt idx="15">
                  <c:v>0.363818423</c:v>
                </c:pt>
                <c:pt idx="16">
                  <c:v>0.358673405</c:v>
                </c:pt>
                <c:pt idx="17">
                  <c:v>0.35400156999999999</c:v>
                </c:pt>
                <c:pt idx="18">
                  <c:v>0.34974265799999998</c:v>
                </c:pt>
                <c:pt idx="19">
                  <c:v>0.345846983</c:v>
                </c:pt>
                <c:pt idx="20">
                  <c:v>0.34227429300000001</c:v>
                </c:pt>
                <c:pt idx="21">
                  <c:v>0.338993602</c:v>
                </c:pt>
                <c:pt idx="22">
                  <c:v>0.33598143699999999</c:v>
                </c:pt>
                <c:pt idx="23">
                  <c:v>0.33321755199999997</c:v>
                </c:pt>
                <c:pt idx="24">
                  <c:v>0.33067992899999998</c:v>
                </c:pt>
                <c:pt idx="25">
                  <c:v>0.32834202299999998</c:v>
                </c:pt>
                <c:pt idx="26">
                  <c:v>0.32617358099999999</c:v>
                </c:pt>
                <c:pt idx="27">
                  <c:v>0.32414388700000002</c:v>
                </c:pt>
                <c:pt idx="28">
                  <c:v>0.32222534800000002</c:v>
                </c:pt>
                <c:pt idx="29">
                  <c:v>0.32039594599999999</c:v>
                </c:pt>
                <c:pt idx="30">
                  <c:v>0.31864010599999998</c:v>
                </c:pt>
                <c:pt idx="31">
                  <c:v>0.31694813599999999</c:v>
                </c:pt>
                <c:pt idx="32">
                  <c:v>0.315314708</c:v>
                </c:pt>
                <c:pt idx="33">
                  <c:v>0.313736929</c:v>
                </c:pt>
                <c:pt idx="34">
                  <c:v>0.31221248000000001</c:v>
                </c:pt>
                <c:pt idx="35">
                  <c:v>0.31073820699999999</c:v>
                </c:pt>
                <c:pt idx="36">
                  <c:v>0.30930930099999998</c:v>
                </c:pt>
                <c:pt idx="37">
                  <c:v>0.30791902599999998</c:v>
                </c:pt>
                <c:pt idx="38">
                  <c:v>0.30655885300000002</c:v>
                </c:pt>
                <c:pt idx="39">
                  <c:v>0.30521884199999999</c:v>
                </c:pt>
                <c:pt idx="40">
                  <c:v>0.303888192</c:v>
                </c:pt>
                <c:pt idx="41">
                  <c:v>0.30255605499999999</c:v>
                </c:pt>
                <c:pt idx="42">
                  <c:v>0.301212851</c:v>
                </c:pt>
                <c:pt idx="43">
                  <c:v>0.29985239400000002</c:v>
                </c:pt>
                <c:pt idx="44">
                  <c:v>0.298474815</c:v>
                </c:pt>
                <c:pt idx="45">
                  <c:v>0.29708922700000001</c:v>
                </c:pt>
                <c:pt idx="46">
                  <c:v>0.295713797</c:v>
                </c:pt>
                <c:pt idx="47">
                  <c:v>0.29437101300000001</c:v>
                </c:pt>
                <c:pt idx="48">
                  <c:v>0.29307927499999997</c:v>
                </c:pt>
                <c:pt idx="49">
                  <c:v>0.291845772</c:v>
                </c:pt>
                <c:pt idx="50">
                  <c:v>0.29066493999999998</c:v>
                </c:pt>
                <c:pt idx="51">
                  <c:v>0.28952182500000001</c:v>
                </c:pt>
                <c:pt idx="52">
                  <c:v>0.28839670699999997</c:v>
                </c:pt>
                <c:pt idx="53">
                  <c:v>0.28726840100000001</c:v>
                </c:pt>
                <c:pt idx="54">
                  <c:v>0.28611618100000002</c:v>
                </c:pt>
                <c:pt idx="55">
                  <c:v>0.284921814</c:v>
                </c:pt>
                <c:pt idx="56">
                  <c:v>0.28367367999999998</c:v>
                </c:pt>
                <c:pt idx="57">
                  <c:v>0.28237368299999999</c:v>
                </c:pt>
                <c:pt idx="58">
                  <c:v>0.28104342399999999</c:v>
                </c:pt>
                <c:pt idx="59">
                  <c:v>0.279720521</c:v>
                </c:pt>
                <c:pt idx="60">
                  <c:v>0.27843944900000001</c:v>
                </c:pt>
                <c:pt idx="61">
                  <c:v>0.277208548</c:v>
                </c:pt>
                <c:pt idx="62">
                  <c:v>0.276002584</c:v>
                </c:pt>
                <c:pt idx="63">
                  <c:v>0.274773767</c:v>
                </c:pt>
                <c:pt idx="64">
                  <c:v>0.27347231900000002</c:v>
                </c:pt>
                <c:pt idx="65">
                  <c:v>0.27207499400000001</c:v>
                </c:pt>
                <c:pt idx="66">
                  <c:v>0.27061422699999998</c:v>
                </c:pt>
                <c:pt idx="67">
                  <c:v>0.26916488500000002</c:v>
                </c:pt>
                <c:pt idx="68">
                  <c:v>0.26776762799999998</c:v>
                </c:pt>
                <c:pt idx="69">
                  <c:v>0.26638164600000003</c:v>
                </c:pt>
                <c:pt idx="70">
                  <c:v>0.26493788400000001</c:v>
                </c:pt>
                <c:pt idx="71">
                  <c:v>0.26343465500000002</c:v>
                </c:pt>
                <c:pt idx="72">
                  <c:v>0.26197794000000002</c:v>
                </c:pt>
                <c:pt idx="73">
                  <c:v>0.26069297600000002</c:v>
                </c:pt>
                <c:pt idx="74">
                  <c:v>0.25961073400000001</c:v>
                </c:pt>
                <c:pt idx="75">
                  <c:v>0.25868139899999998</c:v>
                </c:pt>
                <c:pt idx="76">
                  <c:v>0.25784390699999998</c:v>
                </c:pt>
                <c:pt idx="77">
                  <c:v>0.257057498</c:v>
                </c:pt>
                <c:pt idx="78">
                  <c:v>0.25630149099999999</c:v>
                </c:pt>
                <c:pt idx="79">
                  <c:v>0.25556742599999999</c:v>
                </c:pt>
                <c:pt idx="80">
                  <c:v>0.25485271100000001</c:v>
                </c:pt>
                <c:pt idx="81">
                  <c:v>0.25415685599999999</c:v>
                </c:pt>
                <c:pt idx="82">
                  <c:v>0.253479607</c:v>
                </c:pt>
                <c:pt idx="83">
                  <c:v>0.252820192</c:v>
                </c:pt>
                <c:pt idx="84">
                  <c:v>0.25217718700000002</c:v>
                </c:pt>
                <c:pt idx="85">
                  <c:v>0.251548667</c:v>
                </c:pt>
                <c:pt idx="86">
                  <c:v>0.25093246800000002</c:v>
                </c:pt>
                <c:pt idx="87">
                  <c:v>0.25032644900000001</c:v>
                </c:pt>
                <c:pt idx="88">
                  <c:v>0.249728703</c:v>
                </c:pt>
                <c:pt idx="89">
                  <c:v>0.249137689</c:v>
                </c:pt>
                <c:pt idx="90">
                  <c:v>0.24855229700000001</c:v>
                </c:pt>
                <c:pt idx="91">
                  <c:v>0.247971834</c:v>
                </c:pt>
                <c:pt idx="92">
                  <c:v>0.24739597199999999</c:v>
                </c:pt>
                <c:pt idx="93">
                  <c:v>0.246824656</c:v>
                </c:pt>
                <c:pt idx="94">
                  <c:v>0.246258007</c:v>
                </c:pt>
                <c:pt idx="95">
                  <c:v>0.24569622099999999</c:v>
                </c:pt>
                <c:pt idx="96">
                  <c:v>0.24513949800000001</c:v>
                </c:pt>
                <c:pt idx="97">
                  <c:v>0.24458798000000001</c:v>
                </c:pt>
                <c:pt idx="98">
                  <c:v>0.24404172099999999</c:v>
                </c:pt>
                <c:pt idx="99">
                  <c:v>0.243500677</c:v>
                </c:pt>
                <c:pt idx="100">
                  <c:v>0.242964714</c:v>
                </c:pt>
                <c:pt idx="101">
                  <c:v>0.24243362099999999</c:v>
                </c:pt>
                <c:pt idx="102">
                  <c:v>0.24190713899999999</c:v>
                </c:pt>
                <c:pt idx="103">
                  <c:v>0.241384984</c:v>
                </c:pt>
                <c:pt idx="104">
                  <c:v>0.24086686700000001</c:v>
                </c:pt>
                <c:pt idx="105">
                  <c:v>0.24035251399999999</c:v>
                </c:pt>
                <c:pt idx="106">
                  <c:v>0.23984168</c:v>
                </c:pt>
                <c:pt idx="107">
                  <c:v>0.23933415199999999</c:v>
                </c:pt>
                <c:pt idx="108">
                  <c:v>0.238829756</c:v>
                </c:pt>
                <c:pt idx="109">
                  <c:v>0.23832835299999999</c:v>
                </c:pt>
                <c:pt idx="110">
                  <c:v>0.23782983499999999</c:v>
                </c:pt>
                <c:pt idx="111">
                  <c:v>0.23733412100000001</c:v>
                </c:pt>
                <c:pt idx="112">
                  <c:v>0.23684115</c:v>
                </c:pt>
                <c:pt idx="113">
                  <c:v>0.23635087499999999</c:v>
                </c:pt>
                <c:pt idx="114">
                  <c:v>0.23586325699999999</c:v>
                </c:pt>
                <c:pt idx="115">
                  <c:v>0.235378262</c:v>
                </c:pt>
                <c:pt idx="116">
                  <c:v>0.23489585599999999</c:v>
                </c:pt>
                <c:pt idx="117">
                  <c:v>0.23441600500000001</c:v>
                </c:pt>
                <c:pt idx="118">
                  <c:v>0.23393867099999999</c:v>
                </c:pt>
                <c:pt idx="119">
                  <c:v>0.23346381499999999</c:v>
                </c:pt>
                <c:pt idx="120">
                  <c:v>0.23299139399999999</c:v>
                </c:pt>
                <c:pt idx="121">
                  <c:v>0.23252136400000001</c:v>
                </c:pt>
                <c:pt idx="122">
                  <c:v>0.23205368000000001</c:v>
                </c:pt>
                <c:pt idx="123">
                  <c:v>0.231588296</c:v>
                </c:pt>
                <c:pt idx="124">
                  <c:v>0.23112516799999999</c:v>
                </c:pt>
                <c:pt idx="125">
                  <c:v>0.23066425300000001</c:v>
                </c:pt>
                <c:pt idx="126">
                  <c:v>0.230205509</c:v>
                </c:pt>
                <c:pt idx="127">
                  <c:v>0.22974889800000001</c:v>
                </c:pt>
                <c:pt idx="128">
                  <c:v>0.22929438399999999</c:v>
                </c:pt>
                <c:pt idx="129">
                  <c:v>0.228841932</c:v>
                </c:pt>
                <c:pt idx="130">
                  <c:v>0.22839151099999999</c:v>
                </c:pt>
                <c:pt idx="131">
                  <c:v>0.22794309099999999</c:v>
                </c:pt>
                <c:pt idx="132">
                  <c:v>0.227496643</c:v>
                </c:pt>
                <c:pt idx="133">
                  <c:v>0.22705214000000001</c:v>
                </c:pt>
                <c:pt idx="134">
                  <c:v>0.22660955699999999</c:v>
                </c:pt>
                <c:pt idx="135">
                  <c:v>0.22616886899999999</c:v>
                </c:pt>
                <c:pt idx="136">
                  <c:v>0.22573005099999999</c:v>
                </c:pt>
                <c:pt idx="137">
                  <c:v>0.22529308000000001</c:v>
                </c:pt>
                <c:pt idx="138">
                  <c:v>0.22485793100000001</c:v>
                </c:pt>
                <c:pt idx="139">
                  <c:v>0.22442458300000001</c:v>
                </c:pt>
                <c:pt idx="140">
                  <c:v>0.22399301199999999</c:v>
                </c:pt>
                <c:pt idx="141">
                  <c:v>0.22356319699999999</c:v>
                </c:pt>
                <c:pt idx="142">
                  <c:v>0.22313511599999999</c:v>
                </c:pt>
                <c:pt idx="143">
                  <c:v>0.22270874800000001</c:v>
                </c:pt>
                <c:pt idx="144">
                  <c:v>0.222284072</c:v>
                </c:pt>
                <c:pt idx="145">
                  <c:v>0.22186106899999999</c:v>
                </c:pt>
                <c:pt idx="146">
                  <c:v>0.22143971900000001</c:v>
                </c:pt>
                <c:pt idx="147">
                  <c:v>0.22102000399999999</c:v>
                </c:pt>
                <c:pt idx="148">
                  <c:v>0.22060190599999999</c:v>
                </c:pt>
                <c:pt idx="149">
                  <c:v>0.220185407</c:v>
                </c:pt>
                <c:pt idx="150">
                  <c:v>0.21977049100000001</c:v>
                </c:pt>
                <c:pt idx="151">
                  <c:v>0.219357142</c:v>
                </c:pt>
                <c:pt idx="152">
                  <c:v>0.21894534399999999</c:v>
                </c:pt>
                <c:pt idx="153">
                  <c:v>0.21853508099999999</c:v>
                </c:pt>
                <c:pt idx="154">
                  <c:v>0.21812634</c:v>
                </c:pt>
                <c:pt idx="155">
                  <c:v>0.217719105</c:v>
                </c:pt>
                <c:pt idx="156">
                  <c:v>0.21731336300000001</c:v>
                </c:pt>
                <c:pt idx="157">
                  <c:v>0.21690909999999999</c:v>
                </c:pt>
                <c:pt idx="158">
                  <c:v>0.21650630300000001</c:v>
                </c:pt>
                <c:pt idx="159">
                  <c:v>0.21610495900000001</c:v>
                </c:pt>
                <c:pt idx="160">
                  <c:v>0.21570505400000001</c:v>
                </c:pt>
                <c:pt idx="161">
                  <c:v>0.215306576</c:v>
                </c:pt>
                <c:pt idx="162">
                  <c:v>0.214909514</c:v>
                </c:pt>
                <c:pt idx="163">
                  <c:v>0.214513853</c:v>
                </c:pt>
                <c:pt idx="164">
                  <c:v>0.214119584</c:v>
                </c:pt>
                <c:pt idx="165">
                  <c:v>0.213726693</c:v>
                </c:pt>
                <c:pt idx="166">
                  <c:v>0.21333516999999999</c:v>
                </c:pt>
                <c:pt idx="167">
                  <c:v>0.21294500299999999</c:v>
                </c:pt>
                <c:pt idx="168">
                  <c:v>0.21255618100000001</c:v>
                </c:pt>
                <c:pt idx="169">
                  <c:v>0.21216869299999999</c:v>
                </c:pt>
                <c:pt idx="170">
                  <c:v>0.211782529</c:v>
                </c:pt>
                <c:pt idx="171">
                  <c:v>0.21139767700000001</c:v>
                </c:pt>
                <c:pt idx="172">
                  <c:v>0.211014128</c:v>
                </c:pt>
                <c:pt idx="173">
                  <c:v>0.210631872</c:v>
                </c:pt>
                <c:pt idx="174">
                  <c:v>0.21025089799999999</c:v>
                </c:pt>
                <c:pt idx="175">
                  <c:v>0.20987119700000001</c:v>
                </c:pt>
                <c:pt idx="176">
                  <c:v>0.20949276</c:v>
                </c:pt>
                <c:pt idx="177">
                  <c:v>0.209115576</c:v>
                </c:pt>
                <c:pt idx="178">
                  <c:v>0.20873963800000001</c:v>
                </c:pt>
                <c:pt idx="179">
                  <c:v>0.208364935</c:v>
                </c:pt>
                <c:pt idx="180">
                  <c:v>0.20799145899999999</c:v>
                </c:pt>
                <c:pt idx="181">
                  <c:v>0.207619201</c:v>
                </c:pt>
                <c:pt idx="182">
                  <c:v>0.20724815199999999</c:v>
                </c:pt>
                <c:pt idx="183">
                  <c:v>0.20687830400000001</c:v>
                </c:pt>
                <c:pt idx="184">
                  <c:v>0.20650964899999999</c:v>
                </c:pt>
                <c:pt idx="185">
                  <c:v>0.20614217900000001</c:v>
                </c:pt>
                <c:pt idx="186">
                  <c:v>0.20577588399999999</c:v>
                </c:pt>
                <c:pt idx="187">
                  <c:v>0.205410758</c:v>
                </c:pt>
                <c:pt idx="188">
                  <c:v>0.205046793</c:v>
                </c:pt>
                <c:pt idx="189">
                  <c:v>0.20468397999999999</c:v>
                </c:pt>
                <c:pt idx="190">
                  <c:v>0.20432231200000001</c:v>
                </c:pt>
                <c:pt idx="191">
                  <c:v>0.20396178200000001</c:v>
                </c:pt>
                <c:pt idx="192">
                  <c:v>0.203602383</c:v>
                </c:pt>
                <c:pt idx="193">
                  <c:v>0.20324410600000001</c:v>
                </c:pt>
                <c:pt idx="194">
                  <c:v>0.20288694500000001</c:v>
                </c:pt>
                <c:pt idx="195">
                  <c:v>0.20253089299999999</c:v>
                </c:pt>
                <c:pt idx="196">
                  <c:v>0.202175942</c:v>
                </c:pt>
                <c:pt idx="197">
                  <c:v>0.20182208700000001</c:v>
                </c:pt>
                <c:pt idx="198">
                  <c:v>0.20146931900000001</c:v>
                </c:pt>
                <c:pt idx="199">
                  <c:v>0.20111763299999999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B3A-4C32-A242-4C53884E0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55634816"/>
        <c:axId val="2055628160"/>
      </c:scatterChart>
      <c:valAx>
        <c:axId val="2055634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epochs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5628160"/>
        <c:crosses val="autoZero"/>
        <c:crossBetween val="midCat"/>
      </c:valAx>
      <c:valAx>
        <c:axId val="2055628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56348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79000502981218101"/>
          <c:y val="0.13900710254888052"/>
          <c:w val="0.15349881505436705"/>
          <c:h val="6.772934738588987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0T18:43:59.1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0T18:43:59.7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1T17:20:56.9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1 119 24575,'44'2'0,"-18"-1"0,1-1 0,0-1 0,52-10 0,-159 58 0,77-47 0,-34 20 0,37-20 0,-1 1 0,1-1 0,-1 0 0,1 1 0,0-1 0,-1 0 0,1 1 0,0-1 0,-1 2 0,1-2 0,0 0 0,0 1 0,-1-1 0,1 1 0,0-1 0,0 1 0,0-1 0,-1 1 0,1-1 0,0 1 0,0-1 0,0 2 0,1 0 0,-1-2 0,0 1 0,1-1 0,-1 1 0,1 0 0,0-1 0,-1 1 0,1-1 0,0 1 0,-1-1 0,2 0 0,-1 1 0,-1-1 0,1 1 0,0-1 0,0 0 0,-1 0 0,1 0 0,0 2 0,2-2 0,19 2 0,2 1 0,-24 3 0,-13 4 0,4-4 0,-1-2 0,0 2 0,0-3 0,-20 7 0,15-5 0,75-44 0,-37 28 0,-15 9 0,0-1 0,0-2 0,0 1 0,-1-1 0,1 1 0,6-8 0,-14 12 0,0 0 0,0 0 0,1 0 0,-1 0 0,0 0 0,0 0 0,0 0 0,0-1 0,0 1 0,0 0 0,0 0 0,0 0 0,0 0 0,0 0 0,0 0 0,0 0 0,0 0 0,0-1 0,0 1 0,0 0 0,0 0 0,0 0 0,0 0 0,0 0 0,0 0 0,0 0 0,0 0 0,0-1 0,0 1 0,0 0 0,0 0 0,0 0 0,0 0 0,0 0 0,0 0 0,0 0 0,0 0 0,0 0 0,0-1 0,0 1 0,-1 0 0,1 0 0,0 0 0,0 0 0,0 0 0,0 0 0,0 0 0,0 0 0,0 0 0,0 0 0,0 0 0,-1 0 0,1 0 0,0 0 0,0 0 0,0 0 0,0 0 0,0 0 0,0 0 0,0 0 0,-15-3 0,-14 5 0,14 0 0,4-1 0,-1 0 0,1 1 0,-2 1 0,2-1 0,0 1 0,-1 1 0,-17 8 0,38-10 0,6-3 0,7-7 0,1-1 0,22-13 0,-7 3 0,-32 19 0,-13 10 0,-22 24 0,11-14 0,6-6 0,-9 12 0,-33 52 0,54-78 0,0 0 0,-1 1 0,1-1 0,0 0 0,0 0 0,-1 2 0,1-2 0,0 0 0,0 1 0,0-1 0,0 0 0,-2 0 0,2 1 0,0-1 0,0 0 0,0 1 0,0-1 0,0 0 0,0 1 0,0-1 0,0 0 0,0 1 0,0-1 0,0 0 0,0 1 0,0-1 0,0 0 0,0 1 0,0-1 0,2 0 0,-2 2 0,0-2 0,0 0 0,0 0 0,0 1 0,1-1 0,-1 0 0,0 1 0,0-1 0,1 0 0,-1 0 0,0 0 0,0 1 0,1-1 0,-1 0 0,24-2 0,24-16 0,119-61 0,-161 75 0,-1 1 0,1 0 0,0-1 0,-2 0 0,2-1 0,-2 1 0,1-1 0,-1 1 0,8-12 0,-45 41 0,-12 19 0,18-16 0,-1-2 0,-33 25 0,60-51 0,1 0 0,0 1 0,-2-1 0,2 1 0,-1-1 0,1 0 0,-1 1 0,1-1 0,-1 0 0,1 0 0,-1 1 0,0-1 0,1 0 0,-1 0 0,1 0 0,-2 0 0,2 1 0,-1-1 0,0 0 0,1 0 0,-1 0 0,0 0 0,1-1 0,-1 1 0,1 0 0,-1 0 0,0 0 0,-1-1 0,2 1 0,0-1 0,0 1 0,0-1 0,0 1 0,-1-1 0,1 1 0,0-2 0,0 2 0,0-1 0,0 1 0,0-1 0,0 1 0,0-1 0,0 1 0,0-1 0,0 1 0,0-1 0,1 1 0,-1-1 0,0 1 0,0 0 0,2-3 0,-2 3 0,0-1 0,0 0 0,1 1 0,-1-1 0,0 1 0,1-1 0,-1 0 0,1 1 0,-1-1 0,0 1 0,1-2 0,-1 2 0,1-1 0,-1 1 0,1 0 0,0-1 0,-1 1 0,2 0 0,-2-1 0,1 1 0,0 0 0,-1 0 0,1-1 0,0 1 0,-1 0 0,1 0 0,0 0 0,-1 0 0,2 0 0,-1 0 0,-1 0 0,1 0 0,0 0 0,-1 0 0,1 0 0,0 1 0,-1-1 0,1 0 0,0 0 0,-1 1 0,2-1 0,-2 0 0,1 1 0,-1-1 0,1 1 0,0-1 0,-1 0 0,0 2 0,1-2 0,-1 1 0,1 0 0,1 2 0,0-1 0,0 1 0,0-2 0,0 1 0,1 0 0,-1 1 0,0-2 0,0 1 0,1-1 0,0 0 0,-1 2 0,1-2 0,0 0 0,-1-1 0,2 1 0,-2 0 0,1-1 0,-1 1 0,2-1 0,-2 0 0,5 0 0,-2-1 0,2 0 0,-1 0 0,0-1 0,-1-1 0,1 1 0,-2-1 0,2 0 0,0 0 0,6-6 0,-10 7 0,4-3 0,0 2 0,0-2 0,0 2 0,0 1 0,13-6 0,-18 7 0,0 1 0,0 0 0,0 0 0,0 0 0,1 0 0,0 0 0,-1 0 0,0 0 0,0 0 0,0 0 0,0 0 0,1 1 0,-1-1 0,0 0 0,0 1 0,0-1 0,0 1 0,0-1 0,0 1 0,-1-1 0,2 1 0,-1 0 0,0 1 0,0-2 0,-1 1 0,1 0 0,0 0 0,-1 0 0,1 0 0,-1-1 0,2 1 0,-2 0 0,1 1 0,-1-1 0,0 0 0,1 0 0,-1 0 0,0 1 0,0-1 0,0 1 0,0-1 0,0 1 0,1 7 0,-1 0 0,1-1 0,-2 1 0,1 0 0,-1-1 0,0 1 0,-5 12 0,0 8 0,24-61 0,-18 30 0,2 1 0,-2-2 0,0 2 0,1-1 0,-1 1 0,1 0 0,0-2 0,-1 2 0,1 0 0,0-1 0,0 1 0,0 0 0,1 0 0,-1-1 0,0 1 0,2-2 0,-3 4 0,1 0 0,-1-1 0,1 1 0,-1 0 0,2 1 0,-2-1 0,0 0 0,1 0 0,-1-1 0,0 1 0,0 0 0,0 0 0,1 0 0,-1 1 0,0-1 0,0 0 0,0 0 0,-1 1 0,-3 68 0,2-59 0,-1 0 0,-1-1 0,1 0 0,-2 0 0,-8 18 0,12-24 0,-2-2 0,2 1 0,-1 1 0,0-2 0,0 0 0,-1 2 0,1-2 0,0 0 0,-2 0 0,2 1 0,-1-1 0,1 0 0,-2-1 0,1 1 0,-1 0 0,2-1 0,-1 0 0,-1 0 0,1 0 0,0 0 0,-1 0 0,-4-1 0,7 0 0,0 0 0,0 0 0,0 0 0,0 0 0,-2 0 0,2-1 0,0 1 0,0 0 0,0-1 0,0 1 0,0-1 0,0 1 0,-1-1 0,1 1 0,1-1 0,-1 0 0,0 1 0,0-2 0,0 1 0,1 0 0,-1 0 0,-1 0 0,2 0 0,-2-1 0,1-2 0,0 1 0,0-1 0,0 1 0,1 0 0,-1-1 0,1 1 0,-2-1 0,2-6 0,2-5 0,0 0 0,7-30 0,-8 40 0,2-5 0,0 10 0,-1 20 0,-1-6 0,2-17 0,-1-1 0,-1 1 0,1 1 0,0-2 0,0 2 0,1 0 0,-1-1 0,0 0 0,0 1 0,1-1 0,0 2 0,-1-1 0,2 0 0,-2 1 0,1-2 0,1 2 0,-2 0 0,8-2 0,14-10 0,2-6 0,-1-1 0,-1-2 0,-1 1 0,37-48 0,-23 26 0,-36 42 0,0 0 0,-1 0 0,1 0 0,1 0 0,-1 0 0,0-1 0,-1 1 0,1 0 0,0 0 0,0 0 0,1 1 0,0-1 0,-1 0 0,0 1 0,0-1 0,0 1 0,1-2 0,-1 2 0,1 0 0,-1-1 0,1 1 0,-1 0 0,3 0 0,-3 1 0,-1-1 0,1 2 0,0-1 0,-1 0 0,1 0 0,-1 0 0,1 0 0,-1 0 0,0 0 0,1 1 0,-1-1 0,0 0 0,1 0 0,-1 0 0,0 0 0,0 1 0,0 0 0,0-1 0,0 0 0,-1 1 0,0 13 0,0-1 0,-2 0 0,-4 16 0,-1-12 0,6-29 0,7-28 0,-6 38 0,1 1 0,0-2 0,0 2 0,0-1 0,0 0 0,0 1 0,0-1 0,0 1 0,0-1 0,1 1 0,-1-1 0,0 0 0,0 1 0,0-1 0,1 1 0,-1-2 0,0 2 0,0-1 0,2 1 0,-2-1 0,0 1 0,1-1 0,-1 1 0,1-1 0,-1 1 0,1 0 0,-1-1 0,1 1 0,-2 23 0,-8 1 0,0 0 0,-1-2 0,-3 1 0,2 0 0,-2-2 0,-24 28 0,19-35 0,13-16 0,9-12 0,9-5 0,0-1 0,1 2 0,0 0 0,19-17 0,-14 15 0,-1-1 0,22-32 0,-40 53 0,0 0 0,0 0 0,0 0 0,0 0 0,0 0 0,0 0 0,0 0 0,0 0 0,0 0 0,0 0 0,-1 0 0,1-1 0,0 1 0,0 0 0,0 0 0,0 0 0,0 0 0,0 0 0,0 0 0,0 0 0,0 0 0,0 0 0,0 0 0,0-1 0,0 1 0,0 0 0,0 0 0,0 0 0,0 0 0,0 0 0,0 0 0,0 0 0,0 0 0,0-1 0,0 1 0,0 0 0,0 0 0,0 0 0,0 0 0,0 0 0,-17 13 0,-24 25 0,-156 168 0,198-207 0,34-31 0,-33 31 0,-1-1 0,2 1 0,-1 0 0,-1 0 0,1-1 0,0 1 0,0 0 0,0 0 0,0 0 0,0 1 0,1-1 0,-1 1 0,0-1 0,0 1 0,1 0 0,-1 0 0,0 0 0,0 0 0,1 0 0,2 0 0,-4 1 0,1 0 0,-1-1 0,-1 1 0,1 0 0,-1 0 0,1-1 0,0 1 0,-1 1 0,1-1 0,-1 0 0,0 0 0,1 0 0,-1 0 0,0 0 0,1 0 0,-1 1 0,0-1 0,0-1 0,0 1 0,0 0 0,0 0 0,0 0 0,0 0 0,0 0 0,-1 1 0,1-1 0,0 0 0,0 0 0,-1 0 0,1 0 0,-1 0 0,0 2 0,-6 8 0,8-20 0,7-6 0,1 1 0,0 0 0,0 0 0,1 1 0,2 1 0,-1-1 0,1 2 0,18-14 0,-30 24 0,0 1 0,1-1 0,-1 1 0,1 0 0,-1-1 0,1 1 0,-1-2 0,1 2 0,0 0 0,-1-1 0,1 1 0,-1 0 0,2 0 0,-1-1 0,-1 1 0,1 0 0,0 0 0,-1 0 0,1 0 0,0 0 0,-1 0 0,1 0 0,0 0 0,-1 0 0,2 0 0,-2 0 0,2 1 0,-1 0 0,-1-1 0,1 2 0,-1-1 0,1 0 0,-1 0 0,0-1 0,0 1 0,1 0 0,-1 0 0,0 1 0,0-1 0,0 0 0,0 0 0,0-1 0,0 1 0,0 0 0,0 1 0,-10 45 0,3-26 0,5-13 0,0 0 0,0 0 0,-1 0 0,0 0 0,0-2 0,-1 1 0,0 1 0,-1-1 0,1 0 0,-2-2 0,2 2 0,-10 7 0,20-20 0,-1 1 0,0 0 0,-1-1 0,1 0 0,-2 0 0,6-10 0,7-9 0,85-127 0,-123 192 0,21-37 0,0-1 0,0 0 0,0 0 0,-1 1 0,1-2 0,-1 1 0,1-1 0,-1 1 0,1 0 0,-2 0 0,2-1 0,-1 0 0,0 0 0,-1 1 0,2 0 0,-1-2 0,0 1 0,-1 0 0,1 0 0,0-1 0,0 1 0,-1-1 0,1 0 0,-5 1 0,5-2 0,1 0 0,0 1 0,-1-1 0,1 0 0,-1 0 0,1-1 0,0 1 0,0-1 0,0 1 0,0 0 0,0 0 0,-1-2 0,1 2 0,1 0 0,-1-1 0,0 1 0,1 0 0,-1-2 0,1 2 0,0-1 0,-1 1 0,1-1 0,0-1 0,0 2 0,0-1 0,0 1 0,0-1 0,0 0 0,1 0 0,0-1 0,12-57 0,-13 60 0,7-26 0,4 0 0,-1 0 0,27-44 0,-37 70 0,0-1 0,0 1 0,1-1 0,-1 1 0,0-1 0,0 0 0,1 1 0,-1-1 0,1 1 0,-1-2 0,1 2 0,-1 0 0,2-1 0,-2 1 0,1-1 0,-1 1 0,1 0 0,-1 0 0,1-1 0,-1 1 0,1 0 0,1-1 0,5 12 0,-3 31 0,-4-39 0,-3 190 0,8-224 0,2-2 0,0 1 0,4 1 0,-1 0 0,2 1 0,28-48 0,-40 77 0,0 1 0,0 0 0,0-1 0,0 1 0,0-1 0,0 1 0,0 0 0,0-1 0,1 1 0,-1 0 0,0-2 0,0 2 0,0 0 0,1-1 0,-1 1 0,0 0 0,0-1 0,1 1 0,-1 0 0,0-1 0,1 1 0,-1 0 0,0 0 0,1 0 0,-1-1 0,0 1 0,1 0 0,-1 0 0,0 0 0,2 0 0,-2 0 0,1 0 0,-1 0 0,0-1 0,1 1 0,-1 0 0,1 0 0,-1 1 0,0-1 0,1 0 0,0 0 0,5 21 0,-6 33 0,0-49 0,0 4 0,-1-1 0,1 0 0,-1 1 0,-2-1 0,2 0 0,-1 0 0,-1-1 0,-4 10 0,7-17 0,0 1 0,0-1 0,0 0 0,0 0 0,0 0 0,0 0 0,0 0 0,0 0 0,0 0 0,0 0 0,0 0 0,0 0 0,0 0 0,0 0 0,0 0 0,0 2 0,-1-2 0,1 0 0,0 0 0,0 0 0,0 0 0,0 0 0,0 0 0,0 0 0,0 0 0,0 0 0,0 0 0,0 0 0,0 0 0,0 0 0,-1 0 0,1 0 0,0 0 0,0 0 0,0 0 0,0 0 0,0 0 0,0 0 0,0 0 0,0 0 0,0 0 0,0 0 0,0 0 0,0 0 0,-2 0 0,2 0 0,0-2 0,0 2 0,0 0 0,0 0 0,0 0 0,0 0 0,0 0 0,0 0 0,0 0 0,0 0 0,0 0 0,0 0 0,0 0 0,0 0 0,0 0 0,0 0 0,0-1 0,0 1 0,0 0 0,0 0 0,0 0 0,0 0 0,-2-12 0,2-14 0,40-131 0,-35 141 0,0 15 0,-2 23 0,-4-3 0,0-41 0,1 13 0,-1 1 0,1-1 0,0 2 0,1-2 0,0 1 0,0-1 0,1 1 0,1 0 0,-1 0 0,5-9 0,-7 17 0,0 0 0,1 0 0,-1 0 0,0 0 0,0 0 0,1 0 0,-1 0 0,0 0 0,0 0 0,1 0 0,-1 0 0,0 1 0,0-1 0,1 0 0,-1 0 0,0 0 0,0 0 0,0 0 0,1 1 0,-1-1 0,0 0 0,0 0 0,0 0 0,1 1 0,-1-1 0,0 0 0,0 0 0,0 0 0,0 2 0,0-2 0,0 0 0,0 0 0,2 1 0,-2-1 0,0 0 0,0 0 0,0 1 0,0-1 0,0 0 0,0 1 0,0-1 0,0 0 0,0 0 0,0 1 0,-2-1 0,2 0 0,0 0 0,0 1 0,4 18 0,-4-9 0,0 2 0,-1-2 0,0 0 0,-1 0 0,0 0 0,-1 1 0,-5 14 0,-35 70 0,13-30 0,22-46 0,3-9 0,2 1 0,-3-1 0,1 0 0,-8 11 0,13-21 0,0 0 0,0 1 0,0-1 0,0 0 0,0 0 0,0 0 0,0 0 0,0 0 0,0 0 0,0 0 0,0 1 0,0-1 0,-1 0 0,1 0 0,0 0 0,0 0 0,0 0 0,0 0 0,0 0 0,0 0 0,0 0 0,-1 0 0,1 0 0,0 0 0,0 0 0,0 1 0,0-1 0,0 0 0,0 0 0,-1 0 0,1 0 0,0 0 0,0 0 0,0 0 0,0-1 0,0 1 0,0 0 0,-1 0 0,1 0 0,0 0 0,0 0 0,0 0 0,0 0 0,0 0 0,0 0 0,0 0 0,-2 0 0,2 0 0,0-1 0,-3-9 0,1-14 0,2 2 0,0-1 0,2 0 0,0 0 0,2 1 0,0 0 0,8-23 0,-7 64 0,-3 17 0,-2-18 0,0 0 0,-1 0 0,-1 0 0,-7 24 0,7-34 0,0 0 0,-2-1 0,1 1 0,-1 0 0,0 0 0,0 0 0,-1-1 0,0 0 0,0-1 0,-1 1 0,-8 8 0,12-13 0,-111 93 0,81-66 0,27-24 0,2-1 0,-2 1 0,0-1 0,0 1 0,-1-2 0,2 1 0,-2-1 0,1 0 0,-1 1 0,0-2 0,0 0 0,0 0 0,-8 3 0,14-5 0,-1 0 0,1 0 0,-1 0 0,0 0 0,1 0 0,-1 0 0,0 0 0,1 0 0,-1 0 0,1 0 0,-1-1 0,-1 1 0,2 0 0,-1 0 0,1 0 0,-1-1 0,1 1 0,-1 0 0,0-1 0,1 1 0,-1 0 0,1-2 0,0 2 0,-1-1 0,1 1 0,-1-1 0,1 1 0,-2-2 0,4-21 0,21-31 0,-17 43 0,19-45 0,-25 56 0,1 0 0,-1 1 0,0-1 0,0 0 0,0 0 0,0 0 0,0 1 0,0-1 0,0 0 0,0 0 0,0 1 0,0-1 0,1 0 0,-1 0 0,0 0 0,0 1 0,0-1 0,0 0 0,1 0 0,-1 0 0,0 0 0,0 0 0,0 1 0,1-1 0,-1 0 0,0 0 0,0 0 0,0 0 0,1 0 0,-1 0 0,0 0 0,0 0 0,1 0 0,-1 0 0,0 0 0,0 0 0,2 0 0,-2 0 0,0 0 0,0 0 0,1 0 0,-1 0 0,0 0 0,0 0 0,0 0 0,1 0 0,-1-1 0,0 1 0,0 0 0,0 0 0,1 0 0,-1 0 0,0-1 0,0 1 0,0 0 0,0 0 0,1 0 0,-1 0 0,0-1 0,0 1 0,0 0 0,0-1 0,2 25 0,-3-12-114,0-1 1,-1 1-1,0 0 0,-1-1 0,0-1 1,-2 1-1,1 1 0,-1-2 0,0 0 1,-1 0-1,-11 16 0,-4 0-6712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2T22:32:39.1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91 49 24575,'-2'0'0,"0"1"0,0-1 0,0 1 0,0-1 0,0 1 0,1 0 0,-1 0 0,0 0 0,1 0 0,-1 0 0,1 0 0,-1 0 0,1 1 0,-1-1 0,1 0 0,0 1 0,0-1 0,-1 1 0,1 0 0,-1 3 0,-1-1 0,1 0 0,0 1 0,0-1 0,0 1 0,1-1 0,0 1 0,-1 5 0,2-10 0,0 1 0,0-1 0,0 1 0,0 0 0,0-1 0,0 1 0,1-1 0,-1 1 0,0 0 0,0-1 0,1 1 0,-1-1 0,0 1 0,1-1 0,-1 1 0,0-1 0,1 1 0,-1-1 0,1 1 0,-1-1 0,1 0 0,-1 1 0,1-1 0,-1 0 0,1 1 0,-1-1 0,1 0 0,-1 0 0,1 0 0,0 1 0,-1-1 0,1 0 0,-1 0 0,1 0 0,0 0 0,27 1 0,-23-1 0,61-3 0,-61 5 0,-13 3 0,-20 7 0,24-11 0,-26 21 0,28-21 0,1 0 0,0 0 0,0 0 0,-1 0 0,1 0 0,0 0 0,0 1 0,0-1 0,0 0 0,0 1 0,1-1 0,-1 1 0,0-1 0,0 1 0,1-1 0,-1 1 0,1-1 0,0 1 0,-1 2 0,4-4 0,1 0 0,-1 0 0,0 0 0,1 0 0,-1-1 0,0 1 0,0-1 0,1 0 0,-1 0 0,4-2 0,7-2 0,0-1 0,0-1 0,0 0 0,-1 0 0,17-14 0,-30 21 0,1 0 0,-1 0 0,0-1 0,0 1 0,0 0 0,1 0 0,-1 0 0,0 0 0,0-1 0,0 1 0,1 0 0,-1 0 0,0 0 0,0-1 0,0 1 0,0 0 0,0 0 0,1-1 0,-1 1 0,0 0 0,0 0 0,0-1 0,0 1 0,0 0 0,0 0 0,0-1 0,0 1 0,0 0 0,0 0 0,0-1 0,0 1 0,0 0 0,0-1 0,0 1 0,-1 0 0,-9-5 0,-17 3 0,25 2 0,-10 0 0,0-1 0,0 1 0,-1 0 0,1 1 0,-20 4 0,30-5 0,0 0 0,0 1 0,0-1 0,1 1 0,-1 0 0,0 0 0,0 0 0,0 0 0,1 0 0,-1 0 0,0 0 0,1 0 0,-1 0 0,1 1 0,-1-1 0,1 1 0,0-1 0,0 1 0,-1 0 0,1-1 0,0 1 0,0 0 0,1 0 0,-1 0 0,0 0 0,1 0 0,-1 0 0,1 0 0,0 0 0,-1 0 0,1 0 0,0 0 0,0 0 0,0 0 0,1 2 0,-1-3 0,0 1 0,1-1 0,-1 1 0,0-1 0,1 1 0,-1-1 0,1 1 0,0-1 0,-1 0 0,1 1 0,0-1 0,0 0 0,0 0 0,0 1 0,0-1 0,0 0 0,0 0 0,0 0 0,1 0 0,-1 0 0,0-1 0,1 1 0,-1 0 0,0-1 0,1 1 0,-1-1 0,1 1 0,-1-1 0,1 1 0,-1-1 0,1 0 0,-1 0 0,1 0 0,-1 0 0,1 0 0,1 0 0,7-1 0,1-1 0,-1 0 0,1 0 0,11-5 0,-6 2 0,4 1 0,30-9 0,-48 13 0,-1-1 0,1 1 0,-1-1 0,1 1 0,-1-1 0,1 0 0,-1 0 0,1 1 0,-1-1 0,0 0 0,0 0 0,1-1 0,-1 1 0,0 0 0,0 0 0,0-1 0,0 1 0,0 0 0,-1-1 0,1 1 0,0-1 0,-1 1 0,2-4 0,-3 4 0,1-1 0,-1 0 0,0 1 0,0-1 0,0 1 0,0-1 0,0 1 0,0-1 0,0 1 0,0 0 0,0-1 0,-1 1 0,1 0 0,-1 0 0,1 0 0,-1 0 0,1 0 0,-1 0 0,1 1 0,-1-1 0,-2 0 0,-39-14 0,39 13 0,-1 1 0,0 0 0,1 0 0,-1 1 0,0 0 0,0 0 0,0 0 0,0 0 0,1 1 0,-1-1 0,0 1 0,0 1 0,1-1 0,-6 2 0,8-1 0,0-1 0,0 0 0,0 1 0,1-1 0,-1 1 0,0 0 0,1-1 0,-1 1 0,1 0 0,0 0 0,-1 0 0,1 0 0,0 0 0,0 0 0,0 0 0,1 1 0,-1-1 0,0 0 0,1 0 0,0 1 0,-1-1 0,1 0 0,0 1 0,0-1 0,0 0 0,0 1 0,1-1 0,-1 0 0,1 1 0,-1-1 0,2 2 0,-1 0 0,1-1 0,-1 0 0,1 0 0,0 0 0,0 0 0,0 0 0,0 0 0,0-1 0,1 1 0,-1-1 0,1 1 0,0-1 0,0 0 0,-1 0 0,1 0 0,1 0 0,-1-1 0,0 1 0,0-1 0,1 0 0,3 1 0,-4-1 0,1 0 0,-1 0 0,1 0 0,-1-1 0,0 1 0,1-1 0,-1 0 0,1 0 0,-1 0 0,1 0 0,-1-1 0,1 0 0,-1 1 0,1-1 0,-1 0 0,0-1 0,0 1 0,1 0 0,-1-1 0,0 0 0,3-2 0,-6 3 0,1 1 0,0 0 0,-1-1 0,1 1 0,-1-1 0,1 0 0,-1 1 0,0-1 0,1 1 0,-1-1 0,1 0 0,-1 1 0,0-1 0,0 0 0,1 1 0,-1-1 0,0 0 0,0 1 0,0-1 0,0 0 0,0 0 0,0 1 0,0-1 0,0 0 0,0 0 0,0 1 0,0-1 0,0 0 0,-1 1 0,1-1 0,0 0 0,0 1 0,-1-1 0,1 0 0,0 1 0,-1-1 0,1 1 0,-1-1 0,1 0 0,-1 1 0,1-1 0,-1 1 0,1-1 0,-1 1 0,0 0 0,1-1 0,-1 1 0,0 0 0,1-1 0,-1 1 0,0 0 0,1 0 0,-1 0 0,0-1 0,-1 1 0,-41-10 0,41 10 0,-46-2 0,46 2 0,0 0 0,0 1 0,0-1 0,0 1 0,0-1 0,0 1 0,-1-1 0,2 1 0,-1 0 0,0 0 0,0 0 0,0 0 0,0 0 0,1 1 0,-1-1 0,0 1 0,1-1 0,-1 1 0,-1 1 0,3-2 0,0 0 0,-1-1 0,1 1 0,0 0 0,0-1 0,0 1 0,0 0 0,0-1 0,-1 1 0,1 0 0,0 0 0,1-1 0,-1 1 0,0 0 0,0-1 0,0 1 0,0 0 0,0-1 0,1 1 0,-1 0 0,0-1 0,1 1 0,-1 0 0,0-1 0,1 1 0,-1-1 0,1 1 0,-1-1 0,1 1 0,-1-1 0,1 1 0,-1-1 0,1 1 0,0-1 0,-1 0 0,1 1 0,-1-1 0,1 0 0,0 0 0,-1 1 0,1-1 0,0 0 0,1 0 0,31 7 0,-25-7 0,1 0 0,-1-1 0,1 0 0,9-3 0,-16 4 0,1-1 0,0 1 0,-1-1 0,1 0 0,0 0 0,-1 0 0,1-1 0,-1 1 0,1 0 0,-1-1 0,0 0 0,0 0 0,1 1 0,-1-1 0,2-4 0,-4 6 0,1 0 0,-1 0 0,0-1 0,0 1 0,0 0 0,0-1 0,0 1 0,0 0 0,1-1 0,-1 1 0,0 0 0,0-1 0,0 1 0,0 0 0,0-1 0,0 1 0,0 0 0,-1 0 0,1-1 0,0 1 0,0 0 0,0-1 0,0 1 0,0 0 0,0-1 0,0 1 0,-1 0 0,1 0 0,0-1 0,0 1 0,0 0 0,-1 0 0,1-1 0,0 1 0,0 0 0,-1 0 0,1 0 0,0-1 0,-1 1 0,1 0 0,0 0 0,-1 0 0,1 0 0,0 0 0,0 0 0,-1 0 0,1 0 0,0 0 0,-1 0 0,1 0 0,0 0 0,-1 0 0,1 0 0,0 0 0,-1 0 0,-19 3 0,-22 16 0,40-18 0,-1 1 0,1-1 0,-1 1 0,1-1 0,0 1 0,-1 0 0,1 0 0,0 0 0,0 0 0,0 1 0,1-1 0,-1 0 0,-1 4 0,3-6 0,0 1 0,0-1 0,0 0 0,0 0 0,0 0 0,0 1 0,0-1 0,0 0 0,0 0 0,0 1 0,0-1 0,0 0 0,1 0 0,-1 0 0,0 1 0,0-1 0,0 0 0,0 0 0,0 0 0,1 0 0,-1 1 0,0-1 0,0 0 0,0 0 0,0 0 0,1 0 0,-1 0 0,0 0 0,0 0 0,0 0 0,1 1 0,-1-1 0,0 0 0,0 0 0,1 0 0,-1 0 0,0 0 0,0 0 0,0 0 0,1 0 0,-1 0 0,0 0 0,0 0 0,1-1 0,-1 1 0,0 0 0,0 0 0,0 0 0,1 0 0,-1 0 0,0 0 0,0 0 0,0-1 0,1 1 0,-1 0 0,0 0 0,0 0 0,0 0 0,0-1 0,0 1 0,1 0 0,-1 0 0,0 0 0,0-1 0,0 1 0,0 0 0,1-1 0,0 1 0,-1-1 0,1 0 0,0 1 0,-1-1 0,1 0 0,-1 0 0,1 1 0,-1-1 0,1 0 0,-1 0 0,0 0 0,1 1 0,-1-1 0,0 0 0,1 0 0,-1 0 0,0 0 0,0 0 0,0 0 0,0 0 0,0 0 0,0 0 0,0 1 0,0-1 0,-1-2 0,0 1 0,-1-1 0,1 1 0,-1-1 0,0 1 0,0 0 0,0 0 0,0 0 0,0 0 0,-1 0 0,1 0 0,0 0 0,-1 1 0,1-1 0,-1 1 0,0 0 0,0 0 0,1 0 0,-1 0 0,0 0 0,0 1 0,-3-1 0,2 0 0,-1 0 0,1 0 0,-1 1 0,0 0 0,1 0 0,-1 0 0,1 0 0,-1 1 0,1-1 0,-1 1 0,1 0 0,-1 1 0,-3 1 0,6-2 0,1-1 0,0 1 0,-1 0 0,1 0 0,0 0 0,-1 0 0,1 0 0,0 0 0,0 1 0,0-1 0,0 0 0,0 0 0,0 1 0,0-1 0,1 1 0,-1-1 0,0 1 0,1-1 0,-1 1 0,1-1 0,0 1 0,-1-1 0,1 1 0,0 0 0,0-1 0,0 3 0,0-3 0,1 1 0,0-1 0,-1 1 0,1 0 0,0-1 0,0 1 0,0-1 0,0 1 0,0-1 0,0 0 0,0 0 0,1 1 0,-1-1 0,0 0 0,1 0 0,-1 0 0,1 0 0,-1 0 0,1-1 0,-1 1 0,1 0 0,0-1 0,-1 1 0,4 0 0,26 4 0,-1-2 0,1 0 0,0-2 0,47-5 0,-6 1 0,-19 2 0,-10 1 0,-33 0 0,-15 0 0,-27 0 0,-107 5 0,125-4 0,1 1 0,0 1 0,-1 1 0,1-1 0,0 2 0,0 0 0,-23 13 0,35-18 0,1 1 0,-1-1 0,0 0 0,0 1 0,0-1 0,1 0 0,-1 1 0,0-1 0,1 1 0,-1-1 0,0 1 0,1 0 0,-1-1 0,1 1 0,-1 0 0,0-1 0,1 1 0,0 0 0,-1 0 0,1-1 0,-1 1 0,1 0 0,0 0 0,0 0 0,0-1 0,-1 1 0,1 0 0,0 1 0,1-1 0,0 0 0,0 0 0,0 0 0,0 0 0,0 0 0,0-1 0,0 1 0,0-1 0,0 1 0,0 0 0,0-1 0,1 0 0,-1 1 0,0-1 0,0 0 0,3 1 0,60 3 0,-61-3 0,270-4 0,-257 1 0,-16 2 0,1 0 0,-1 0 0,0 0 0,0 0 0,0 0 0,0 0 0,0 0 0,0 0 0,0 0 0,0 0 0,0 0 0,1 0 0,-1 0 0,0 0 0,0 0 0,0 0 0,0 0 0,0 0 0,0 0 0,0-1 0,0 1 0,0 0 0,0 0 0,0 0 0,0 0 0,0 0 0,0 0 0,0 0 0,0 0 0,0 0 0,0-1 0,0 1 0,0 0 0,0 0 0,0 0 0,0 0 0,0 0 0,0 0 0,0 0 0,0 0 0,0-1 0,0 1 0,0 0 0,0 0 0,0 0 0,0 0 0,0 0 0,0 0 0,0 0 0,0 0 0,0 0 0,0 0 0,0-1 0,0 1 0,0 0 0,-1 0 0,-25-9 0,-2 4 0,1 2 0,-54 0 0,65 4 0,1 0 0,0 1 0,0 1 0,0 0 0,0 1 0,-28 12 0,18-2 0,24-14 0,1 0 0,0 0 0,0 0 0,0 0 0,0 1 0,0-1 0,0 0 0,-1 0 0,1 0 0,0 0 0,0 0 0,0 0 0,0 0 0,0 0 0,0 1 0,0-1 0,0 0 0,0 0 0,0 0 0,-1 0 0,1 0 0,0 0 0,0 1 0,0-1 0,0 0 0,0 0 0,0 0 0,0 0 0,0 0 0,0 1 0,0-1 0,0 0 0,0 0 0,0 0 0,0 0 0,0 0 0,1 1 0,-1-1 0,0 0 0,0 0 0,0 0 0,0 0 0,0 0 0,0 0 0,0 1 0,0-1 0,17 2 0,108-15 0,-2 0 0,-43 13 0,-63 0 0,-54 0 0,-7-1 0,7 1 0,-45 3 0,73-2 0,0 0 0,1 1 0,-1 0 0,1 0 0,-1 1 0,1 0 0,0 0 0,0 1 0,0 0 0,-12 8 0,56-17 0,58-3 0,-56 10 0,-36-2 0,0 1 0,0-1 0,0 0 0,0 1 0,0 0 0,0 0 0,0-1 0,0 1 0,0 0 0,-1 0 0,1 1 0,0-1 0,-1 0 0,1 1 0,-1-1 0,2 2 0,-3-2 0,1-1 0,-1 1 0,0-1 0,1 1 0,-1-1 0,0 1 0,0-1 0,0 1 0,0-1 0,0 1 0,1 0 0,-1-1 0,0 1 0,0-1 0,0 1 0,0-1 0,-1 1 0,1-1 0,0 1 0,0-1 0,0 1 0,0-1 0,0 1 0,-1-1 0,1 1 0,0-1 0,-1 1 0,1-1 0,0 1 0,-1 0 0,-18 13 0,-23 2 0,-3-7 0,34-8 0,1 1 0,-1 1 0,0 0 0,1 0 0,0 1 0,-12 6 0,-1 0 0,23-10 0,-1 0 0,1 0 0,0 0 0,0 0 0,0 0 0,0 0 0,-1 0 0,1 0 0,0 0 0,0 0 0,0 0 0,0-1 0,0 1 0,0 0 0,-1 0 0,1 0 0,0 0 0,0 0 0,0 0 0,0 0 0,0 0 0,0-1 0,0 1 0,-1 0 0,1 0 0,0 0 0,0 0 0,0 0 0,0 0 0,0-1 0,0 1 0,0 0 0,0 0 0,0 0 0,0 0 0,0-1 0,0 1 0,0 0 0,0 0 0,0 0 0,0 0 0,0 0 0,0-1 0,0 1 0,0 0 0,0 0 0,0 0 0,1 0 0,-1 0 0,0-1 0,0 1 0,0 0 0,0 0 0,0 0 0,0 0 0,0 0 0,0 0 0,1 0 0,-1 0 0,0-1 0,3-3 0,1-1 0,0 1 0,0-1 0,0 1 0,1 1 0,4-5 0,4-1 0,1 1 0,0 0 0,0 1 0,0 1 0,28-9 0,77-11 0,-85 20 0,-8-1 0,-21 4 0,-16 6 0,4 0 0,0 0 0,0 0 0,0 1 0,0 0 0,0 1 0,1 0 0,-1 0 0,1 0 0,1 0 0,-7 8 0,7-7 0,-1 0 0,0 0 0,0-1 0,0 0 0,0 0 0,-1 0 0,0-1 0,0 0 0,-12 4 0,19-8 0,0 1 0,0-1 0,0 0 0,-1 0 0,1 0 0,0 0 0,0 0 0,-1 0 0,1 1 0,0-1 0,0 0 0,0 0 0,-1 0 0,1 0 0,0 0 0,0 0 0,-1 0 0,1 0 0,0 0 0,0 0 0,-1 0 0,1 0 0,0-1 0,0 1 0,-1 0 0,1 0 0,0 0 0,0 0 0,0 0 0,-1 0 0,1 0 0,0-1 0,0 1 0,0 0 0,-1 0 0,1 0 0,0 0 0,0-1 0,0 1 0,0 0 0,0 0 0,0 0 0,-1-1 0,6-12 0,14-12 0,-5 11 0,0 1 0,1 0 0,1 1 0,31-17 0,-44 27 0,-1 1 0,1-1 0,-1 1 0,1 0 0,-1 0 0,1 0 0,0 0 0,0 1 0,-1-1 0,1 1 0,0-1 0,0 1 0,0 0 0,0 0 0,-1 0 0,1 1 0,3 0 0,-5-1 0,0 0 0,0 1 0,0-1 0,-1 1 0,1-1 0,0 1 0,0-1 0,-1 1 0,1 0 0,0-1 0,-1 1 0,1 0 0,0 0 0,-1-1 0,1 1 0,-1 0 0,0 0 0,1 0 0,-1 0 0,1 1 0,-1 0 0,1 0 0,-1 1 0,0-1 0,0 0 0,0 1 0,-1-1 0,1 0 0,0 0 0,-1 1 0,1-1 0,-3 4 0,-1 5 0,-1-1 0,-1 1 0,-13 17 0,16-23 0,0 0 0,-1 0 0,0-1 0,0 0 0,0 0 0,-1 0 0,1 0 0,-1-1 0,-8 5 0,13-8 0,-1 1 0,1-1 0,-1 0 0,1 0 0,-1 0 0,1 1 0,-1-1 0,1 0 0,-1 0 0,1 0 0,-1 0 0,1 0 0,-1 0 0,1 0 0,-1 0 0,0 0 0,1 0 0,-1 0 0,1 0 0,-1-1 0,1 1 0,-1 0 0,1 0 0,-1 0 0,1-1 0,-1 1 0,1 0 0,-1-1 0,1 1 0,0 0 0,-1-1 0,1 1 0,-1-1 0,1 0 0,-1 0 0,0-1 0,1 0 0,-1 0 0,1 0 0,0 1 0,-1-1 0,1 0 0,0 0 0,0 0 0,1-3 0,-1-1 0,1 1 0,0-1 0,0 1 0,1-1 0,0 1 0,3-9 0,3 6 0,0 0 0,0 1 0,0-1 0,1 2 0,0 0 0,0 0 0,1 0 0,0 1 0,16-6 0,-26 11 0,0 1 0,0-1 0,-1 0 0,1 0 0,0 0 0,0 0 0,-1 0 0,1 0 0,0 1 0,-1-1 0,1 0 0,0 0 0,0 0 0,-1 0 0,1 0 0,0 0 0,-1 0 0,1 0 0,0 0 0,0 0 0,-1 0 0,1 0 0,0 0 0,-1-1 0,1 1 0,0 0 0,0 0 0,-1 0 0,1 0 0,0 0 0,0-1 0,-1 1 0,1 0 0,2-11 0,18-19 0,-14 21 0,13-20 0,30-37 0,-46 62 0,-1 0 0,1 0 0,0 0 0,-1 0 0,0-1 0,0 1 0,0-1 0,-1 1 0,0-1 0,0 0 0,0 1 0,0-1 0,0-7 0,-1 12 0,0 0 0,0 0 0,0-1 0,0 1 0,0 0 0,0 0 0,0-1 0,0 1 0,0 0 0,0 0 0,0-1 0,0 1 0,0 0 0,0 0 0,0-1 0,0 1 0,0 0 0,0 0 0,0 0 0,0-1 0,0 1 0,0 0 0,-1 0 0,1 0 0,0-1 0,0 1 0,0 0 0,0 0 0,-1 0 0,1-1 0,0 1 0,0 0 0,0 0 0,-1 0 0,1 0 0,0 0 0,0 0 0,0 0 0,-1 0 0,1-1 0,0 1 0,0 0 0,-1 0 0,1 0 0,-11 9 0,-6 18 0,12-15 0,1 1 0,1 0 0,0 0 0,0 0 0,1 0 0,1 0 0,0 1 0,2 15 0,-1-29 0,0-1 0,0 1 0,0 0 0,0 0 0,0 0 0,0 0 0,0 0 0,0 0 0,0 0 0,1 0 0,-1 0 0,0 0 0,0 0 0,0 0 0,0-1 0,0 1 0,0 0 0,0 0 0,0 0 0,0 0 0,0 0 0,1 0 0,-1 0 0,0 0 0,0 0 0,0 0 0,0 0 0,0 0 0,0 0 0,0 0 0,0 0 0,0 0 0,1 0 0,-1 0 0,0 0 0,0 0 0,0 0 0,0 0 0,0 0 0,0 1 0,0-1 0,0 0 0,0 0 0,1 0 0,-1 0 0,0 0 0,0 0 0,0 0 0,0 0 0,0 0 0,0 0 0,0 0 0,0 0 0,0 1 0,0-1 0,0 0 0,0 0 0,0 0 0,0 0 0,0 0 0,0 0 0,0 0 0,0 1 0,10-14 0,8-18 0,-12 13 0,0 0 0,-1 0 0,-1 0 0,3-33 0,3-16 0,-9 63 0,4-24 0,-5 23 0,-6 16 0,-3 13 0,7-18 0,1-1 0,-1 0 0,0 0 0,-1 0 0,1 0 0,-1 0 0,-4 4 0,2-2 0,1 0 0,-1 0 0,1 1 0,1-1 0,-1 1 0,1-1 0,0 1 0,1 0 0,0 0 0,0 1 0,1-1 0,0 0 0,1 0 0,-1 1 0,1-1 0,1 0 0,0 1 0,0-1 0,1 0 0,3 12 0,-5-20-23,0 0 0,1 0 0,-1 0 0,0 1 0,0-1-1,0 0 1,0 0 0,0 0 0,0 0 0,1 1 0,-1-1 0,0 0-1,0 0 1,0 0 0,0 1 0,0-1 0,0 0 0,0 0 0,0 0-1,0 1 1,0-1 0,0 0 0,0 0 0,0 0 0,0 1 0,0-1-1,0 0 1,0 0 0,0 1 0,0-1 0,0 0 0,0 0 0,0 0-1,-1 0 1,1 1 0,0-1 0,0 0 0,0 0 0,0 0 0,0 0 0,-1 1-1,1-1 1,0 0 0,0 0 0,0 0 0,0 0 0,-1 0 0,1 0-1,0 0 1,0 1 0,0-1 0,-1 0 0,1 0 0,0 0 0,0 0-1,-1 0 1,1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2T22:32:55.0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17 234 24575,'-1'-45'0,"-1"29"0,2-1 0,0 0 0,1 0 0,0 1 0,5-20 0,-3 30 0,0 0 0,1 0 0,-1 1 0,1-1 0,0 1 0,1 0 0,-1 0 0,1 0 0,0 1 0,0 0 0,0 0 0,8-5 0,-12 9 0,-1 0 0,1 0 0,-1 0 0,1 1 0,-1-1 0,1 0 0,-1 0 0,1 0 0,-1 1 0,1-1 0,-1 0 0,1 0 0,-1 1 0,1-1 0,-1 0 0,0 1 0,1-1 0,-1 1 0,0-1 0,1 0 0,-1 1 0,0-1 0,0 1 0,1-1 0,-1 1 0,0-1 0,0 1 0,0-1 0,0 1 0,1-1 0,-1 1 0,0-1 0,0 1 0,0-1 0,0 1 0,0-1 0,0 1 0,-1-1 0,1 1 0,0 0 0,1 28 0,-1-27 0,0 17 0,1-3 0,-2 0 0,-3 25 0,4-37 0,-1 0 0,0 1 0,-1-1 0,1 0 0,-1 0 0,0 0 0,0 0 0,0-1 0,0 1 0,-1 0 0,1-1 0,-1 0 0,0 1 0,-5 3 0,-10 7-40,13-12-125,0 1-1,1 1 0,-1-1 1,1 0-1,0 1 0,0 0 1,-6 9-1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2T22:32:58.0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2T22:33:00.2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2T22:33:02.7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2T22:33:07.1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2T22:33:14.7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B2954-3525-4095-9C85-E444C2EC3B4F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F4CA6-74A7-456C-8A8D-29E6829F9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86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860A-AF04-8377-9C8F-F04023468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DE4A7-5322-48ED-446F-FC27C0886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5A483-52C0-2587-F840-322B3476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7517-0060-4AD4-B67D-4622D16D77D2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73BD9-5DE9-12B9-1C2D-7EAAE8ED4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23FE8-EAFA-C9CB-9DE7-E39AA7396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5810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56D07-9029-9AAB-1F37-464E22E85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6E17F-4F02-8169-F575-9D9B39D7F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9183D-6193-79CF-D6B4-8BA32662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2213-512E-4F9E-A2BA-287F8AACB82E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B88A3-CB4F-88E4-8A1C-365371D64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1D85C-67D4-A171-EB43-CDCFA1AF3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5149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59D9-9D20-224C-EAEE-9D50B8651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7F96B-393E-D654-0C12-50535FBB6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D83DD-7F0F-143D-D522-126A4521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D074-0118-4E93-BE32-39EA9081FA91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DFC5E-002B-AB94-9E00-8543F1859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8BAFB-7D65-6AC3-83A5-BE38893C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1631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71202-328A-4177-0DFC-A3A52E933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90D-DBF3-5E00-66BF-FDF268C1BF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8418F-296D-D375-7C5C-4BF3FEFC0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7C7AD-D8C8-57A5-D31B-906078CED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7A77-C9B9-4C34-894A-016383EBA560}" type="datetime1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46D6B-C89B-1078-F64D-1049BD309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15546-3EE7-06AA-5DBD-2CCEBA2E4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0305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2104-73D7-E5E3-2A52-18A6FE3A7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597EF-5A45-98AD-1C7F-EADDA8039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FC41D-F27A-7A9E-4DCC-BC7369FA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FC4F7-4EAF-5592-0CB4-327D42B6F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1C403-A07A-9F10-D869-58B4C4A800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E43FA-71F9-7A73-B9CD-9ED56D2A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FDA8-CBEA-42E3-9E8F-89266C3263D0}" type="datetime1">
              <a:rPr lang="en-US" smtClean="0"/>
              <a:t>2/13/2023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3F5284-A829-87F5-C831-720A6E852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25389-8438-A4EF-B1DD-4B961863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3880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947F8-0B7C-934E-FFB5-C5D709FE5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07869D-3CBB-2032-EE73-C28D39B83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27821-3AEB-4DB7-8E9B-5216763FCD43}" type="datetime1">
              <a:rPr lang="en-US" smtClean="0"/>
              <a:t>2/13/2023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3AF06A-E212-9EC6-A196-8E80B7376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05403-08DB-54EE-EC2F-CB1380591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4016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D78E8B-2099-1559-6A3B-E75536754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47E3C-A3F0-4172-A15B-5AACB2CB840D}" type="datetime1">
              <a:rPr lang="en-US" smtClean="0"/>
              <a:t>2/13/2023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BA4B27-8026-E67C-7F47-F5ED4C800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49143-D631-29E2-4C48-475DF20EF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1157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A537C-3D60-518B-E889-7385B5A17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2E178-777F-D67D-C4B7-35E861433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67554-72B4-32D2-B6D3-FA201DEE5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ECAE7-A32B-A066-F163-0CF0C2BAF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6263B-C533-41A9-A7A3-122C7FE71F5E}" type="datetime1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C8798-4B2F-1A2E-BC95-FDBB1DB2E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2FF42-9040-CD59-111C-ECB3FEF9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9484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B4EB8-6638-A4CB-77AC-3AF32B67F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31981F-6398-F6B9-6826-D5B437211E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31AAD-F3D4-8FE9-279A-2469DC665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CB0AD-7A1E-B958-1897-5DC80FE58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FE60-D4DD-456C-A00D-908C691944E3}" type="datetime1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E43AA-65F7-8EC1-E1E8-487B71894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1ED30-DE6C-4FE9-A4EA-707A39EC2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5273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BDAB-F471-74DE-EB56-5661211A5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D0B30-84D6-3BEE-18C1-DC0D73B8E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1A20F-6243-AD29-625F-3BA8A5B93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3DE6-3A0A-4A0A-8D46-0A702DDB7665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61DAF-5DDE-FC67-DC7D-484CD54D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5B92D-886F-992C-C08C-7B7BE829E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0278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C2CF95-94B4-5613-D9B0-0900DC3AD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07FAB8-1F40-0093-1A10-9F8619A36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118F0-E120-85B1-7985-395372C71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D3DDA-23F2-4196-8215-D8C185B9D504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2F522-148C-3F9F-ED18-7498B4EE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D9D9C-1187-11AF-4889-EA2666BB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32853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DC1A-8224-4F71-9A14-8FDA25237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3B381-72DC-4067-B1C5-C4C34AA3F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C1851-F3FE-4E4A-B405-3CC017635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4DDC-8623-4A32-AD8B-A21FC1E2F389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32BC7-87EB-44FA-8EEF-802067144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EC38F-A3AC-4BE3-A9F3-1F9C9B29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9850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66F1-6D41-4E94-8244-35E08EC1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13D7F-84BC-4226-944C-65BC5DE35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8FFEE-100E-4D47-9A85-4ACDACCB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499A-0146-42EB-A3F5-EE0AECB0B56A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404D8-E1D6-49E3-996D-05911CA19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B8F2B-E5E0-4F29-966C-153CCD6D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5929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6326-975E-4076-AD37-30C5432A6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5F3C6-E497-4F9D-803F-12F1BBE6B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31F8B-9618-4371-8D3C-B596E3C00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1F52E-EA6A-43A8-9FEF-60058B114983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B0204-A9B4-4543-BAA6-15E0DF5D1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7ED44-0AAA-479D-B477-3C7728866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38853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4E14-A61B-439B-B8B3-51597450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DEEBC-5841-4190-8434-CB3F2F576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FF452-04FC-4D1D-914E-EFB23DF77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BDB96-F7BC-4DDD-B869-073FD7A94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8811E-773F-4265-A0F5-26CD3A47799B}" type="datetime1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4B99B-9AA0-4F34-9BCD-39D8366BF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7AA96-EAE9-4288-9669-0AC83A4E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6774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636F2-B73D-42E0-A70B-81405F0B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AB7BF-53BE-4B69-9350-7FB7B224E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0AF4A-38BB-4A6F-B15A-EEB4172ED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B6F622-B224-4932-AE6B-D2E218DE8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475B6-F037-46C8-BBFE-16A8CFE3E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8AEC00-E8AA-4CB8-A553-4BE6E4953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C3B4D-C45E-4678-B9F8-CE00B8042777}" type="datetime1">
              <a:rPr lang="en-US" smtClean="0"/>
              <a:t>2/13/2023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6AE64-5BE4-4571-8BC5-4116B7FA6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31C4C-654A-4188-8EFA-A0463557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67220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C457-E394-4930-B6AB-AB909458F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794FB-4919-43F9-ADD0-675C4D73D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8F994-648E-432B-823F-87232A613D1D}" type="datetime1">
              <a:rPr lang="en-US" smtClean="0"/>
              <a:t>2/13/2023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92245-D8D4-477A-981F-140015A72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CF89-36E2-4F30-831C-954C9702F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0912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D53D08-2AB8-4CB9-AD63-777831E7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3A6A-AB21-40BF-AAA4-3481E68347E7}" type="datetime1">
              <a:rPr lang="en-US" smtClean="0"/>
              <a:t>2/13/2023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91B1F-9138-4E95-9918-83ADADC74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C8F9A-7C0F-4F58-9A8C-84B759657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1230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952FD-B0A6-45FB-9626-24E1431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F79FA-3ACD-43BA-83D4-6EC85853C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0C5C6-E36F-4D3E-8931-282EFAA09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1E80F-75D4-4050-8E16-58EC8F8A2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DC6AE-07A1-4688-84AC-E8A8C7847900}" type="datetime1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41DE1-3677-400C-866F-2297E190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F1FE7-3679-4735-81D5-853FD1F91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5049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6F6BB-808C-4418-B60B-52DAE39F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F05C6E-C5CE-4319-855F-7878F5B6C3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B4F13-9982-4231-B46F-6618A6BD3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11B74-9E28-4999-9AD4-AEE679597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3E16-AAD0-411A-A985-A0BEFB652F0D}" type="datetime1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59BE1-61F1-4428-B92B-CC5C56E6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967E6-A404-4FF8-9A47-08A8BAB3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41245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E309-8335-41AA-A155-FA8B3AA4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A6C35F-D8EF-4508-A041-01F5E4863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81374-8634-4BF5-AB67-F0CD0DB6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D708-D81F-42A4-B2C4-753634B300FC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DCCE-C631-49D3-B1F7-2223FE22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D8C5C-32D5-4567-BEF5-E4F284D1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4061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DA1E2D-0CC9-4657-8225-44D12AFE1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1B753-3EFC-4072-BE7F-410D9F1D1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7CDDF-3E91-41E4-A5E1-C86C7B2C7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7797E-EC8B-4690-8741-B74341998556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75DB2-669C-4877-B2EC-393D1F98E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FEDFA-43E9-4E54-B64F-2CA16FAA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8052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DC1A-8224-4F71-9A14-8FDA25237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3B381-72DC-4067-B1C5-C4C34AA3F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C1851-F3FE-4E4A-B405-3CC017635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5B49C-4906-4AC3-BBDA-1A78C1CC14CB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32BC7-87EB-44FA-8EEF-802067144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EC38F-A3AC-4BE3-A9F3-1F9C9B29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99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66F1-6D41-4E94-8244-35E08EC1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13D7F-84BC-4226-944C-65BC5DE35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8FFEE-100E-4D47-9A85-4ACDACCB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456A-7AB5-48EB-ACD2-519289F80C39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404D8-E1D6-49E3-996D-05911CA19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B8F2B-E5E0-4F29-966C-153CCD6D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873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6326-975E-4076-AD37-30C5432A6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5F3C6-E497-4F9D-803F-12F1BBE6B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31F8B-9618-4371-8D3C-B596E3C00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8159-5915-400E-9340-FDC827DEA62B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B0204-A9B4-4543-BAA6-15E0DF5D1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7ED44-0AAA-479D-B477-3C7728866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4952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4E14-A61B-439B-B8B3-51597450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DEEBC-5841-4190-8434-CB3F2F576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FF452-04FC-4D1D-914E-EFB23DF77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BDB96-F7BC-4DDD-B869-073FD7A94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89FD1-E76D-4066-8DE6-0EFCBDECB015}" type="datetime1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4B99B-9AA0-4F34-9BCD-39D8366BF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7AA96-EAE9-4288-9669-0AC83A4E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44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636F2-B73D-42E0-A70B-81405F0B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AB7BF-53BE-4B69-9350-7FB7B224E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0AF4A-38BB-4A6F-B15A-EEB4172ED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B6F622-B224-4932-AE6B-D2E218DE8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475B6-F037-46C8-BBFE-16A8CFE3E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8AEC00-E8AA-4CB8-A553-4BE6E4953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9EBE3-B7EA-4EC5-9EBE-1C71047855D3}" type="datetime1">
              <a:rPr lang="en-US" smtClean="0"/>
              <a:t>2/13/2023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6AE64-5BE4-4571-8BC5-4116B7FA6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31C4C-654A-4188-8EFA-A0463557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88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C457-E394-4930-B6AB-AB909458F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794FB-4919-43F9-ADD0-675C4D73D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52D70-FDC1-4A92-8EB9-B9355A3AFACD}" type="datetime1">
              <a:rPr lang="en-US" smtClean="0"/>
              <a:t>2/13/2023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92245-D8D4-477A-981F-140015A72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CF89-36E2-4F30-831C-954C9702F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006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D53D08-2AB8-4CB9-AD63-777831E7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81E7F-206D-4C76-96E2-2157B2E14E6A}" type="datetime1">
              <a:rPr lang="en-US" smtClean="0"/>
              <a:t>2/13/2023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91B1F-9138-4E95-9918-83ADADC74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C8F9A-7C0F-4F58-9A8C-84B759657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272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952FD-B0A6-45FB-9626-24E1431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F79FA-3ACD-43BA-83D4-6EC85853C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0C5C6-E36F-4D3E-8931-282EFAA09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1E80F-75D4-4050-8E16-58EC8F8A2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33CF-417A-4916-BDAB-BD013B1CC6D7}" type="datetime1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41DE1-3677-400C-866F-2297E190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F1FE7-3679-4735-81D5-853FD1F91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592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6F6BB-808C-4418-B60B-52DAE39F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F05C6E-C5CE-4319-855F-7878F5B6C3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B4F13-9982-4231-B46F-6618A6BD3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11B74-9E28-4999-9AD4-AEE679597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852D5-3F94-448F-8C24-2DD7483ECBB4}" type="datetime1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59BE1-61F1-4428-B92B-CC5C56E6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967E6-A404-4FF8-9A47-08A8BAB3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775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E309-8335-41AA-A155-FA8B3AA4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A6C35F-D8EF-4508-A041-01F5E4863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81374-8634-4BF5-AB67-F0CD0DB6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52C33-4B2B-422C-AF6B-76E8F91E18DE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DCCE-C631-49D3-B1F7-2223FE22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D8C5C-32D5-4567-BEF5-E4F284D1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294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DA1E2D-0CC9-4657-8225-44D12AFE1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1B753-3EFC-4072-BE7F-410D9F1D1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7CDDF-3E91-41E4-A5E1-C86C7B2C7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E986-A9CB-4B95-B1B2-E5E4B38B1E12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75DB2-669C-4877-B2EC-393D1F98E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FEDFA-43E9-4E54-B64F-2CA16FAA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7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D72D0A-194A-3F52-0E2C-C677DB8A2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55208-1B69-1FCB-1BC1-D271EA142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7476D-E24D-1079-FF0B-D0ABD2FFA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F6251-41E6-4FD0-9C08-D2BB076057C6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4E266-244B-5DC7-A087-8A2A3BC46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773D9-690B-0DD2-631A-30408BD16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FE475-53A8-4CAF-9298-87D7A6BE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31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861619-8618-4EC6-976A-6ECC0FDDE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600F8-8B37-461D-A066-8C7CF547A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F7BA7-6A42-49F9-92CC-6ACB8D13E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CDEFB-7E82-4217-92EB-821E3144471A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F8407-B207-446B-8EC7-D7F6422B1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890BB-1B0D-42A4-9216-F1F71AC3F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829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861619-8618-4EC6-976A-6ECC0FDDE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600F8-8B37-461D-A066-8C7CF547A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F7BA7-6A42-49F9-92CC-6ACB8D13E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4A889-2C15-415E-9BCD-E5C2E8D40F77}" type="datetime1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F8407-B207-446B-8EC7-D7F6422B1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890BB-1B0D-42A4-9216-F1F71AC3F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CB4CD-6C32-4869-B39F-91EA30A06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43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customXml" Target="../ink/ink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swa.2021.116414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customXml" Target="../ink/ink7.xml"/><Relationship Id="rId3" Type="http://schemas.openxmlformats.org/officeDocument/2006/relationships/image" Target="../media/image20.png"/><Relationship Id="rId7" Type="http://schemas.openxmlformats.org/officeDocument/2006/relationships/customXml" Target="../ink/ink4.xml"/><Relationship Id="rId12" Type="http://schemas.openxmlformats.org/officeDocument/2006/relationships/image" Target="../media/image11.png"/><Relationship Id="rId2" Type="http://schemas.openxmlformats.org/officeDocument/2006/relationships/hyperlink" Target="https://physionet.org/content/chbmit/1.0.0/" TargetMode="External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customXml" Target="../ink/ink9.xml"/><Relationship Id="rId10" Type="http://schemas.openxmlformats.org/officeDocument/2006/relationships/image" Target="../media/image25.png"/><Relationship Id="rId4" Type="http://schemas.openxmlformats.org/officeDocument/2006/relationships/image" Target="../media/image21.png"/><Relationship Id="rId9" Type="http://schemas.openxmlformats.org/officeDocument/2006/relationships/customXml" Target="../ink/ink5.xml"/><Relationship Id="rId14" Type="http://schemas.openxmlformats.org/officeDocument/2006/relationships/customXml" Target="../ink/ink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4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4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4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35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95FB0E-FEA4-8EA7-4DE1-478C4D456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61016"/>
            <a:ext cx="11277600" cy="1418484"/>
          </a:xfrm>
        </p:spPr>
        <p:txBody>
          <a:bodyPr>
            <a:noAutofit/>
          </a:bodyPr>
          <a:lstStyle/>
          <a:p>
            <a:pPr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Epileptic Seizure Detection from EEG Signal Using Empirical Mode Decomposition and Deep Learning</a:t>
            </a:r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6A7B4E0-430F-168D-3EF9-AD8B94485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172173"/>
            <a:ext cx="5638800" cy="1228627"/>
          </a:xfrm>
        </p:spPr>
        <p:txBody>
          <a:bodyPr>
            <a:normAutofit fontScale="92500"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Dept. of Computer Science and Engineering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Khulna University of Engineering &amp; Technology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820262E-E559-9C73-89CA-E1239CD3D2FF}"/>
              </a:ext>
            </a:extLst>
          </p:cNvPr>
          <p:cNvSpPr txBox="1"/>
          <p:nvPr/>
        </p:nvSpPr>
        <p:spPr>
          <a:xfrm>
            <a:off x="5981701" y="3312450"/>
            <a:ext cx="5867400" cy="3088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i="0" kern="1200" spc="16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F36852F-395B-AEF9-547D-CEE5FE533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D4AEF59-F28E-467C-9EA3-92D1CFAD475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C47A1ED-D3C8-58B7-773F-E2643D28465B}"/>
              </a:ext>
            </a:extLst>
          </p:cNvPr>
          <p:cNvSpPr txBox="1">
            <a:spLocks/>
          </p:cNvSpPr>
          <p:nvPr/>
        </p:nvSpPr>
        <p:spPr>
          <a:xfrm>
            <a:off x="6096000" y="3845490"/>
            <a:ext cx="5638801" cy="2555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Supervised By: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Dr. Md. Aminul Haque Akhand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Professor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Dept. of Computer Science and Engineering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Khulna University of Engineering &amp; Technology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AF944F-28A9-0B4B-DAC9-42D709F35E53}"/>
              </a:ext>
            </a:extLst>
          </p:cNvPr>
          <p:cNvSpPr txBox="1"/>
          <p:nvPr/>
        </p:nvSpPr>
        <p:spPr>
          <a:xfrm flipH="1">
            <a:off x="457200" y="1910404"/>
            <a:ext cx="1127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CSE4000: Project/Thesis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A44789-95F2-77A2-573F-A2D0CFD5B233}"/>
              </a:ext>
            </a:extLst>
          </p:cNvPr>
          <p:cNvSpPr txBox="1">
            <a:spLocks/>
          </p:cNvSpPr>
          <p:nvPr/>
        </p:nvSpPr>
        <p:spPr>
          <a:xfrm>
            <a:off x="457200" y="4291672"/>
            <a:ext cx="5638800" cy="831472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Shupta Das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Roll:1707001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Suraiya Akter Mumu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Roll: 1707100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5DDF93D-EF98-0DE1-18E6-12BAEA3C7C9E}"/>
              </a:ext>
            </a:extLst>
          </p:cNvPr>
          <p:cNvSpPr txBox="1">
            <a:spLocks/>
          </p:cNvSpPr>
          <p:nvPr/>
        </p:nvSpPr>
        <p:spPr>
          <a:xfrm>
            <a:off x="457200" y="3808987"/>
            <a:ext cx="5410200" cy="433656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B82D43-A721-5AA9-6517-AC652E58A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547018"/>
            <a:ext cx="1371600" cy="147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1193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2BCF4-05DA-91BA-7BD4-4069BCD28612}"/>
              </a:ext>
            </a:extLst>
          </p:cNvPr>
          <p:cNvSpPr txBox="1">
            <a:spLocks/>
          </p:cNvSpPr>
          <p:nvPr/>
        </p:nvSpPr>
        <p:spPr>
          <a:xfrm>
            <a:off x="457200" y="457201"/>
            <a:ext cx="11277600" cy="876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AF9A8-8FC6-2B50-F685-5F242C28F00E}"/>
              </a:ext>
            </a:extLst>
          </p:cNvPr>
          <p:cNvSpPr txBox="1">
            <a:spLocks/>
          </p:cNvSpPr>
          <p:nvPr/>
        </p:nvSpPr>
        <p:spPr>
          <a:xfrm>
            <a:off x="457200" y="1333501"/>
            <a:ext cx="11277600" cy="5067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About Epileptic Seizure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Specific Aims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Contributions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Result Analysis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E6A31-F6A3-F305-A70D-43EEB9275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D4AEF59-F28E-467C-9EA3-92D1CFAD475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A27D40-F13F-2F27-386E-8D1640703B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2" t="10028" r="28389" b="14423"/>
          <a:stretch/>
        </p:blipFill>
        <p:spPr>
          <a:xfrm>
            <a:off x="4990437" y="2023269"/>
            <a:ext cx="2971608" cy="26025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C5AB86-CBE3-D193-B1D9-BB4CAD929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724" y="2065155"/>
            <a:ext cx="2656507" cy="272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3135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D498A-D097-3F2B-7872-36C3AFB63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About Epileptic Seizure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18663-32A9-B00C-932A-C9E5B5B13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0"/>
            <a:ext cx="7772401" cy="50673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Seizure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Abnormal electrical activity in the brain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Causes body movement disorders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Loss of consciousness, stiffness, confusion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2B097E-1E82-F6D8-E844-59B8F7600D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61" b="22063"/>
          <a:stretch/>
        </p:blipFill>
        <p:spPr>
          <a:xfrm>
            <a:off x="8610600" y="4383942"/>
            <a:ext cx="2954215" cy="146204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F932-ACDC-8E1A-56DF-A38976940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E039EE-F0D3-CD4D-5891-C7F4654D00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11" r="14122"/>
          <a:stretch/>
        </p:blipFill>
        <p:spPr>
          <a:xfrm>
            <a:off x="9069311" y="1714500"/>
            <a:ext cx="2036792" cy="1797426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8C2A21F2-4EB0-0AD1-822F-C8260317C3D5}"/>
              </a:ext>
            </a:extLst>
          </p:cNvPr>
          <p:cNvSpPr/>
          <p:nvPr/>
        </p:nvSpPr>
        <p:spPr>
          <a:xfrm>
            <a:off x="9982200" y="3733283"/>
            <a:ext cx="357555" cy="769928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A5AEC-3D43-66E4-F898-68EB8F32CD80}"/>
              </a:ext>
            </a:extLst>
          </p:cNvPr>
          <p:cNvSpPr txBox="1"/>
          <p:nvPr/>
        </p:nvSpPr>
        <p:spPr>
          <a:xfrm>
            <a:off x="457200" y="5572780"/>
            <a:ext cx="7772401" cy="523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Recurrent occurrences of seizure </a:t>
            </a:r>
          </a:p>
        </p:txBody>
      </p:sp>
    </p:spTree>
    <p:extLst>
      <p:ext uri="{BB962C8B-B14F-4D97-AF65-F5344CB8AC3E}">
        <p14:creationId xmlns:p14="http://schemas.microsoft.com/office/powerpoint/2010/main" val="25617649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7A7956F-53D3-3740-C2BE-C3AFFDE317A9}"/>
              </a:ext>
            </a:extLst>
          </p:cNvPr>
          <p:cNvSpPr txBox="1">
            <a:spLocks/>
          </p:cNvSpPr>
          <p:nvPr/>
        </p:nvSpPr>
        <p:spPr>
          <a:xfrm>
            <a:off x="228600" y="190501"/>
            <a:ext cx="11734800" cy="12191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573AB6-131D-D4B2-F0D5-83CFD6E04704}"/>
              </a:ext>
            </a:extLst>
          </p:cNvPr>
          <p:cNvSpPr txBox="1">
            <a:spLocks/>
          </p:cNvSpPr>
          <p:nvPr/>
        </p:nvSpPr>
        <p:spPr>
          <a:xfrm>
            <a:off x="457199" y="1327150"/>
            <a:ext cx="7772401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According to the World Health Organization (WHO)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Affects around 50 million people worldwide 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70% could live seizure free if properly diagnosed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National prevalence of epilepsy per 1000 was 8.4</a:t>
            </a:r>
          </a:p>
          <a:p>
            <a:pPr algn="l">
              <a:lnSpc>
                <a:spcPct val="100000"/>
              </a:lnSpc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D5334C0C-66D6-EB3A-45DF-01549A89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D4AEF59-F28E-467C-9EA3-92D1CFAD475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97B077-0039-C617-BEF1-6136171E4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823" y="1856170"/>
            <a:ext cx="2743200" cy="2722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1727CC-753C-1B24-E994-DBAF22BBC78D}"/>
              </a:ext>
            </a:extLst>
          </p:cNvPr>
          <p:cNvSpPr txBox="1">
            <a:spLocks/>
          </p:cNvSpPr>
          <p:nvPr/>
        </p:nvSpPr>
        <p:spPr>
          <a:xfrm>
            <a:off x="457200" y="457201"/>
            <a:ext cx="11277600" cy="876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880820-7B82-5EC4-C794-F6368A176B69}"/>
              </a:ext>
            </a:extLst>
          </p:cNvPr>
          <p:cNvSpPr txBox="1"/>
          <p:nvPr/>
        </p:nvSpPr>
        <p:spPr>
          <a:xfrm>
            <a:off x="457200" y="5572780"/>
            <a:ext cx="7772401" cy="523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Proper diagnosis is a major concern</a:t>
            </a:r>
          </a:p>
        </p:txBody>
      </p:sp>
    </p:spTree>
    <p:extLst>
      <p:ext uri="{BB962C8B-B14F-4D97-AF65-F5344CB8AC3E}">
        <p14:creationId xmlns:p14="http://schemas.microsoft.com/office/powerpoint/2010/main" val="34730756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5EB2A-4E5D-4E7F-E36F-5AFA393F4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4500"/>
            <a:ext cx="11277600" cy="1336431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5000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6D170-3AF6-51E5-DF24-E42614BA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A93B78-4F59-B90A-98C4-9BCFAB0E7D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0" t="14139" r="21405" b="17516"/>
          <a:stretch/>
        </p:blipFill>
        <p:spPr>
          <a:xfrm>
            <a:off x="5124450" y="3050931"/>
            <a:ext cx="1943100" cy="203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17530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B162-AA0E-134E-7415-3BB3F56CC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315700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8E429-DFC2-80E1-8E36-F811FE094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7507166" cy="5029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EEG is more useful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Reflect electrical activity of brain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Standard 10-20 system widely used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Capture signals from electrodes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20F395-2AA9-7C61-B56D-4580F35A0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780203"/>
            <a:ext cx="3543300" cy="257614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724B1-27E7-4225-69BF-6DC504F36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C85A19-AB28-933C-4E7B-5416563D5B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 b="9364"/>
          <a:stretch/>
        </p:blipFill>
        <p:spPr>
          <a:xfrm>
            <a:off x="8864111" y="1333500"/>
            <a:ext cx="2567354" cy="21082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2B4EC4-21E8-745B-03CB-F6172E42C1E0}"/>
              </a:ext>
            </a:extLst>
          </p:cNvPr>
          <p:cNvSpPr txBox="1"/>
          <p:nvPr/>
        </p:nvSpPr>
        <p:spPr>
          <a:xfrm>
            <a:off x="8229600" y="3376931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Figure 1: 10-20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5DFEB-ADF1-9818-FEF3-1028401EBDBA}"/>
              </a:ext>
            </a:extLst>
          </p:cNvPr>
          <p:cNvSpPr txBox="1"/>
          <p:nvPr/>
        </p:nvSpPr>
        <p:spPr>
          <a:xfrm>
            <a:off x="8229601" y="6023689"/>
            <a:ext cx="3543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Figure 2: EEG data collection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332530-2D98-636D-C723-1E33B6B0ED1A}"/>
              </a:ext>
            </a:extLst>
          </p:cNvPr>
          <p:cNvSpPr txBox="1"/>
          <p:nvPr/>
        </p:nvSpPr>
        <p:spPr>
          <a:xfrm>
            <a:off x="457200" y="5877580"/>
            <a:ext cx="7795847" cy="523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Difficult to detect seizure by visualizing EEG</a:t>
            </a:r>
          </a:p>
        </p:txBody>
      </p:sp>
    </p:spTree>
    <p:extLst>
      <p:ext uri="{BB962C8B-B14F-4D97-AF65-F5344CB8AC3E}">
        <p14:creationId xmlns:p14="http://schemas.microsoft.com/office/powerpoint/2010/main" val="4105253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B162-AA0E-134E-7415-3BB3F56CC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66313"/>
            <a:ext cx="11315701" cy="86132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Background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8E429-DFC2-80E1-8E36-F811FE094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0"/>
            <a:ext cx="5334001" cy="5058187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Attention paid in recent years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Seizure detection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Seizure prediction</a:t>
            </a:r>
          </a:p>
          <a:p>
            <a:pPr marL="0" indent="0"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BF79B5-43C4-64CE-4672-91C31EE087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97" t="7544" r="4826" b="68866"/>
          <a:stretch/>
        </p:blipFill>
        <p:spPr>
          <a:xfrm>
            <a:off x="2762320" y="2112339"/>
            <a:ext cx="1110808" cy="7510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B54B413-2697-7794-9216-1C3A1663F360}"/>
                  </a:ext>
                </a:extLst>
              </p14:cNvPr>
              <p14:cNvContentPartPr/>
              <p14:nvPr/>
            </p14:nvContentPartPr>
            <p14:xfrm>
              <a:off x="8554486" y="290117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B54B413-2697-7794-9216-1C3A1663F3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36486" y="288317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967FFAF-7183-AECF-2CBC-2AAC1AB6E0AE}"/>
                  </a:ext>
                </a:extLst>
              </p14:cNvPr>
              <p14:cNvContentPartPr/>
              <p14:nvPr/>
            </p14:nvContentPartPr>
            <p14:xfrm>
              <a:off x="7851406" y="3244251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967FFAF-7183-AECF-2CBC-2AAC1AB6E0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33406" y="3226251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F9835955-E9BA-9976-FEC5-0D1DF42546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60" t="69965" r="7664" b="5323"/>
          <a:stretch/>
        </p:blipFill>
        <p:spPr>
          <a:xfrm>
            <a:off x="2787965" y="3091274"/>
            <a:ext cx="1037807" cy="76265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7538A3C-F56C-BDD1-C523-0DD263F79A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7" y="2297045"/>
            <a:ext cx="1141791" cy="1140269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9E8800D-DBDB-EE6A-B81E-54A82F1C823A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1538654" y="2487860"/>
            <a:ext cx="1223666" cy="2292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F29CFEB-9823-0FCC-F1C9-9B082B59AA85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1646422" y="2874000"/>
            <a:ext cx="1141543" cy="5986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DFC653F-9ED3-D468-3ED2-3CAEEEF67535}"/>
              </a:ext>
            </a:extLst>
          </p:cNvPr>
          <p:cNvSpPr txBox="1"/>
          <p:nvPr/>
        </p:nvSpPr>
        <p:spPr>
          <a:xfrm>
            <a:off x="2472294" y="2790691"/>
            <a:ext cx="2136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Non Seizure signal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CE7CCF-3157-8123-9EA4-BC1A1B3CCE72}"/>
              </a:ext>
            </a:extLst>
          </p:cNvPr>
          <p:cNvSpPr txBox="1"/>
          <p:nvPr/>
        </p:nvSpPr>
        <p:spPr>
          <a:xfrm>
            <a:off x="2472294" y="3853411"/>
            <a:ext cx="18358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Seizure signal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8767E2E-91A6-207D-9D6C-92492FA8355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5" t="23771" r="8779" b="14010"/>
          <a:stretch/>
        </p:blipFill>
        <p:spPr>
          <a:xfrm>
            <a:off x="467012" y="4863167"/>
            <a:ext cx="1476485" cy="1140269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DC08F3C9-5FA8-35C9-8EA8-A855A874B2AF}"/>
              </a:ext>
            </a:extLst>
          </p:cNvPr>
          <p:cNvSpPr/>
          <p:nvPr/>
        </p:nvSpPr>
        <p:spPr>
          <a:xfrm>
            <a:off x="2477660" y="4673202"/>
            <a:ext cx="1566802" cy="767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Seizure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B50A86E-D20A-FC3A-F0FE-50E14F0E478F}"/>
              </a:ext>
            </a:extLst>
          </p:cNvPr>
          <p:cNvSpPr/>
          <p:nvPr/>
        </p:nvSpPr>
        <p:spPr>
          <a:xfrm>
            <a:off x="2680891" y="5529209"/>
            <a:ext cx="1363571" cy="7529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Seizure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7367B3B-B672-EDF2-807F-6F7922A0700B}"/>
              </a:ext>
            </a:extLst>
          </p:cNvPr>
          <p:cNvCxnSpPr>
            <a:cxnSpLocks/>
            <a:endCxn id="54" idx="2"/>
          </p:cNvCxnSpPr>
          <p:nvPr/>
        </p:nvCxnSpPr>
        <p:spPr>
          <a:xfrm>
            <a:off x="1627584" y="5111816"/>
            <a:ext cx="1053307" cy="7938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9E837A5-17F0-A15A-DBE3-520DD16D0E3B}"/>
              </a:ext>
            </a:extLst>
          </p:cNvPr>
          <p:cNvCxnSpPr>
            <a:cxnSpLocks/>
            <a:endCxn id="52" idx="1"/>
          </p:cNvCxnSpPr>
          <p:nvPr/>
        </p:nvCxnSpPr>
        <p:spPr>
          <a:xfrm flipV="1">
            <a:off x="871269" y="4785538"/>
            <a:ext cx="1835844" cy="2373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97AEE-32A6-7D32-B19E-730B1E535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974326-3510-12DE-95C3-4E5054487E06}"/>
              </a:ext>
            </a:extLst>
          </p:cNvPr>
          <p:cNvSpPr txBox="1"/>
          <p:nvPr/>
        </p:nvSpPr>
        <p:spPr>
          <a:xfrm>
            <a:off x="5791200" y="2790691"/>
            <a:ext cx="5981700" cy="25978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Feature extraction methods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Feature selection methods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Machine learning and deep learning  based method</a:t>
            </a:r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FF8673A3-76CF-5692-F510-45F58C569C44}"/>
              </a:ext>
            </a:extLst>
          </p:cNvPr>
          <p:cNvSpPr/>
          <p:nvPr/>
        </p:nvSpPr>
        <p:spPr>
          <a:xfrm>
            <a:off x="4608726" y="1397977"/>
            <a:ext cx="1037807" cy="488422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073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52" grpId="0" animBg="1"/>
      <p:bldP spid="54" grpId="0" animBg="1"/>
      <p:bldP spid="38" grpId="0" animBg="1"/>
      <p:bldP spid="4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5EB2A-4E5D-4E7F-E36F-5AFA393F4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457200"/>
            <a:ext cx="11315700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5000" dirty="0">
                <a:latin typeface="Arial" panose="020B0604020202020204" pitchFamily="34" charset="0"/>
                <a:cs typeface="Arial" panose="020B0604020202020204" pitchFamily="34" charset="0"/>
              </a:rPr>
              <a:t>Literature Review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6D170-3AF6-51E5-DF24-E42614BA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8" y="6356350"/>
            <a:ext cx="2743200" cy="365125"/>
          </a:xfrm>
        </p:spPr>
        <p:txBody>
          <a:bodyPr/>
          <a:lstStyle/>
          <a:p>
            <a:fld id="{7EFFE475-53A8-4CAF-9298-87D7A6BE5C4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D875B0E6-4DE8-9EAC-0CB0-BF3A2AAEDE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4723652"/>
              </p:ext>
            </p:extLst>
          </p:nvPr>
        </p:nvGraphicFramePr>
        <p:xfrm>
          <a:off x="438538" y="1912776"/>
          <a:ext cx="11334362" cy="46091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38">
                  <a:extLst>
                    <a:ext uri="{9D8B030D-6E8A-4147-A177-3AD203B41FA5}">
                      <a16:colId xmlns:a16="http://schemas.microsoft.com/office/drawing/2014/main" val="2389763390"/>
                    </a:ext>
                  </a:extLst>
                </a:gridCol>
                <a:gridCol w="4335100">
                  <a:extLst>
                    <a:ext uri="{9D8B030D-6E8A-4147-A177-3AD203B41FA5}">
                      <a16:colId xmlns:a16="http://schemas.microsoft.com/office/drawing/2014/main" val="547732089"/>
                    </a:ext>
                  </a:extLst>
                </a:gridCol>
                <a:gridCol w="2197448">
                  <a:extLst>
                    <a:ext uri="{9D8B030D-6E8A-4147-A177-3AD203B41FA5}">
                      <a16:colId xmlns:a16="http://schemas.microsoft.com/office/drawing/2014/main" val="2196672800"/>
                    </a:ext>
                  </a:extLst>
                </a:gridCol>
                <a:gridCol w="3721776">
                  <a:extLst>
                    <a:ext uri="{9D8B030D-6E8A-4147-A177-3AD203B41FA5}">
                      <a16:colId xmlns:a16="http://schemas.microsoft.com/office/drawing/2014/main" val="1252424359"/>
                    </a:ext>
                  </a:extLst>
                </a:gridCol>
              </a:tblGrid>
              <a:tr h="750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 ref.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894920"/>
                  </a:ext>
                </a:extLst>
              </a:tr>
              <a:tr h="10028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Epileptic seizure detection in EEG using mutual information-based best individual feature selection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Hassan et al. 2022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hlinkClick r:id="rId2" action="ppaction://hlinksldjump"/>
                        </a:rPr>
                        <a:t>[1]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EMD+MIBIF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selection+MLPNN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431755"/>
                  </a:ext>
                </a:extLst>
              </a:tr>
              <a:tr h="10028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Epileptic seizure detection using cross-bispectrum of electroencephalogram signal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N.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Mahmoodian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2019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hlinkClick r:id="rId2" action="ppaction://hlinksldjump"/>
                        </a:rPr>
                        <a:t>[2]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Window filter cross bispectrum-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feature+svm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rbf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5197264"/>
                  </a:ext>
                </a:extLst>
              </a:tr>
              <a:tr h="8407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Fuzzy-Based Automatic Epileptic Seizure Detection Framework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Aayesha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2022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hlinkClick r:id="rId2" action="ppaction://hlinksldjump"/>
                        </a:rPr>
                        <a:t>[3]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DWT +fuzzy logic based algo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856115"/>
                  </a:ext>
                </a:extLst>
              </a:tr>
              <a:tr h="10028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Supervised learning in automatic channel selection for epileptic seizure detection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N. D. Truong et al. 2017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hlinkClick r:id="rId2" action="ppaction://hlinksldjump"/>
                        </a:rPr>
                        <a:t>[4]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ACS+RF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0937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00D7AE6-2810-BB6C-9018-FDD075640827}"/>
              </a:ext>
            </a:extLst>
          </p:cNvPr>
          <p:cNvSpPr txBox="1"/>
          <p:nvPr/>
        </p:nvSpPr>
        <p:spPr>
          <a:xfrm>
            <a:off x="767860" y="1345168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Table 1: Literature review of related works</a:t>
            </a:r>
          </a:p>
        </p:txBody>
      </p:sp>
    </p:spTree>
    <p:extLst>
      <p:ext uri="{BB962C8B-B14F-4D97-AF65-F5344CB8AC3E}">
        <p14:creationId xmlns:p14="http://schemas.microsoft.com/office/powerpoint/2010/main" val="18027405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6A1C-25FE-D8A4-5745-B5729A5E6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315700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Base Paper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76570-B20C-1A3D-F889-041608B7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9</a:t>
            </a:fld>
            <a:endParaRPr lang="en-US"/>
          </a:p>
        </p:txBody>
      </p:sp>
      <p:pic>
        <p:nvPicPr>
          <p:cNvPr id="5" name="Content Placeholder 12">
            <a:extLst>
              <a:ext uri="{FF2B5EF4-FFF2-40B4-BE49-F238E27FC236}">
                <a16:creationId xmlns:a16="http://schemas.microsoft.com/office/drawing/2014/main" id="{23C9205A-048B-6D84-C1E8-8ECAF8FD0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1"/>
          <a:stretch/>
        </p:blipFill>
        <p:spPr>
          <a:xfrm>
            <a:off x="6514171" y="1333501"/>
            <a:ext cx="4192858" cy="50673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314722-1256-86C3-253A-711AB3638D99}"/>
              </a:ext>
            </a:extLst>
          </p:cNvPr>
          <p:cNvSpPr txBox="1"/>
          <p:nvPr/>
        </p:nvSpPr>
        <p:spPr>
          <a:xfrm>
            <a:off x="497159" y="1333500"/>
            <a:ext cx="597705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E2E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: </a:t>
            </a:r>
            <a:r>
              <a:rPr lang="en-US" sz="2400" b="0" i="0" dirty="0">
                <a:solidFill>
                  <a:srgbClr val="2E2E2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Epileptic seizure detection in EEG using mutual information-based best individual feature selection</a:t>
            </a:r>
            <a:endParaRPr lang="en-US" sz="2400" dirty="0">
              <a:solidFill>
                <a:srgbClr val="2E2E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2E2E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2E2E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DOI of the paper: </a:t>
            </a:r>
            <a:r>
              <a:rPr lang="en-US" sz="2000" b="0" i="0" u="none" strike="noStrike" dirty="0">
                <a:solidFill>
                  <a:srgbClr val="2E2E2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 tooltip="Persistent link using digital object identifier"/>
              </a:rPr>
              <a:t>10.1016/</a:t>
            </a:r>
            <a:r>
              <a:rPr lang="en-US" sz="2000" b="0" i="0" u="none" strike="noStrike" dirty="0" err="1">
                <a:solidFill>
                  <a:srgbClr val="2E2E2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 tooltip="Persistent link using digital object identifier"/>
              </a:rPr>
              <a:t>j.eswa.2021.116414</a:t>
            </a:r>
            <a:endParaRPr lang="en-US" sz="2000" b="0" i="0" u="none" strike="noStrike" dirty="0">
              <a:solidFill>
                <a:srgbClr val="2E2E2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2E2E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Journal: Expert Systems with Applications</a:t>
            </a:r>
          </a:p>
          <a:p>
            <a:endParaRPr lang="en-US" sz="2000" dirty="0">
              <a:solidFill>
                <a:srgbClr val="2E2E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0" i="0" u="none" strike="noStrike" dirty="0">
                <a:solidFill>
                  <a:srgbClr val="2E2E2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Volume: 193</a:t>
            </a:r>
          </a:p>
          <a:p>
            <a:endParaRPr lang="en-US" dirty="0">
              <a:solidFill>
                <a:srgbClr val="2E2E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264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565C35-60AC-5BFE-3C1A-3789A2BBC0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4" t="16283" r="13971" b="13043"/>
          <a:stretch/>
        </p:blipFill>
        <p:spPr>
          <a:xfrm>
            <a:off x="7851530" y="1916616"/>
            <a:ext cx="3420208" cy="19793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5F46E-F49D-984B-417D-221AEE7C4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315700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Specific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BE2C6-ABFB-F5E9-2CB3-5C67AFB96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71600"/>
            <a:ext cx="6356441" cy="50292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study aims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detect seizure using EEG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Computer intelligence based detection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Measure the generalization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F698AF-2430-9802-B776-BEC6C0D57E64}"/>
              </a:ext>
            </a:extLst>
          </p:cNvPr>
          <p:cNvSpPr/>
          <p:nvPr/>
        </p:nvSpPr>
        <p:spPr>
          <a:xfrm>
            <a:off x="7753971" y="4292342"/>
            <a:ext cx="1283677" cy="117737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Seizure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FEBB3B-F81F-6EB8-33E9-6FEC4F8CBBB0}"/>
              </a:ext>
            </a:extLst>
          </p:cNvPr>
          <p:cNvSpPr/>
          <p:nvPr/>
        </p:nvSpPr>
        <p:spPr>
          <a:xfrm>
            <a:off x="10485563" y="4881030"/>
            <a:ext cx="1249237" cy="117737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 seizure </a:t>
            </a:r>
          </a:p>
        </p:txBody>
      </p:sp>
      <p:sp>
        <p:nvSpPr>
          <p:cNvPr id="11" name="Arrow: Bent 10">
            <a:extLst>
              <a:ext uri="{FF2B5EF4-FFF2-40B4-BE49-F238E27FC236}">
                <a16:creationId xmlns:a16="http://schemas.microsoft.com/office/drawing/2014/main" id="{DF95E883-0E6B-1CAF-DE09-3A2B80CC1350}"/>
              </a:ext>
            </a:extLst>
          </p:cNvPr>
          <p:cNvSpPr/>
          <p:nvPr/>
        </p:nvSpPr>
        <p:spPr>
          <a:xfrm rot="10800000">
            <a:off x="8927351" y="3332284"/>
            <a:ext cx="993531" cy="1354015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53E63377-8187-37DA-F78D-3AF38FE9A339}"/>
              </a:ext>
            </a:extLst>
          </p:cNvPr>
          <p:cNvSpPr/>
          <p:nvPr/>
        </p:nvSpPr>
        <p:spPr>
          <a:xfrm rot="10800000" flipH="1">
            <a:off x="9683912" y="3428999"/>
            <a:ext cx="1004206" cy="1735212"/>
          </a:xfrm>
          <a:prstGeom prst="ben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Action Button: Help 1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76EBBA0-74E5-C0C2-0324-BFFF39230D6D}"/>
              </a:ext>
            </a:extLst>
          </p:cNvPr>
          <p:cNvSpPr/>
          <p:nvPr/>
        </p:nvSpPr>
        <p:spPr>
          <a:xfrm>
            <a:off x="9164322" y="5082923"/>
            <a:ext cx="1004206" cy="1177375"/>
          </a:xfrm>
          <a:prstGeom prst="actionButtonHelp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695D1-DD60-5DAF-5709-2056B8B5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059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F46E-F49D-984B-417D-221AEE7C4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315700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BE2C6-ABFB-F5E9-2CB3-5C67AFB96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71600"/>
            <a:ext cx="7562791" cy="5029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Collection of Local Data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Provided by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Dr. Abdus Salam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Neurology &amp; Epilepsy Specialist,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Shaheed Shaikh Abu-Naser Specialized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Hospital,Khulna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 local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CA67B3-23D5-6E5B-C19D-5F3830A3D9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7" t="6410" r="10443"/>
          <a:stretch/>
        </p:blipFill>
        <p:spPr>
          <a:xfrm>
            <a:off x="8359357" y="1415933"/>
            <a:ext cx="1923170" cy="202527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A9FF0F67-B52F-8C48-6E5D-2651C50C72F0}"/>
              </a:ext>
            </a:extLst>
          </p:cNvPr>
          <p:cNvSpPr/>
          <p:nvPr/>
        </p:nvSpPr>
        <p:spPr>
          <a:xfrm>
            <a:off x="8359357" y="4885608"/>
            <a:ext cx="2270544" cy="117737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829FC-89A3-803B-22E2-50F5C320B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11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54D391-D96D-B067-B5E2-1D3E14DEA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990" y="3496425"/>
            <a:ext cx="3077308" cy="1389183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A7CAA23A-0F50-01E3-384B-8B95CF431745}"/>
              </a:ext>
            </a:extLst>
          </p:cNvPr>
          <p:cNvSpPr/>
          <p:nvPr/>
        </p:nvSpPr>
        <p:spPr>
          <a:xfrm>
            <a:off x="10255411" y="3891068"/>
            <a:ext cx="624253" cy="615461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33D273EA-BAEE-0205-37B5-EBF5D0610C27}"/>
              </a:ext>
            </a:extLst>
          </p:cNvPr>
          <p:cNvSpPr/>
          <p:nvPr/>
        </p:nvSpPr>
        <p:spPr>
          <a:xfrm rot="1747479">
            <a:off x="10126010" y="4394548"/>
            <a:ext cx="179352" cy="752718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013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F46E-F49D-984B-417D-221AEE7C4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315700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Local Dataset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AEC1E6-5AE4-F65A-43AE-B6D324284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954" y="1494692"/>
            <a:ext cx="4466492" cy="349934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829FC-89A3-803B-22E2-50F5C320B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12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9C8286-A62B-DE17-A626-8753BFFA2621}"/>
              </a:ext>
            </a:extLst>
          </p:cNvPr>
          <p:cNvSpPr/>
          <p:nvPr/>
        </p:nvSpPr>
        <p:spPr>
          <a:xfrm>
            <a:off x="10498015" y="1424356"/>
            <a:ext cx="553916" cy="3710352"/>
          </a:xfrm>
          <a:prstGeom prst="rect">
            <a:avLst/>
          </a:prstGeom>
          <a:noFill/>
          <a:ln w="25400" cmpd="sng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AF341-3C11-B1EF-F2AD-28EE14C52D72}"/>
              </a:ext>
            </a:extLst>
          </p:cNvPr>
          <p:cNvSpPr txBox="1"/>
          <p:nvPr/>
        </p:nvSpPr>
        <p:spPr>
          <a:xfrm>
            <a:off x="457200" y="1333500"/>
            <a:ext cx="6840415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Recorded in .e (Nicolet) format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19 bipolar EEG channels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“Fp1-A1”, “F3-A1”, “C3-A1”, “P3-A1”, “O1-A1”, “Fp2-A2”, “F4-A2”, “C4-A2”, “P4-A2”, “O2-A2”, “F7-A1”, “T3-A1”, “T5-A1”, “F8-A2”, “T4-A2”, “T6-A2”, “Fz-A1”, “Cz-A1”, “Pz-A1”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Additional signals like “ECG-Bipolar”, and “Photic”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Frequency of 500 samples per second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1089DF-538D-7FA9-28AA-ADD2CF661E21}"/>
              </a:ext>
            </a:extLst>
          </p:cNvPr>
          <p:cNvSpPr txBox="1"/>
          <p:nvPr/>
        </p:nvSpPr>
        <p:spPr>
          <a:xfrm>
            <a:off x="7377285" y="5301762"/>
            <a:ext cx="4404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Figure 3: A small portion of local dataset containing spike </a:t>
            </a:r>
          </a:p>
        </p:txBody>
      </p:sp>
    </p:spTree>
    <p:extLst>
      <p:ext uri="{BB962C8B-B14F-4D97-AF65-F5344CB8AC3E}">
        <p14:creationId xmlns:p14="http://schemas.microsoft.com/office/powerpoint/2010/main" val="32018628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6D170-3AF6-51E5-DF24-E42614BA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AB46624-7A2D-35F0-C3DA-5957E7F8A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4500"/>
            <a:ext cx="11315700" cy="1336431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50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4C7915-FFEF-3B6D-2F3B-C24DF5933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018" y="3121127"/>
            <a:ext cx="1860063" cy="137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7455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A54FB-1C52-4952-56FF-ED475CC5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14</a:t>
            </a:fld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FBE8AFD-2D1A-6A45-37B7-702FCD6D7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226" y="1371600"/>
            <a:ext cx="6130935" cy="4724400"/>
          </a:xfrm>
          <a:prstGeom prst="rect">
            <a:avLst/>
          </a:prstGeom>
        </p:spPr>
      </p:pic>
      <p:sp>
        <p:nvSpPr>
          <p:cNvPr id="43" name="Title 1">
            <a:extLst>
              <a:ext uri="{FF2B5EF4-FFF2-40B4-BE49-F238E27FC236}">
                <a16:creationId xmlns:a16="http://schemas.microsoft.com/office/drawing/2014/main" id="{8FAE1B40-D45E-3B3B-B4CF-F307F14DA5AF}"/>
              </a:ext>
            </a:extLst>
          </p:cNvPr>
          <p:cNvSpPr txBox="1">
            <a:spLocks/>
          </p:cNvSpPr>
          <p:nvPr/>
        </p:nvSpPr>
        <p:spPr>
          <a:xfrm>
            <a:off x="457200" y="475271"/>
            <a:ext cx="11306908" cy="8582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FB0C0A-86A6-4D4E-3A45-3B89418B215E}"/>
              </a:ext>
            </a:extLst>
          </p:cNvPr>
          <p:cNvSpPr txBox="1"/>
          <p:nvPr/>
        </p:nvSpPr>
        <p:spPr>
          <a:xfrm>
            <a:off x="3877407" y="6096000"/>
            <a:ext cx="399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Figure 4: Overall methodology</a:t>
            </a:r>
          </a:p>
        </p:txBody>
      </p:sp>
    </p:spTree>
    <p:extLst>
      <p:ext uri="{BB962C8B-B14F-4D97-AF65-F5344CB8AC3E}">
        <p14:creationId xmlns:p14="http://schemas.microsoft.com/office/powerpoint/2010/main" val="9671677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41F4D6EF-EBAA-BA0F-A1FD-1CDB00EE80F9}"/>
              </a:ext>
            </a:extLst>
          </p:cNvPr>
          <p:cNvSpPr txBox="1"/>
          <p:nvPr/>
        </p:nvSpPr>
        <p:spPr>
          <a:xfrm>
            <a:off x="457200" y="1333501"/>
            <a:ext cx="7772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Two datasets were used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CHB-MIT: available in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https://physionet.org/content/chbmit/1.0.0/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Local Dataset : converted using MATLAB toolbox 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eeglab2021.1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89EE2439-2086-5E31-1BBD-CFBA99DE16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19"/>
          <a:stretch/>
        </p:blipFill>
        <p:spPr>
          <a:xfrm>
            <a:off x="634857" y="3078343"/>
            <a:ext cx="2384546" cy="1819397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4B02BF1D-F536-7E4E-D770-7DA78CB5212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18" t="19592" r="28802" b="21463"/>
          <a:stretch/>
        </p:blipFill>
        <p:spPr>
          <a:xfrm>
            <a:off x="4562314" y="3750147"/>
            <a:ext cx="3147647" cy="1160584"/>
          </a:xfrm>
          <a:prstGeom prst="rect">
            <a:avLst/>
          </a:prstGeom>
        </p:spPr>
      </p:pic>
      <p:sp>
        <p:nvSpPr>
          <p:cNvPr id="67" name="Arrow: Right 66">
            <a:extLst>
              <a:ext uri="{FF2B5EF4-FFF2-40B4-BE49-F238E27FC236}">
                <a16:creationId xmlns:a16="http://schemas.microsoft.com/office/drawing/2014/main" id="{9D9F9A64-92F3-7DAD-2FFB-BCD328BC57F0}"/>
              </a:ext>
            </a:extLst>
          </p:cNvPr>
          <p:cNvSpPr/>
          <p:nvPr/>
        </p:nvSpPr>
        <p:spPr>
          <a:xfrm>
            <a:off x="3038453" y="4293621"/>
            <a:ext cx="677007" cy="294429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EB09BD-21B1-B553-627E-CA8620869869}"/>
              </a:ext>
            </a:extLst>
          </p:cNvPr>
          <p:cNvSpPr txBox="1"/>
          <p:nvPr/>
        </p:nvSpPr>
        <p:spPr>
          <a:xfrm>
            <a:off x="3795734" y="4331551"/>
            <a:ext cx="93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Fp1-A1</a:t>
            </a:r>
          </a:p>
        </p:txBody>
      </p:sp>
      <p:sp>
        <p:nvSpPr>
          <p:cNvPr id="70" name="Flowchart: Multidocument 69">
            <a:extLst>
              <a:ext uri="{FF2B5EF4-FFF2-40B4-BE49-F238E27FC236}">
                <a16:creationId xmlns:a16="http://schemas.microsoft.com/office/drawing/2014/main" id="{0BC35369-DB1C-21BF-A8D6-5F8F78B4BA53}"/>
              </a:ext>
            </a:extLst>
          </p:cNvPr>
          <p:cNvSpPr/>
          <p:nvPr/>
        </p:nvSpPr>
        <p:spPr>
          <a:xfrm>
            <a:off x="9670502" y="1584540"/>
            <a:ext cx="1319883" cy="584902"/>
          </a:xfrm>
          <a:prstGeom prst="flowChartMulti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Data collection 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601FD9-015A-E880-74AD-8271A66887FD}"/>
                  </a:ext>
                </a:extLst>
              </p14:cNvPr>
              <p14:cNvContentPartPr/>
              <p14:nvPr/>
            </p14:nvContentPartPr>
            <p14:xfrm>
              <a:off x="1165718" y="4632868"/>
              <a:ext cx="297717" cy="232325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601FD9-015A-E880-74AD-8271A66887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7718" y="4614830"/>
                <a:ext cx="333357" cy="2680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2448CF-E1EA-89AA-F249-9A2A6B44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A8BE86-05F0-4044-402E-0E3DF968346F}"/>
              </a:ext>
            </a:extLst>
          </p:cNvPr>
          <p:cNvSpPr txBox="1">
            <a:spLocks/>
          </p:cNvSpPr>
          <p:nvPr/>
        </p:nvSpPr>
        <p:spPr>
          <a:xfrm>
            <a:off x="457200" y="457201"/>
            <a:ext cx="11315700" cy="876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Methodology(Cont.)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D23FAA-116C-86E1-4919-707B927071B1}"/>
              </a:ext>
            </a:extLst>
          </p:cNvPr>
          <p:cNvSpPr txBox="1"/>
          <p:nvPr/>
        </p:nvSpPr>
        <p:spPr>
          <a:xfrm>
            <a:off x="1314576" y="5298230"/>
            <a:ext cx="6990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Figure 5 : EEG Recording of a channel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E59E9-EB7D-407C-D8A9-CC5E15551809}"/>
              </a:ext>
            </a:extLst>
          </p:cNvPr>
          <p:cNvSpPr txBox="1"/>
          <p:nvPr/>
        </p:nvSpPr>
        <p:spPr>
          <a:xfrm>
            <a:off x="457200" y="5812860"/>
            <a:ext cx="10896600" cy="5778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Additional signals like “ECG-Bipolar” and “Photic” are ignored in local data 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43EBCE2-528D-FEFD-D4ED-9BE5387C9F34}"/>
                  </a:ext>
                </a:extLst>
              </p14:cNvPr>
              <p14:cNvContentPartPr/>
              <p14:nvPr/>
            </p14:nvContentPartPr>
            <p14:xfrm>
              <a:off x="993468" y="4078337"/>
              <a:ext cx="246600" cy="169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43EBCE2-528D-FEFD-D4ED-9BE5387C9F3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5828" y="4060697"/>
                <a:ext cx="282240" cy="20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57CFDDA-C6F6-9798-BF12-68A61670EBC9}"/>
              </a:ext>
            </a:extLst>
          </p:cNvPr>
          <p:cNvGrpSpPr/>
          <p:nvPr/>
        </p:nvGrpSpPr>
        <p:grpSpPr>
          <a:xfrm>
            <a:off x="1272108" y="3862697"/>
            <a:ext cx="71640" cy="136440"/>
            <a:chOff x="1272108" y="3862697"/>
            <a:chExt cx="71640" cy="13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DD55194-B989-5413-44FE-9F6F65BAD153}"/>
                    </a:ext>
                  </a:extLst>
                </p14:cNvPr>
                <p14:cNvContentPartPr/>
                <p14:nvPr/>
              </p14:nvContentPartPr>
              <p14:xfrm>
                <a:off x="1272108" y="3909137"/>
                <a:ext cx="35280" cy="90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DD55194-B989-5413-44FE-9F6F65BAD15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54108" y="3891137"/>
                  <a:ext cx="70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7BCB781-E5A5-9F42-88F6-4CF7C5500B1D}"/>
                    </a:ext>
                  </a:extLst>
                </p14:cNvPr>
                <p14:cNvContentPartPr/>
                <p14:nvPr/>
              </p14:nvContentPartPr>
              <p14:xfrm>
                <a:off x="1334028" y="3862697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7BCB781-E5A5-9F42-88F6-4CF7C5500B1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16028" y="384469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F230DD0-07B1-897C-9828-A73EAB2AA90E}"/>
                    </a:ext>
                  </a:extLst>
                </p14:cNvPr>
                <p14:cNvContentPartPr/>
                <p14:nvPr/>
              </p14:nvContentPartPr>
              <p14:xfrm>
                <a:off x="1343388" y="3872057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F230DD0-07B1-897C-9828-A73EAB2AA90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25388" y="385405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FA57B8F-404A-D8F3-54B0-D7A52DA022F3}"/>
                    </a:ext>
                  </a:extLst>
                </p14:cNvPr>
                <p14:cNvContentPartPr/>
                <p14:nvPr/>
              </p14:nvContentPartPr>
              <p14:xfrm>
                <a:off x="1324668" y="3881057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FA57B8F-404A-D8F3-54B0-D7A52DA022F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07028" y="386341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56A67FB-4FCA-8C18-959A-5B01871BFDE9}"/>
                  </a:ext>
                </a:extLst>
              </p14:cNvPr>
              <p14:cNvContentPartPr/>
              <p14:nvPr/>
            </p14:nvContentPartPr>
            <p14:xfrm>
              <a:off x="1259148" y="4002377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56A67FB-4FCA-8C18-959A-5B01871BFDE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41148" y="398437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CB606DF-8104-FBA3-C935-5A0B6CC3F143}"/>
                  </a:ext>
                </a:extLst>
              </p14:cNvPr>
              <p14:cNvContentPartPr/>
              <p14:nvPr/>
            </p14:nvContentPartPr>
            <p14:xfrm>
              <a:off x="9703308" y="4170137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CB606DF-8104-FBA3-C935-5A0B6CC3F14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85668" y="4152497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36526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/>
      <p:bldP spid="70" grpId="0" animBg="1"/>
      <p:bldP spid="2" grpId="0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41F4D6EF-EBAA-BA0F-A1FD-1CDB00EE80F9}"/>
              </a:ext>
            </a:extLst>
          </p:cNvPr>
          <p:cNvSpPr txBox="1"/>
          <p:nvPr/>
        </p:nvSpPr>
        <p:spPr>
          <a:xfrm>
            <a:off x="457200" y="1404482"/>
            <a:ext cx="56007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10 second and 5 second segmentation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Empirical Mode Decomposition based 6 IMFs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1AA5AA-0FC4-E742-DA26-82C43B218D9A}"/>
              </a:ext>
            </a:extLst>
          </p:cNvPr>
          <p:cNvSpPr/>
          <p:nvPr/>
        </p:nvSpPr>
        <p:spPr>
          <a:xfrm>
            <a:off x="9275896" y="2379636"/>
            <a:ext cx="1968417" cy="240909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6E18F2-6CA5-3DF3-CE92-52FCF69C992A}"/>
              </a:ext>
            </a:extLst>
          </p:cNvPr>
          <p:cNvSpPr/>
          <p:nvPr/>
        </p:nvSpPr>
        <p:spPr>
          <a:xfrm>
            <a:off x="9425796" y="3084673"/>
            <a:ext cx="1756137" cy="4995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Separation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517E54-658C-D90C-6011-F21A0428AD7F}"/>
              </a:ext>
            </a:extLst>
          </p:cNvPr>
          <p:cNvSpPr/>
          <p:nvPr/>
        </p:nvSpPr>
        <p:spPr>
          <a:xfrm>
            <a:off x="9382034" y="3850764"/>
            <a:ext cx="1756137" cy="2791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1C57D-E012-3CD3-508A-C72841D471E7}"/>
              </a:ext>
            </a:extLst>
          </p:cNvPr>
          <p:cNvSpPr/>
          <p:nvPr/>
        </p:nvSpPr>
        <p:spPr>
          <a:xfrm>
            <a:off x="9382034" y="4392099"/>
            <a:ext cx="1756137" cy="27910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Decomposition</a:t>
            </a:r>
          </a:p>
        </p:txBody>
      </p:sp>
      <p:sp>
        <p:nvSpPr>
          <p:cNvPr id="7" name="Flowchart: Multidocument 6">
            <a:extLst>
              <a:ext uri="{FF2B5EF4-FFF2-40B4-BE49-F238E27FC236}">
                <a16:creationId xmlns:a16="http://schemas.microsoft.com/office/drawing/2014/main" id="{92F84A81-D0F2-D6B8-F660-9CB105AC9980}"/>
              </a:ext>
            </a:extLst>
          </p:cNvPr>
          <p:cNvSpPr/>
          <p:nvPr/>
        </p:nvSpPr>
        <p:spPr>
          <a:xfrm>
            <a:off x="9600163" y="1493173"/>
            <a:ext cx="1319883" cy="584902"/>
          </a:xfrm>
          <a:prstGeom prst="flowChartMulti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Data collection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9E68E8-22B3-3BEA-8878-74D952C43360}"/>
              </a:ext>
            </a:extLst>
          </p:cNvPr>
          <p:cNvSpPr txBox="1"/>
          <p:nvPr/>
        </p:nvSpPr>
        <p:spPr>
          <a:xfrm>
            <a:off x="9382035" y="2429382"/>
            <a:ext cx="1756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Signal Preprocessing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A09FF34-780E-7220-9F80-7BD86C7EAA28}"/>
              </a:ext>
            </a:extLst>
          </p:cNvPr>
          <p:cNvSpPr/>
          <p:nvPr/>
        </p:nvSpPr>
        <p:spPr>
          <a:xfrm>
            <a:off x="10111154" y="2078075"/>
            <a:ext cx="167054" cy="2791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2A777B-8314-6C41-EA97-03C89841221F}"/>
              </a:ext>
            </a:extLst>
          </p:cNvPr>
          <p:cNvCxnSpPr/>
          <p:nvPr/>
        </p:nvCxnSpPr>
        <p:spPr>
          <a:xfrm>
            <a:off x="10278208" y="3584183"/>
            <a:ext cx="0" cy="264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A7EF4F-A288-B0E8-25A3-60C8E7984500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0260103" y="4127695"/>
            <a:ext cx="1" cy="264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97AE2B6-DFE6-38DB-174C-9EC9C06FD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446" y="3084673"/>
            <a:ext cx="3264246" cy="31553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76C1895-0AE9-3838-9ED6-168F0C1896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8" t="17848" r="1092"/>
          <a:stretch/>
        </p:blipFill>
        <p:spPr>
          <a:xfrm>
            <a:off x="457199" y="4293012"/>
            <a:ext cx="3073715" cy="991166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31D9F089-CB67-DFC2-4E3E-BAD935B439D7}"/>
              </a:ext>
            </a:extLst>
          </p:cNvPr>
          <p:cNvSpPr/>
          <p:nvPr/>
        </p:nvSpPr>
        <p:spPr>
          <a:xfrm>
            <a:off x="3637057" y="4530188"/>
            <a:ext cx="1340590" cy="3516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6510D2-70C5-151D-8F76-CCDFDB2064F3}"/>
              </a:ext>
            </a:extLst>
          </p:cNvPr>
          <p:cNvSpPr txBox="1"/>
          <p:nvPr/>
        </p:nvSpPr>
        <p:spPr>
          <a:xfrm>
            <a:off x="3883322" y="4293012"/>
            <a:ext cx="764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5712EA-3F1C-F4D1-3788-E241534F6802}"/>
              </a:ext>
            </a:extLst>
          </p:cNvPr>
          <p:cNvSpPr txBox="1"/>
          <p:nvPr/>
        </p:nvSpPr>
        <p:spPr>
          <a:xfrm>
            <a:off x="771462" y="5372100"/>
            <a:ext cx="259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 second EEG signal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E2AD3A-B29F-47EE-B9EA-4E6680FDB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296324E-11D8-06A4-30CD-66964EFCFDE7}"/>
              </a:ext>
            </a:extLst>
          </p:cNvPr>
          <p:cNvSpPr txBox="1">
            <a:spLocks/>
          </p:cNvSpPr>
          <p:nvPr/>
        </p:nvSpPr>
        <p:spPr>
          <a:xfrm>
            <a:off x="457199" y="457200"/>
            <a:ext cx="11315701" cy="876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Methodology(Cont.)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62B021-A727-9C44-4239-D2499A556877}"/>
              </a:ext>
            </a:extLst>
          </p:cNvPr>
          <p:cNvSpPr txBox="1"/>
          <p:nvPr/>
        </p:nvSpPr>
        <p:spPr>
          <a:xfrm>
            <a:off x="457200" y="6066692"/>
            <a:ext cx="4642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Figure 6: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Empirical Mode Decomposition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2579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9" grpId="0"/>
      <p:bldP spid="22" grpId="0" animBg="1"/>
      <p:bldP spid="23" grpId="0"/>
      <p:bldP spid="24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41F4D6EF-EBAA-BA0F-A1FD-1CDB00EE80F9}"/>
              </a:ext>
            </a:extLst>
          </p:cNvPr>
          <p:cNvSpPr txBox="1"/>
          <p:nvPr/>
        </p:nvSpPr>
        <p:spPr>
          <a:xfrm>
            <a:off x="457200" y="1376994"/>
            <a:ext cx="56007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features are extracted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Ellipse Area of SODP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 Index</a:t>
            </a:r>
          </a:p>
        </p:txBody>
      </p:sp>
      <p:sp>
        <p:nvSpPr>
          <p:cNvPr id="7" name="Flowchart: Multidocument 6">
            <a:extLst>
              <a:ext uri="{FF2B5EF4-FFF2-40B4-BE49-F238E27FC236}">
                <a16:creationId xmlns:a16="http://schemas.microsoft.com/office/drawing/2014/main" id="{92F84A81-D0F2-D6B8-F660-9CB105AC9980}"/>
              </a:ext>
            </a:extLst>
          </p:cNvPr>
          <p:cNvSpPr/>
          <p:nvPr/>
        </p:nvSpPr>
        <p:spPr>
          <a:xfrm>
            <a:off x="9708794" y="1497638"/>
            <a:ext cx="1319883" cy="584902"/>
          </a:xfrm>
          <a:prstGeom prst="flowChartMulti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Data collection  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A09FF34-780E-7220-9F80-7BD86C7EAA28}"/>
              </a:ext>
            </a:extLst>
          </p:cNvPr>
          <p:cNvSpPr/>
          <p:nvPr/>
        </p:nvSpPr>
        <p:spPr>
          <a:xfrm>
            <a:off x="10149447" y="2082540"/>
            <a:ext cx="237392" cy="351307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1A1D9E-EA9B-561A-C9BA-FE904912BE8D}"/>
              </a:ext>
            </a:extLst>
          </p:cNvPr>
          <p:cNvSpPr/>
          <p:nvPr/>
        </p:nvSpPr>
        <p:spPr>
          <a:xfrm>
            <a:off x="9366083" y="3431178"/>
            <a:ext cx="1987717" cy="2896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Feature Extraction</a:t>
            </a:r>
          </a:p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34F118E-8DEC-4D32-2EF1-DDA17D9E7E8E}"/>
              </a:ext>
            </a:extLst>
          </p:cNvPr>
          <p:cNvSpPr/>
          <p:nvPr/>
        </p:nvSpPr>
        <p:spPr>
          <a:xfrm>
            <a:off x="10149446" y="3018622"/>
            <a:ext cx="237393" cy="4125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04A4FE9-2721-BBBD-B78B-E85BF500A1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2" b="18099"/>
          <a:stretch/>
        </p:blipFill>
        <p:spPr>
          <a:xfrm>
            <a:off x="2818438" y="2959701"/>
            <a:ext cx="3277562" cy="61321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6AA0A8-2404-832D-30BB-FDA8CF8ADF02}"/>
              </a:ext>
            </a:extLst>
          </p:cNvPr>
          <p:cNvCxnSpPr>
            <a:cxnSpLocks/>
          </p:cNvCxnSpPr>
          <p:nvPr/>
        </p:nvCxnSpPr>
        <p:spPr>
          <a:xfrm flipV="1">
            <a:off x="2560018" y="4400221"/>
            <a:ext cx="562464" cy="46891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1620E4F-3A2D-2DB3-B071-22C7CA16ECB2}"/>
              </a:ext>
            </a:extLst>
          </p:cNvPr>
          <p:cNvCxnSpPr>
            <a:cxnSpLocks/>
          </p:cNvCxnSpPr>
          <p:nvPr/>
        </p:nvCxnSpPr>
        <p:spPr>
          <a:xfrm>
            <a:off x="2375379" y="4697681"/>
            <a:ext cx="184639" cy="17145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C0F3CFB-AA30-E3E9-BA97-0BE5F6D906F7}"/>
              </a:ext>
            </a:extLst>
          </p:cNvPr>
          <p:cNvSpPr txBox="1"/>
          <p:nvPr/>
        </p:nvSpPr>
        <p:spPr>
          <a:xfrm rot="18857942">
            <a:off x="2712276" y="4536833"/>
            <a:ext cx="511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5950C8-E2A6-D97D-929D-B6F403D87617}"/>
              </a:ext>
            </a:extLst>
          </p:cNvPr>
          <p:cNvSpPr txBox="1"/>
          <p:nvPr/>
        </p:nvSpPr>
        <p:spPr>
          <a:xfrm rot="18857942">
            <a:off x="2179921" y="4623043"/>
            <a:ext cx="511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E0CD23-7B96-5E2F-C43D-1E9291E8D04C}"/>
              </a:ext>
            </a:extLst>
          </p:cNvPr>
          <p:cNvSpPr txBox="1"/>
          <p:nvPr/>
        </p:nvSpPr>
        <p:spPr>
          <a:xfrm>
            <a:off x="1730930" y="6031468"/>
            <a:ext cx="1288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SODP Plot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86FBCB-DA63-D012-7E11-F5EC276711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" t="4366" r="50760" b="-640"/>
          <a:stretch/>
        </p:blipFill>
        <p:spPr>
          <a:xfrm>
            <a:off x="1186667" y="3972094"/>
            <a:ext cx="2452382" cy="2018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6B9583-13E1-C31B-E346-06A813DFA47B}"/>
              </a:ext>
            </a:extLst>
          </p:cNvPr>
          <p:cNvSpPr txBox="1"/>
          <p:nvPr/>
        </p:nvSpPr>
        <p:spPr>
          <a:xfrm rot="18857942">
            <a:off x="2712275" y="4536832"/>
            <a:ext cx="511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008042-54A7-99B8-0A27-F6B6C1EE78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8" t="1249" r="19343" b="70632"/>
          <a:stretch/>
        </p:blipFill>
        <p:spPr>
          <a:xfrm>
            <a:off x="3618514" y="3989734"/>
            <a:ext cx="2056434" cy="1908854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6A279C-DF9A-5FB4-7DE7-A4A82BB23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4948" y="3968828"/>
            <a:ext cx="2035901" cy="194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58F145-8C75-BFDC-EA94-1A2CEAFABB40}"/>
              </a:ext>
            </a:extLst>
          </p:cNvPr>
          <p:cNvSpPr txBox="1"/>
          <p:nvPr/>
        </p:nvSpPr>
        <p:spPr>
          <a:xfrm rot="18857942">
            <a:off x="2179920" y="4623042"/>
            <a:ext cx="511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B0A5B-8344-C48D-56B5-676EC9EEDB4C}"/>
              </a:ext>
            </a:extLst>
          </p:cNvPr>
          <p:cNvSpPr txBox="1"/>
          <p:nvPr/>
        </p:nvSpPr>
        <p:spPr>
          <a:xfrm>
            <a:off x="3996096" y="6034256"/>
            <a:ext cx="1409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C7B57F-81E2-2E08-5EE9-97D42DA5B857}"/>
              </a:ext>
            </a:extLst>
          </p:cNvPr>
          <p:cNvSpPr txBox="1"/>
          <p:nvPr/>
        </p:nvSpPr>
        <p:spPr>
          <a:xfrm>
            <a:off x="5708509" y="6031468"/>
            <a:ext cx="2156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Fluctuation Index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6F5AAD-C088-B549-C014-8B2828E022C6}"/>
              </a:ext>
            </a:extLst>
          </p:cNvPr>
          <p:cNvSpPr txBox="1"/>
          <p:nvPr/>
        </p:nvSpPr>
        <p:spPr>
          <a:xfrm>
            <a:off x="2338347" y="3081643"/>
            <a:ext cx="629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IMF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9F1905-37A5-A084-8135-059F5B516930}"/>
              </a:ext>
            </a:extLst>
          </p:cNvPr>
          <p:cNvCxnSpPr>
            <a:stCxn id="15" idx="0"/>
            <a:endCxn id="15" idx="2"/>
          </p:cNvCxnSpPr>
          <p:nvPr/>
        </p:nvCxnSpPr>
        <p:spPr>
          <a:xfrm>
            <a:off x="2325508" y="4669454"/>
            <a:ext cx="220278" cy="21495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5DA6F34-8FB4-178F-B733-1D8642201A8D}"/>
              </a:ext>
            </a:extLst>
          </p:cNvPr>
          <p:cNvCxnSpPr/>
          <p:nvPr/>
        </p:nvCxnSpPr>
        <p:spPr>
          <a:xfrm flipV="1">
            <a:off x="2544504" y="4415496"/>
            <a:ext cx="547869" cy="45363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DFE56E0-DF0A-2C3F-CB45-653A3F3533F8}"/>
              </a:ext>
            </a:extLst>
          </p:cNvPr>
          <p:cNvSpPr/>
          <p:nvPr/>
        </p:nvSpPr>
        <p:spPr>
          <a:xfrm>
            <a:off x="9283933" y="2455962"/>
            <a:ext cx="1968417" cy="5626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966860-9070-556B-99B2-188B4F5E70BC}"/>
              </a:ext>
            </a:extLst>
          </p:cNvPr>
          <p:cNvSpPr txBox="1"/>
          <p:nvPr/>
        </p:nvSpPr>
        <p:spPr>
          <a:xfrm>
            <a:off x="9412903" y="2456388"/>
            <a:ext cx="194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Signal Preprocessing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C55554-8125-B04B-088F-7F1A93418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A1F9CE5-45B8-54FE-F9B0-434710C32B52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 flipH="1">
            <a:off x="2412858" y="3572918"/>
            <a:ext cx="2044361" cy="399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70543A2-F45B-AF25-2652-92E5D1368B2D}"/>
              </a:ext>
            </a:extLst>
          </p:cNvPr>
          <p:cNvCxnSpPr>
            <a:cxnSpLocks/>
            <a:stCxn id="16" idx="2"/>
            <a:endCxn id="12" idx="0"/>
          </p:cNvCxnSpPr>
          <p:nvPr/>
        </p:nvCxnSpPr>
        <p:spPr>
          <a:xfrm>
            <a:off x="4457219" y="3572918"/>
            <a:ext cx="189512" cy="416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0CDF01D-B50E-85CF-889B-6BDB504659D3}"/>
              </a:ext>
            </a:extLst>
          </p:cNvPr>
          <p:cNvCxnSpPr>
            <a:cxnSpLocks/>
            <a:stCxn id="16" idx="2"/>
            <a:endCxn id="14" idx="0"/>
          </p:cNvCxnSpPr>
          <p:nvPr/>
        </p:nvCxnSpPr>
        <p:spPr>
          <a:xfrm>
            <a:off x="4457219" y="3572918"/>
            <a:ext cx="2235680" cy="395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B53D4FE-5C11-C792-26FE-28CED59828D0}"/>
              </a:ext>
            </a:extLst>
          </p:cNvPr>
          <p:cNvSpPr txBox="1">
            <a:spLocks/>
          </p:cNvSpPr>
          <p:nvPr/>
        </p:nvSpPr>
        <p:spPr>
          <a:xfrm>
            <a:off x="457200" y="454075"/>
            <a:ext cx="11315700" cy="8727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Methodology(Cont.)</a:t>
            </a:r>
          </a:p>
        </p:txBody>
      </p:sp>
    </p:spTree>
    <p:extLst>
      <p:ext uri="{BB962C8B-B14F-4D97-AF65-F5344CB8AC3E}">
        <p14:creationId xmlns:p14="http://schemas.microsoft.com/office/powerpoint/2010/main" val="25738608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1" grpId="0"/>
      <p:bldP spid="38" grpId="0"/>
      <p:bldP spid="3" grpId="0"/>
      <p:bldP spid="8" grpId="0"/>
      <p:bldP spid="15" grpId="0"/>
      <p:bldP spid="18" grpId="0"/>
      <p:bldP spid="20" grpId="0"/>
      <p:bldP spid="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4C55-0243-2F02-F781-30DF2719E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Ellipse area of SODP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DCE35A-77C4-0FDE-E7D6-A93C0FCBC4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371600"/>
                <a:ext cx="4664242" cy="5029199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Vrinda" panose="020B0502040204020203" pitchFamily="34" charset="0"/>
                  </a:rPr>
                  <a:t>	</a:t>
                </a:r>
                <a:endParaRPr lang="en-US" dirty="0"/>
              </a:p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𝑝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𝑋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−2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naryPr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𝑥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𝑋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−2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Vrinda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Vrinda" panose="020B0502040204020203" pitchFamily="34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Vrinda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Vrinda" panose="020B0502040204020203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Vrinda" panose="020B0502040204020203" pitchFamily="34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Vrinda" panose="020B0502040204020203" pitchFamily="34" charset="0"/>
                  </a:rPr>
                  <a:t>					</a:t>
                </a:r>
              </a:p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𝑝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𝑋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−2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naryPr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𝑥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𝑋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−2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Vrinda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Vrinda" panose="020B0502040204020203" pitchFamily="34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Vrinda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Vrinda" panose="020B0502040204020203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Vrinda" panose="020B0502040204020203" pitchFamily="34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Vrinda" panose="020B0502040204020203" pitchFamily="34" charset="0"/>
                  </a:rPr>
                  <a:t>		</a:t>
                </a:r>
              </a:p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Vrinda" panose="020B0502040204020203" pitchFamily="34" charset="0"/>
                  </a:rPr>
                  <a:t>				</a:t>
                </a:r>
              </a:p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rinda" panose="020B0502040204020203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rinda" panose="020B0502040204020203" pitchFamily="34" charset="0"/>
                          </a:rPr>
                          <m:t>𝑝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rinda" panose="020B0502040204020203" pitchFamily="34" charset="0"/>
                          </a:rPr>
                          <m:t>3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rinda" panose="020B0502040204020203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rinda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rinda" panose="020B0502040204020203" pitchFamily="34" charset="0"/>
                          </a:rPr>
                          <m:t>𝑋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rinda" panose="020B0502040204020203" pitchFamily="34" charset="0"/>
                          </a:rPr>
                          <m:t>−2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rinda" panose="020B0502040204020203" pitchFamily="34" charset="0"/>
                          </a:rPr>
                        </m:ctrlPr>
                      </m:naryPr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rinda" panose="020B0502040204020203" pitchFamily="34" charset="0"/>
                          </a:rPr>
                          <m:t>𝑥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rinda" panose="020B0502040204020203" pitchFamily="34" charset="0"/>
                          </a:rPr>
                          <m:t>=0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rinda" panose="020B0502040204020203" pitchFamily="34" charset="0"/>
                          </a:rPr>
                          <m:t>𝑋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rinda" panose="020B0502040204020203" pitchFamily="34" charset="0"/>
                          </a:rPr>
                          <m:t>−4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Vrinda" panose="020B0502040204020203" pitchFamily="34" charset="0"/>
                  </a:rPr>
                  <a:t>	</a:t>
                </a:r>
                <a:endParaRPr lang="en-US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rPr>
                      <m:t>𝛿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−4(</m:t>
                        </m:r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Vrinda" panose="020B0502040204020203" pitchFamily="34" charset="0"/>
                  </a:rPr>
                  <a:t>                     </a:t>
                </a:r>
              </a:p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Vrinda" panose="020B0502040204020203" pitchFamily="34" charset="0"/>
                  </a:rPr>
                  <a:t>				</a:t>
                </a:r>
              </a:p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rPr>
                      <m:t>𝑎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rPr>
                      <m:t>= 1.7321</m:t>
                    </m:r>
                    <m:rad>
                      <m:radPr>
                        <m:degHide m:val="on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+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𝛿</m:t>
                        </m:r>
                      </m:e>
                    </m:rad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Vrinda" panose="020B0502040204020203" pitchFamily="34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Vrinda" panose="020B0502040204020203" pitchFamily="34" charset="0"/>
                  </a:rPr>
                  <a:t>				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rPr>
                      <m:t>𝑏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rPr>
                      <m:t>= 1.7321</m:t>
                    </m:r>
                    <m:rad>
                      <m:radPr>
                        <m:degHide m:val="on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Vrinda" panose="020B0502040204020203" pitchFamily="34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Vrinda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−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𝛿</m:t>
                        </m:r>
                      </m:e>
                    </m:rad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Vrinda" panose="020B0502040204020203" pitchFamily="34" charset="0"/>
                  </a:rPr>
                  <a:t>		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DCE35A-77C4-0FDE-E7D6-A93C0FCBC4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371600"/>
                <a:ext cx="4664242" cy="502919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1D3DD7-4409-3BFF-3743-9130CFBF075D}"/>
              </a:ext>
            </a:extLst>
          </p:cNvPr>
          <p:cNvSpPr txBox="1">
            <a:spLocks/>
          </p:cNvSpPr>
          <p:nvPr/>
        </p:nvSpPr>
        <p:spPr>
          <a:xfrm>
            <a:off x="990600" y="1676400"/>
            <a:ext cx="4664242" cy="465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compact representation of the variability and spread of the data.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2A738A-4B46-7D7E-21C3-96D082BCA9DB}"/>
                  </a:ext>
                </a:extLst>
              </p:cNvPr>
              <p:cNvSpPr txBox="1"/>
              <p:nvPr/>
            </p:nvSpPr>
            <p:spPr>
              <a:xfrm>
                <a:off x="929054" y="2891145"/>
                <a:ext cx="3868616" cy="1329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Vrinda" panose="020B0502040204020203" pitchFamily="34" charset="0"/>
                  </a:rPr>
                  <a:t>      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Vrinda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𝑥</m:t>
                        </m:r>
                      </m:e>
                    </m:d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𝑥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+1</m:t>
                        </m:r>
                      </m:e>
                    </m:d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rPr>
                      <m:t>−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Vrinda" panose="020B0502040204020203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Vrinda" panose="020B0502040204020203" pitchFamily="34" charset="0"/>
                  </a:rPr>
                  <a:t>	</a:t>
                </a:r>
              </a:p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Vrinda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𝑥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+2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Vrinda" panose="020B0502040204020203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𝑥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180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Vrinda" panose="020B0502040204020203" pitchFamily="34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Vrinda" panose="020B0502040204020203" pitchFamily="34" charset="0"/>
                        </a:rPr>
                        <m:t> 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Vrinda" panose="020B0502040204020203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𝐴𝑟𝑒𝑎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𝑒𝑙𝑙𝑖𝑝𝑠𝑒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Vrinda" panose="020B0502040204020203" pitchFamily="34" charset="0"/>
                        </a:rPr>
                        <m:t>= 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Vrinda" panose="020B0502040204020203" pitchFamily="34" charset="0"/>
                        </a:rPr>
                        <m:t>𝜋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Vrinda" panose="020B0502040204020203" pitchFamily="34" charset="0"/>
                        </a:rPr>
                        <m:t>𝑎𝑏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2A738A-4B46-7D7E-21C3-96D082BCA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054" y="2891145"/>
                <a:ext cx="3868616" cy="13294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99764-6D23-58B6-1E2D-FE18370B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1252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4C55-0243-2F02-F781-30DF2719E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5615" y="457200"/>
            <a:ext cx="4665785" cy="9144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 Index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21D3DD7-4409-3BFF-3743-9130CFBF07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84758" y="1371600"/>
                <a:ext cx="5350042" cy="5029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how far the individual data points in a set are from the mean or average of the data</a:t>
                </a:r>
              </a:p>
              <a:p>
                <a:pPr marL="0" indent="0">
                  <a:buNone/>
                </a:pPr>
                <a:endParaRPr lang="en-US" sz="24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𝐹𝑙𝑢𝑐𝑡𝑢𝑎𝑡𝑢𝑖𝑜𝑛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𝑖𝑛𝑑𝑒𝑥</m:t>
                          </m:r>
                        </m:sub>
                      </m:sSub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Vrinda" panose="020B0502040204020203" pitchFamily="34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𝑋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−</m:t>
                          </m:r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𝑥</m:t>
                          </m:r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𝑋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−</m:t>
                          </m:r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2</m:t>
                          </m:r>
                        </m:sup>
                        <m:e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|</m:t>
                          </m:r>
                        </m:e>
                      </m:nary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Vrinda" panose="020B0502040204020203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𝑥</m:t>
                          </m:r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+1</m:t>
                          </m:r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Vrinda" panose="020B0502040204020203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Vrinda" panose="020B0502040204020203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Vrinda" panose="020B0502040204020203" pitchFamily="34" charset="0"/>
                        </a:rPr>
                        <m:t>|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21D3DD7-4409-3BFF-3743-9130CFBF0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758" y="1371600"/>
                <a:ext cx="5350042" cy="5029200"/>
              </a:xfrm>
              <a:prstGeom prst="rect">
                <a:avLst/>
              </a:prstGeom>
              <a:blipFill>
                <a:blip r:embed="rId2"/>
                <a:stretch>
                  <a:fillRect l="-1481" t="-1576" r="-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2A738A-4B46-7D7E-21C3-96D082BCA9DB}"/>
                  </a:ext>
                </a:extLst>
              </p:cNvPr>
              <p:cNvSpPr txBox="1"/>
              <p:nvPr/>
            </p:nvSpPr>
            <p:spPr>
              <a:xfrm>
                <a:off x="990598" y="3462330"/>
                <a:ext cx="4816643" cy="693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Vrinda" panose="020B0502040204020203" pitchFamily="34" charset="0"/>
                  </a:rPr>
                  <a:t>      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Vrinda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𝑉𝑎𝑟𝑖𝑎𝑛𝑐𝑒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2A738A-4B46-7D7E-21C3-96D082BCA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8" y="3462330"/>
                <a:ext cx="4816643" cy="6939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018FD74-2E02-7514-44B9-D9E439C0DFB2}"/>
              </a:ext>
            </a:extLst>
          </p:cNvPr>
          <p:cNvSpPr txBox="1">
            <a:spLocks/>
          </p:cNvSpPr>
          <p:nvPr/>
        </p:nvSpPr>
        <p:spPr>
          <a:xfrm>
            <a:off x="457201" y="457200"/>
            <a:ext cx="5199186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E7BA149-1675-F09D-40D7-4BBB5D746F59}"/>
              </a:ext>
            </a:extLst>
          </p:cNvPr>
          <p:cNvSpPr txBox="1">
            <a:spLocks/>
          </p:cNvSpPr>
          <p:nvPr/>
        </p:nvSpPr>
        <p:spPr>
          <a:xfrm>
            <a:off x="457201" y="1371601"/>
            <a:ext cx="5350042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far the individual data points in a set are from the mean or average of the data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1CD39-077B-6961-D4B3-7EECACCC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1716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41F4D6EF-EBAA-BA0F-A1FD-1CDB00EE80F9}"/>
              </a:ext>
            </a:extLst>
          </p:cNvPr>
          <p:cNvSpPr txBox="1"/>
          <p:nvPr/>
        </p:nvSpPr>
        <p:spPr>
          <a:xfrm>
            <a:off x="466723" y="1371600"/>
            <a:ext cx="66425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Mutual Information Based feature selection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best ranked features according to larger MI score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Reduce computational demands</a:t>
            </a:r>
          </a:p>
        </p:txBody>
      </p:sp>
      <p:graphicFrame>
        <p:nvGraphicFramePr>
          <p:cNvPr id="29" name="Table 29">
            <a:extLst>
              <a:ext uri="{FF2B5EF4-FFF2-40B4-BE49-F238E27FC236}">
                <a16:creationId xmlns:a16="http://schemas.microsoft.com/office/drawing/2014/main" id="{FCD8C735-53DB-55DC-DABD-03E74971B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107803"/>
              </p:ext>
            </p:extLst>
          </p:nvPr>
        </p:nvGraphicFramePr>
        <p:xfrm>
          <a:off x="457200" y="3429000"/>
          <a:ext cx="7332780" cy="370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33278">
                  <a:extLst>
                    <a:ext uri="{9D8B030D-6E8A-4147-A177-3AD203B41FA5}">
                      <a16:colId xmlns:a16="http://schemas.microsoft.com/office/drawing/2014/main" val="3563516147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253914100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2272640638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1273022625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1918386726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1618437311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2919676109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2774586798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488024779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2190671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………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551216"/>
                  </a:ext>
                </a:extLst>
              </a:tr>
            </a:tbl>
          </a:graphicData>
        </a:graphic>
      </p:graphicFrame>
      <p:sp>
        <p:nvSpPr>
          <p:cNvPr id="30" name="Arrow: Down 29">
            <a:extLst>
              <a:ext uri="{FF2B5EF4-FFF2-40B4-BE49-F238E27FC236}">
                <a16:creationId xmlns:a16="http://schemas.microsoft.com/office/drawing/2014/main" id="{487863BD-EB08-F5FC-A395-B49B106D3B64}"/>
              </a:ext>
            </a:extLst>
          </p:cNvPr>
          <p:cNvSpPr/>
          <p:nvPr/>
        </p:nvSpPr>
        <p:spPr>
          <a:xfrm>
            <a:off x="3970214" y="3896524"/>
            <a:ext cx="369277" cy="465992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2" name="Table 29">
            <a:extLst>
              <a:ext uri="{FF2B5EF4-FFF2-40B4-BE49-F238E27FC236}">
                <a16:creationId xmlns:a16="http://schemas.microsoft.com/office/drawing/2014/main" id="{B694414B-A8B7-5F9F-3834-EB32CE346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224860"/>
              </p:ext>
            </p:extLst>
          </p:nvPr>
        </p:nvGraphicFramePr>
        <p:xfrm>
          <a:off x="457200" y="4431323"/>
          <a:ext cx="7332780" cy="370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33278">
                  <a:extLst>
                    <a:ext uri="{9D8B030D-6E8A-4147-A177-3AD203B41FA5}">
                      <a16:colId xmlns:a16="http://schemas.microsoft.com/office/drawing/2014/main" val="3563516147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253914100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2272640638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1273022625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1918386726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1618437311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2919676109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2774586798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488024779"/>
                    </a:ext>
                  </a:extLst>
                </a:gridCol>
                <a:gridCol w="733278">
                  <a:extLst>
                    <a:ext uri="{9D8B030D-6E8A-4147-A177-3AD203B41FA5}">
                      <a16:colId xmlns:a16="http://schemas.microsoft.com/office/drawing/2014/main" val="2190671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………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551216"/>
                  </a:ext>
                </a:extLst>
              </a:tr>
            </a:tbl>
          </a:graphicData>
        </a:graphic>
      </p:graphicFrame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F8C5416-7C3A-5DBB-9305-0BCA6DDB18BD}"/>
              </a:ext>
            </a:extLst>
          </p:cNvPr>
          <p:cNvCxnSpPr/>
          <p:nvPr/>
        </p:nvCxnSpPr>
        <p:spPr>
          <a:xfrm>
            <a:off x="1257300" y="4431323"/>
            <a:ext cx="677008" cy="29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8C31FEB-85E5-447D-67BF-8DA706C8B47F}"/>
              </a:ext>
            </a:extLst>
          </p:cNvPr>
          <p:cNvCxnSpPr/>
          <p:nvPr/>
        </p:nvCxnSpPr>
        <p:spPr>
          <a:xfrm flipV="1">
            <a:off x="1222131" y="4431323"/>
            <a:ext cx="764931" cy="3708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91ED85D-4DB6-1FEC-88A4-B6F930DE1EC4}"/>
              </a:ext>
            </a:extLst>
          </p:cNvPr>
          <p:cNvCxnSpPr/>
          <p:nvPr/>
        </p:nvCxnSpPr>
        <p:spPr>
          <a:xfrm>
            <a:off x="3440723" y="4431323"/>
            <a:ext cx="677008" cy="29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0AE00F9-7CA1-FB8D-A453-39E4F16B9C63}"/>
              </a:ext>
            </a:extLst>
          </p:cNvPr>
          <p:cNvCxnSpPr/>
          <p:nvPr/>
        </p:nvCxnSpPr>
        <p:spPr>
          <a:xfrm flipV="1">
            <a:off x="3405554" y="4431323"/>
            <a:ext cx="764931" cy="3708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7BFF509-193D-B754-4D1F-707CA04258BE}"/>
              </a:ext>
            </a:extLst>
          </p:cNvPr>
          <p:cNvCxnSpPr/>
          <p:nvPr/>
        </p:nvCxnSpPr>
        <p:spPr>
          <a:xfrm>
            <a:off x="5632937" y="4431323"/>
            <a:ext cx="677008" cy="29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67D37E7-6FE4-6CBC-1E67-446761DA92A2}"/>
              </a:ext>
            </a:extLst>
          </p:cNvPr>
          <p:cNvCxnSpPr/>
          <p:nvPr/>
        </p:nvCxnSpPr>
        <p:spPr>
          <a:xfrm flipV="1">
            <a:off x="5597768" y="4431323"/>
            <a:ext cx="764931" cy="3708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Arrow: Down 47">
            <a:extLst>
              <a:ext uri="{FF2B5EF4-FFF2-40B4-BE49-F238E27FC236}">
                <a16:creationId xmlns:a16="http://schemas.microsoft.com/office/drawing/2014/main" id="{36792A70-7B6D-8AB1-9806-F07DCE3B80BD}"/>
              </a:ext>
            </a:extLst>
          </p:cNvPr>
          <p:cNvSpPr/>
          <p:nvPr/>
        </p:nvSpPr>
        <p:spPr>
          <a:xfrm>
            <a:off x="3942248" y="4895753"/>
            <a:ext cx="369277" cy="465992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9" name="Table 29">
            <a:extLst>
              <a:ext uri="{FF2B5EF4-FFF2-40B4-BE49-F238E27FC236}">
                <a16:creationId xmlns:a16="http://schemas.microsoft.com/office/drawing/2014/main" id="{4535FC41-CC9F-F844-1F46-5EE5F8381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246355"/>
              </p:ext>
            </p:extLst>
          </p:nvPr>
        </p:nvGraphicFramePr>
        <p:xfrm>
          <a:off x="457200" y="5433646"/>
          <a:ext cx="5151706" cy="370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35958">
                  <a:extLst>
                    <a:ext uri="{9D8B030D-6E8A-4147-A177-3AD203B41FA5}">
                      <a16:colId xmlns:a16="http://schemas.microsoft.com/office/drawing/2014/main" val="3563516147"/>
                    </a:ext>
                  </a:extLst>
                </a:gridCol>
                <a:gridCol w="735958">
                  <a:extLst>
                    <a:ext uri="{9D8B030D-6E8A-4147-A177-3AD203B41FA5}">
                      <a16:colId xmlns:a16="http://schemas.microsoft.com/office/drawing/2014/main" val="253914100"/>
                    </a:ext>
                  </a:extLst>
                </a:gridCol>
                <a:gridCol w="735958">
                  <a:extLst>
                    <a:ext uri="{9D8B030D-6E8A-4147-A177-3AD203B41FA5}">
                      <a16:colId xmlns:a16="http://schemas.microsoft.com/office/drawing/2014/main" val="2272640638"/>
                    </a:ext>
                  </a:extLst>
                </a:gridCol>
                <a:gridCol w="735958">
                  <a:extLst>
                    <a:ext uri="{9D8B030D-6E8A-4147-A177-3AD203B41FA5}">
                      <a16:colId xmlns:a16="http://schemas.microsoft.com/office/drawing/2014/main" val="1273022625"/>
                    </a:ext>
                  </a:extLst>
                </a:gridCol>
                <a:gridCol w="735958">
                  <a:extLst>
                    <a:ext uri="{9D8B030D-6E8A-4147-A177-3AD203B41FA5}">
                      <a16:colId xmlns:a16="http://schemas.microsoft.com/office/drawing/2014/main" val="1918386726"/>
                    </a:ext>
                  </a:extLst>
                </a:gridCol>
                <a:gridCol w="735958">
                  <a:extLst>
                    <a:ext uri="{9D8B030D-6E8A-4147-A177-3AD203B41FA5}">
                      <a16:colId xmlns:a16="http://schemas.microsoft.com/office/drawing/2014/main" val="1618437311"/>
                    </a:ext>
                  </a:extLst>
                </a:gridCol>
                <a:gridCol w="735958">
                  <a:extLst>
                    <a:ext uri="{9D8B030D-6E8A-4147-A177-3AD203B41FA5}">
                      <a16:colId xmlns:a16="http://schemas.microsoft.com/office/drawing/2014/main" val="2919676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………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551216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98D3C545-FA2D-139E-1956-DE0CB9F80863}"/>
              </a:ext>
            </a:extLst>
          </p:cNvPr>
          <p:cNvSpPr txBox="1"/>
          <p:nvPr/>
        </p:nvSpPr>
        <p:spPr>
          <a:xfrm>
            <a:off x="2176583" y="5804486"/>
            <a:ext cx="2929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Best n-3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51900F-A906-B82C-395E-39DFEE7FC80B}"/>
              </a:ext>
            </a:extLst>
          </p:cNvPr>
          <p:cNvSpPr/>
          <p:nvPr/>
        </p:nvSpPr>
        <p:spPr>
          <a:xfrm>
            <a:off x="9290944" y="2349322"/>
            <a:ext cx="1968417" cy="5849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lowchart: Multidocument 4">
            <a:extLst>
              <a:ext uri="{FF2B5EF4-FFF2-40B4-BE49-F238E27FC236}">
                <a16:creationId xmlns:a16="http://schemas.microsoft.com/office/drawing/2014/main" id="{A29CEBB8-5F92-4003-D07F-90FDD8EC2138}"/>
              </a:ext>
            </a:extLst>
          </p:cNvPr>
          <p:cNvSpPr/>
          <p:nvPr/>
        </p:nvSpPr>
        <p:spPr>
          <a:xfrm>
            <a:off x="9632458" y="1485445"/>
            <a:ext cx="1319883" cy="584902"/>
          </a:xfrm>
          <a:prstGeom prst="flowChartMulti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Data collection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9A58E-6397-4F8F-F838-58FA4C238953}"/>
              </a:ext>
            </a:extLst>
          </p:cNvPr>
          <p:cNvSpPr txBox="1"/>
          <p:nvPr/>
        </p:nvSpPr>
        <p:spPr>
          <a:xfrm>
            <a:off x="9304903" y="2356432"/>
            <a:ext cx="1974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Signal Preprocessing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C869FD0-3A2F-5B65-8C56-44D61CDD4B65}"/>
              </a:ext>
            </a:extLst>
          </p:cNvPr>
          <p:cNvSpPr/>
          <p:nvPr/>
        </p:nvSpPr>
        <p:spPr>
          <a:xfrm>
            <a:off x="10078473" y="2053706"/>
            <a:ext cx="237393" cy="301561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DB62D9-4DC1-D4F3-4AFA-B6D7CAB6C591}"/>
              </a:ext>
            </a:extLst>
          </p:cNvPr>
          <p:cNvSpPr/>
          <p:nvPr/>
        </p:nvSpPr>
        <p:spPr>
          <a:xfrm>
            <a:off x="9271644" y="3305140"/>
            <a:ext cx="1987717" cy="2896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Feature Extraction</a:t>
            </a:r>
          </a:p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56CC1C75-CD62-3AAE-AEA7-4F3ECDFE8D04}"/>
              </a:ext>
            </a:extLst>
          </p:cNvPr>
          <p:cNvSpPr/>
          <p:nvPr/>
        </p:nvSpPr>
        <p:spPr>
          <a:xfrm>
            <a:off x="10095055" y="2914383"/>
            <a:ext cx="237393" cy="412556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D5812D-C041-8072-BE4E-85D6E2AF470F}"/>
              </a:ext>
            </a:extLst>
          </p:cNvPr>
          <p:cNvSpPr/>
          <p:nvPr/>
        </p:nvSpPr>
        <p:spPr>
          <a:xfrm>
            <a:off x="9256613" y="4003112"/>
            <a:ext cx="2017778" cy="27193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Feature Selection</a:t>
            </a:r>
          </a:p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738E124-E50C-5AA4-0D8F-1EB78B2C9095}"/>
              </a:ext>
            </a:extLst>
          </p:cNvPr>
          <p:cNvSpPr/>
          <p:nvPr/>
        </p:nvSpPr>
        <p:spPr>
          <a:xfrm>
            <a:off x="10055007" y="3594811"/>
            <a:ext cx="237393" cy="408301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393712-4100-BE67-AE25-9E12F8B1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91D9D-2C36-BD03-C25A-18FA2A2A8A0D}"/>
              </a:ext>
            </a:extLst>
          </p:cNvPr>
          <p:cNvSpPr txBox="1">
            <a:spLocks/>
          </p:cNvSpPr>
          <p:nvPr/>
        </p:nvSpPr>
        <p:spPr>
          <a:xfrm>
            <a:off x="457200" y="475271"/>
            <a:ext cx="11315700" cy="8582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Methodology(Cont.)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9305B-1E7C-1091-F8C1-A5ADE66F35AC}"/>
              </a:ext>
            </a:extLst>
          </p:cNvPr>
          <p:cNvSpPr txBox="1"/>
          <p:nvPr/>
        </p:nvSpPr>
        <p:spPr>
          <a:xfrm>
            <a:off x="1704885" y="6066637"/>
            <a:ext cx="3401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Figure 7: 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41727807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8" grpId="0" animBg="1"/>
      <p:bldP spid="50" grpId="0"/>
      <p:bldP spid="15" grpId="0" animBg="1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8183246E-3F16-7EBE-D6EE-D16CD0A364D1}"/>
              </a:ext>
            </a:extLst>
          </p:cNvPr>
          <p:cNvSpPr/>
          <p:nvPr/>
        </p:nvSpPr>
        <p:spPr>
          <a:xfrm>
            <a:off x="9336261" y="2314013"/>
            <a:ext cx="1968417" cy="5849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Flowchart: Multidocument 53">
            <a:extLst>
              <a:ext uri="{FF2B5EF4-FFF2-40B4-BE49-F238E27FC236}">
                <a16:creationId xmlns:a16="http://schemas.microsoft.com/office/drawing/2014/main" id="{C4B0FD06-5EFD-6D08-2C6D-B0387EAA6AEA}"/>
              </a:ext>
            </a:extLst>
          </p:cNvPr>
          <p:cNvSpPr/>
          <p:nvPr/>
        </p:nvSpPr>
        <p:spPr>
          <a:xfrm>
            <a:off x="9644642" y="1422049"/>
            <a:ext cx="1319883" cy="584902"/>
          </a:xfrm>
          <a:prstGeom prst="flowChartMulti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Data collection 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3478E8-2938-E976-8224-0A33799C6C0B}"/>
              </a:ext>
            </a:extLst>
          </p:cNvPr>
          <p:cNvSpPr txBox="1"/>
          <p:nvPr/>
        </p:nvSpPr>
        <p:spPr>
          <a:xfrm>
            <a:off x="9356582" y="2333591"/>
            <a:ext cx="1974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Signal Preprocessing</a:t>
            </a:r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85635F1C-8B7E-78D0-5547-AEA54403B8C0}"/>
              </a:ext>
            </a:extLst>
          </p:cNvPr>
          <p:cNvSpPr/>
          <p:nvPr/>
        </p:nvSpPr>
        <p:spPr>
          <a:xfrm>
            <a:off x="10085294" y="2006951"/>
            <a:ext cx="237393" cy="301561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97CC2D0-FB2D-5086-8A0A-D93902C49E80}"/>
              </a:ext>
            </a:extLst>
          </p:cNvPr>
          <p:cNvSpPr/>
          <p:nvPr/>
        </p:nvSpPr>
        <p:spPr>
          <a:xfrm>
            <a:off x="9301931" y="3355589"/>
            <a:ext cx="1987717" cy="2896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Feature Extraction</a:t>
            </a:r>
          </a:p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63734A42-CA70-4D86-51D5-AEC6F9243A88}"/>
              </a:ext>
            </a:extLst>
          </p:cNvPr>
          <p:cNvSpPr/>
          <p:nvPr/>
        </p:nvSpPr>
        <p:spPr>
          <a:xfrm>
            <a:off x="10085294" y="2918366"/>
            <a:ext cx="237393" cy="412556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D789790-4A35-79AC-D14A-50ABF86468E1}"/>
              </a:ext>
            </a:extLst>
          </p:cNvPr>
          <p:cNvSpPr/>
          <p:nvPr/>
        </p:nvSpPr>
        <p:spPr>
          <a:xfrm>
            <a:off x="9286900" y="4053561"/>
            <a:ext cx="2017778" cy="27193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Feature Selection</a:t>
            </a:r>
          </a:p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3C0072D9-1965-B658-349B-EFFB62429C40}"/>
              </a:ext>
            </a:extLst>
          </p:cNvPr>
          <p:cNvSpPr/>
          <p:nvPr/>
        </p:nvSpPr>
        <p:spPr>
          <a:xfrm>
            <a:off x="10085294" y="3645260"/>
            <a:ext cx="237393" cy="408301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E579C0B-9938-303B-6B4B-B5BFA9AC488D}"/>
              </a:ext>
            </a:extLst>
          </p:cNvPr>
          <p:cNvSpPr/>
          <p:nvPr/>
        </p:nvSpPr>
        <p:spPr>
          <a:xfrm>
            <a:off x="9313798" y="4698922"/>
            <a:ext cx="2017778" cy="4644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 Model</a:t>
            </a:r>
          </a:p>
        </p:txBody>
      </p:sp>
      <p:sp>
        <p:nvSpPr>
          <p:cNvPr id="75" name="Arrow: Down 74">
            <a:extLst>
              <a:ext uri="{FF2B5EF4-FFF2-40B4-BE49-F238E27FC236}">
                <a16:creationId xmlns:a16="http://schemas.microsoft.com/office/drawing/2014/main" id="{57E5302A-A3EA-67FF-689C-C02C67BDCCB8}"/>
              </a:ext>
            </a:extLst>
          </p:cNvPr>
          <p:cNvSpPr/>
          <p:nvPr/>
        </p:nvSpPr>
        <p:spPr>
          <a:xfrm>
            <a:off x="10085294" y="4325500"/>
            <a:ext cx="237393" cy="3646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765F60-D49D-C3F8-A77B-AFA53049B923}"/>
              </a:ext>
            </a:extLst>
          </p:cNvPr>
          <p:cNvSpPr txBox="1"/>
          <p:nvPr/>
        </p:nvSpPr>
        <p:spPr>
          <a:xfrm>
            <a:off x="457200" y="1369369"/>
            <a:ext cx="72096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Multilayer Perceptron Neural Network (MLPNN) to classify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Single hidden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tanh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activation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Learning rate 0.001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5659B186-8BD6-6F67-172C-A94484A5E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73" y="2692808"/>
            <a:ext cx="6515100" cy="3572751"/>
          </a:xfrm>
          <a:prstGeom prst="rect">
            <a:avLst/>
          </a:prstGeom>
        </p:spPr>
      </p:pic>
      <p:sp>
        <p:nvSpPr>
          <p:cNvPr id="79" name="Oval 78">
            <a:extLst>
              <a:ext uri="{FF2B5EF4-FFF2-40B4-BE49-F238E27FC236}">
                <a16:creationId xmlns:a16="http://schemas.microsoft.com/office/drawing/2014/main" id="{E4F76576-A8FD-B0D0-2761-17DCB5932CFD}"/>
              </a:ext>
            </a:extLst>
          </p:cNvPr>
          <p:cNvSpPr/>
          <p:nvPr/>
        </p:nvSpPr>
        <p:spPr>
          <a:xfrm>
            <a:off x="9336261" y="5536774"/>
            <a:ext cx="1953387" cy="1131625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Seizure or Non-seizure</a:t>
            </a:r>
          </a:p>
        </p:txBody>
      </p:sp>
      <p:sp>
        <p:nvSpPr>
          <p:cNvPr id="80" name="Arrow: Down 79">
            <a:extLst>
              <a:ext uri="{FF2B5EF4-FFF2-40B4-BE49-F238E27FC236}">
                <a16:creationId xmlns:a16="http://schemas.microsoft.com/office/drawing/2014/main" id="{0CB8512C-8C43-74BA-EF75-523A9DB9B476}"/>
              </a:ext>
            </a:extLst>
          </p:cNvPr>
          <p:cNvSpPr/>
          <p:nvPr/>
        </p:nvSpPr>
        <p:spPr>
          <a:xfrm>
            <a:off x="10085293" y="5172144"/>
            <a:ext cx="210495" cy="3646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BF8207-DEEC-FB87-F558-BF791AE3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E475-53A8-4CAF-9298-87D7A6BE5C4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671EE0-37E2-8AE8-3B05-183B7FF793A1}"/>
              </a:ext>
            </a:extLst>
          </p:cNvPr>
          <p:cNvSpPr txBox="1">
            <a:spLocks/>
          </p:cNvSpPr>
          <p:nvPr/>
        </p:nvSpPr>
        <p:spPr>
          <a:xfrm>
            <a:off x="457199" y="475271"/>
            <a:ext cx="11315701" cy="8694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Methodology(Cont.)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AE5E42-9B86-55D0-A9BA-7347586693B3}"/>
              </a:ext>
            </a:extLst>
          </p:cNvPr>
          <p:cNvSpPr txBox="1"/>
          <p:nvPr/>
        </p:nvSpPr>
        <p:spPr>
          <a:xfrm>
            <a:off x="920905" y="6096000"/>
            <a:ext cx="4284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Figure 8: Basic structure of MLPNN</a:t>
            </a:r>
          </a:p>
        </p:txBody>
      </p:sp>
    </p:spTree>
    <p:extLst>
      <p:ext uri="{BB962C8B-B14F-4D97-AF65-F5344CB8AC3E}">
        <p14:creationId xmlns:p14="http://schemas.microsoft.com/office/powerpoint/2010/main" val="29743230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9" grpId="0" animBg="1"/>
      <p:bldP spid="8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5EB2A-4E5D-4E7F-E36F-5AFA393F4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4500"/>
            <a:ext cx="11277600" cy="1336431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5000" dirty="0">
                <a:latin typeface="Arial" panose="020B0604020202020204" pitchFamily="34" charset="0"/>
                <a:cs typeface="Arial" panose="020B0604020202020204" pitchFamily="34" charset="0"/>
              </a:rPr>
              <a:t>Result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6D170-3AF6-51E5-DF24-E42614BA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FFE475-53A8-4CAF-9298-87D7A6BE5C4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614E32-6372-D2EE-C931-9EA972CC5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3050931"/>
            <a:ext cx="28575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4450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4723-043A-49B8-AE0B-17FDCB3D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315700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0A64C7-FA6B-44DF-9E2D-0C22A0B11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2268270"/>
              </p:ext>
            </p:extLst>
          </p:nvPr>
        </p:nvGraphicFramePr>
        <p:xfrm>
          <a:off x="6250827" y="2403231"/>
          <a:ext cx="5536475" cy="29801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03134">
                  <a:extLst>
                    <a:ext uri="{9D8B030D-6E8A-4147-A177-3AD203B41FA5}">
                      <a16:colId xmlns:a16="http://schemas.microsoft.com/office/drawing/2014/main" val="1892708972"/>
                    </a:ext>
                  </a:extLst>
                </a:gridCol>
                <a:gridCol w="2461846">
                  <a:extLst>
                    <a:ext uri="{9D8B030D-6E8A-4147-A177-3AD203B41FA5}">
                      <a16:colId xmlns:a16="http://schemas.microsoft.com/office/drawing/2014/main" val="104363934"/>
                    </a:ext>
                  </a:extLst>
                </a:gridCol>
                <a:gridCol w="2371495">
                  <a:extLst>
                    <a:ext uri="{9D8B030D-6E8A-4147-A177-3AD203B41FA5}">
                      <a16:colId xmlns:a16="http://schemas.microsoft.com/office/drawing/2014/main" val="3279008967"/>
                    </a:ext>
                  </a:extLst>
                </a:gridCol>
              </a:tblGrid>
              <a:tr h="11632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(Hidden neuron=10)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(Hidden neuron=50)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8506394"/>
                  </a:ext>
                </a:extLst>
              </a:tr>
              <a:tr h="8554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98.98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99.19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7173023"/>
                  </a:ext>
                </a:extLst>
              </a:tr>
              <a:tr h="9614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99.19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99.59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307333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FE82F87-616C-44F9-A8C0-B04DE0E5EFB3}"/>
              </a:ext>
            </a:extLst>
          </p:cNvPr>
          <p:cNvSpPr txBox="1"/>
          <p:nvPr/>
        </p:nvSpPr>
        <p:spPr>
          <a:xfrm>
            <a:off x="6096001" y="1474648"/>
            <a:ext cx="5676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Table 2: Performance analysis on CHB-MIT dataset (without feature selection)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6DCBCFC-6AF2-4440-ABA4-C5D7AA191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8011004"/>
              </p:ext>
            </p:extLst>
          </p:nvPr>
        </p:nvGraphicFramePr>
        <p:xfrm>
          <a:off x="438150" y="1714500"/>
          <a:ext cx="5049495" cy="3443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B333E0D-8792-B101-3172-456E66F8AB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6012895"/>
              </p:ext>
            </p:extLst>
          </p:nvPr>
        </p:nvGraphicFramePr>
        <p:xfrm>
          <a:off x="438150" y="1714500"/>
          <a:ext cx="5049495" cy="3443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8119728-6FFE-4C2F-E79A-78403E0BFB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0951534"/>
              </p:ext>
            </p:extLst>
          </p:nvPr>
        </p:nvGraphicFramePr>
        <p:xfrm>
          <a:off x="438150" y="1714500"/>
          <a:ext cx="5049495" cy="3443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5FC5E8F-9323-A223-D178-6C8B93529772}"/>
              </a:ext>
            </a:extLst>
          </p:cNvPr>
          <p:cNvSpPr/>
          <p:nvPr/>
        </p:nvSpPr>
        <p:spPr>
          <a:xfrm>
            <a:off x="6982787" y="3560885"/>
            <a:ext cx="2467918" cy="83601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671F9D-19A1-8F60-CB9D-86737BB0D04F}"/>
              </a:ext>
            </a:extLst>
          </p:cNvPr>
          <p:cNvSpPr/>
          <p:nvPr/>
        </p:nvSpPr>
        <p:spPr>
          <a:xfrm>
            <a:off x="9433391" y="3560885"/>
            <a:ext cx="2353911" cy="83601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2CEE55-F786-1A9C-349E-0BC4E8CCF772}"/>
              </a:ext>
            </a:extLst>
          </p:cNvPr>
          <p:cNvSpPr/>
          <p:nvPr/>
        </p:nvSpPr>
        <p:spPr>
          <a:xfrm>
            <a:off x="6948160" y="4431323"/>
            <a:ext cx="2485231" cy="92319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106ECF-C9FD-42C3-C3BA-92F41F0896C1}"/>
              </a:ext>
            </a:extLst>
          </p:cNvPr>
          <p:cNvSpPr/>
          <p:nvPr/>
        </p:nvSpPr>
        <p:spPr>
          <a:xfrm>
            <a:off x="9450705" y="4424990"/>
            <a:ext cx="2336598" cy="92319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3B66856-FF0A-9311-EF7B-9A9E63B100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0590774"/>
              </p:ext>
            </p:extLst>
          </p:nvPr>
        </p:nvGraphicFramePr>
        <p:xfrm>
          <a:off x="438150" y="1714500"/>
          <a:ext cx="5049495" cy="3443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AE74A85-DF02-E4CC-E7BC-FE9563B9897B}"/>
              </a:ext>
            </a:extLst>
          </p:cNvPr>
          <p:cNvSpPr txBox="1"/>
          <p:nvPr/>
        </p:nvSpPr>
        <p:spPr>
          <a:xfrm flipH="1">
            <a:off x="629920" y="5384800"/>
            <a:ext cx="5227182" cy="92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 9: Loss Vs. Epoch curves on CHB-MIT dataset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5D36B-5F5F-C9A0-A771-695D4CACD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23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AD3FF9-D860-C1BB-4F17-0684C3CEF9A0}"/>
              </a:ext>
            </a:extLst>
          </p:cNvPr>
          <p:cNvSpPr txBox="1"/>
          <p:nvPr/>
        </p:nvSpPr>
        <p:spPr>
          <a:xfrm flipH="1">
            <a:off x="6288676" y="5480938"/>
            <a:ext cx="515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Total case 23</a:t>
            </a:r>
          </a:p>
        </p:txBody>
      </p:sp>
    </p:spTree>
    <p:extLst>
      <p:ext uri="{BB962C8B-B14F-4D97-AF65-F5344CB8AC3E}">
        <p14:creationId xmlns:p14="http://schemas.microsoft.com/office/powerpoint/2010/main" val="263635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3" grpId="0">
        <p:bldAsOne/>
      </p:bldGraphic>
      <p:bldGraphic spid="5" grpId="0">
        <p:bldAsOne/>
      </p:bldGraphic>
      <p:bldP spid="8" grpId="0" animBg="1"/>
      <p:bldP spid="8" grpId="1" animBg="1"/>
      <p:bldP spid="9" grpId="0" animBg="1"/>
      <p:bldP spid="9" grpId="1" animBg="1"/>
      <p:bldP spid="12" grpId="0" animBg="1"/>
      <p:bldP spid="12" grpId="1" animBg="1"/>
      <p:bldP spid="14" grpId="0" animBg="1"/>
      <p:bldGraphic spid="16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4723-043A-49B8-AE0B-17FDCB3D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315700" cy="888024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 Analysis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0A64C7-FA6B-44DF-9E2D-0C22A0B11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4051071"/>
              </p:ext>
            </p:extLst>
          </p:nvPr>
        </p:nvGraphicFramePr>
        <p:xfrm>
          <a:off x="5824496" y="2037444"/>
          <a:ext cx="5948404" cy="436335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92185">
                  <a:extLst>
                    <a:ext uri="{9D8B030D-6E8A-4147-A177-3AD203B41FA5}">
                      <a16:colId xmlns:a16="http://schemas.microsoft.com/office/drawing/2014/main" val="1892708972"/>
                    </a:ext>
                  </a:extLst>
                </a:gridCol>
                <a:gridCol w="1323557">
                  <a:extLst>
                    <a:ext uri="{9D8B030D-6E8A-4147-A177-3AD203B41FA5}">
                      <a16:colId xmlns:a16="http://schemas.microsoft.com/office/drawing/2014/main" val="104363934"/>
                    </a:ext>
                  </a:extLst>
                </a:gridCol>
                <a:gridCol w="1391781">
                  <a:extLst>
                    <a:ext uri="{9D8B030D-6E8A-4147-A177-3AD203B41FA5}">
                      <a16:colId xmlns:a16="http://schemas.microsoft.com/office/drawing/2014/main" val="3170759515"/>
                    </a:ext>
                  </a:extLst>
                </a:gridCol>
                <a:gridCol w="1091593">
                  <a:extLst>
                    <a:ext uri="{9D8B030D-6E8A-4147-A177-3AD203B41FA5}">
                      <a16:colId xmlns:a16="http://schemas.microsoft.com/office/drawing/2014/main" val="3279008967"/>
                    </a:ext>
                  </a:extLst>
                </a:gridCol>
                <a:gridCol w="1349288">
                  <a:extLst>
                    <a:ext uri="{9D8B030D-6E8A-4147-A177-3AD203B41FA5}">
                      <a16:colId xmlns:a16="http://schemas.microsoft.com/office/drawing/2014/main" val="2099914720"/>
                    </a:ext>
                  </a:extLst>
                </a:gridCol>
              </a:tblGrid>
              <a:tr h="458183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MLPNN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06394"/>
                  </a:ext>
                </a:extLst>
              </a:tr>
              <a:tr h="10384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hidden neurons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hidden neurons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261797"/>
                  </a:ext>
                </a:extLst>
              </a:tr>
              <a:tr h="10384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no.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no.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26243619"/>
                  </a:ext>
                </a:extLst>
              </a:tr>
              <a:tr h="8607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275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99.73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99.79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7173023"/>
                  </a:ext>
                </a:extLst>
              </a:tr>
              <a:tr h="967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279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100.0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314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99.19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3073332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95683D7-9279-44EB-BD69-2FF32A33A1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4681956"/>
              </p:ext>
            </p:extLst>
          </p:nvPr>
        </p:nvGraphicFramePr>
        <p:xfrm>
          <a:off x="457200" y="1732644"/>
          <a:ext cx="5113020" cy="3247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29A4DEB-C928-4948-948A-0E427AADB096}"/>
              </a:ext>
            </a:extLst>
          </p:cNvPr>
          <p:cNvSpPr txBox="1"/>
          <p:nvPr/>
        </p:nvSpPr>
        <p:spPr>
          <a:xfrm flipH="1">
            <a:off x="457200" y="5125356"/>
            <a:ext cx="54287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ure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10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Loss Vs. Epoch curves on CHB-MIT dataset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82B2ED-DB79-454A-9E22-D6CB434E90BC}"/>
              </a:ext>
            </a:extLst>
          </p:cNvPr>
          <p:cNvSpPr/>
          <p:nvPr/>
        </p:nvSpPr>
        <p:spPr>
          <a:xfrm>
            <a:off x="7920990" y="4549545"/>
            <a:ext cx="1379220" cy="86059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82F87-616C-44F9-A8C0-B04DE0E5EFB3}"/>
              </a:ext>
            </a:extLst>
          </p:cNvPr>
          <p:cNvSpPr txBox="1"/>
          <p:nvPr/>
        </p:nvSpPr>
        <p:spPr>
          <a:xfrm>
            <a:off x="5960248" y="1299001"/>
            <a:ext cx="5676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Table 3: Performance analysis on CHB-MIT dataset (with feature selection)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716991-B25A-9807-4EC1-43FEB0C6B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AE28E13-8E05-E506-ACD1-50CFA0B690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3824535"/>
              </p:ext>
            </p:extLst>
          </p:nvPr>
        </p:nvGraphicFramePr>
        <p:xfrm>
          <a:off x="457200" y="1732644"/>
          <a:ext cx="5113020" cy="3247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195C473D-2BDA-9F56-CBF4-E2EB483E4D3E}"/>
              </a:ext>
            </a:extLst>
          </p:cNvPr>
          <p:cNvSpPr/>
          <p:nvPr/>
        </p:nvSpPr>
        <p:spPr>
          <a:xfrm>
            <a:off x="10405386" y="4580909"/>
            <a:ext cx="1379220" cy="86059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01C2603-F075-B5C2-410D-7EF1BAE6C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4884726"/>
              </p:ext>
            </p:extLst>
          </p:nvPr>
        </p:nvGraphicFramePr>
        <p:xfrm>
          <a:off x="457200" y="1732644"/>
          <a:ext cx="5113020" cy="3247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D1DDAAD5-9E78-81A5-FF2C-37C06B71F460}"/>
              </a:ext>
            </a:extLst>
          </p:cNvPr>
          <p:cNvSpPr/>
          <p:nvPr/>
        </p:nvSpPr>
        <p:spPr>
          <a:xfrm>
            <a:off x="7920990" y="5441508"/>
            <a:ext cx="1379220" cy="92333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528149CC-97B9-EBF6-22F4-3EE3161DAA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5682213"/>
              </p:ext>
            </p:extLst>
          </p:nvPr>
        </p:nvGraphicFramePr>
        <p:xfrm>
          <a:off x="457200" y="1732644"/>
          <a:ext cx="5113020" cy="3247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CD793E5-BB7B-3610-36D2-E1B81B786062}"/>
              </a:ext>
            </a:extLst>
          </p:cNvPr>
          <p:cNvSpPr/>
          <p:nvPr/>
        </p:nvSpPr>
        <p:spPr>
          <a:xfrm>
            <a:off x="10405386" y="5455760"/>
            <a:ext cx="1379220" cy="95469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7934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9" grpId="0" animBg="1"/>
      <p:bldP spid="9" grpId="1" animBg="1"/>
      <p:bldGraphic spid="6" grpId="0">
        <p:bldAsOne/>
      </p:bldGraphic>
      <p:bldP spid="11" grpId="0" animBg="1"/>
      <p:bldP spid="11" grpId="1" animBg="1"/>
      <p:bldGraphic spid="12" grpId="0">
        <p:bldAsOne/>
      </p:bldGraphic>
      <p:bldP spid="13" grpId="0" animBg="1"/>
      <p:bldP spid="13" grpId="1" animBg="1"/>
      <p:bldGraphic spid="14" grpId="0">
        <p:bldAsOne/>
      </p:bldGraphic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4723-043A-49B8-AE0B-17FDCB3D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328594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 Analysis (Cont.)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0A64C7-FA6B-44DF-9E2D-0C22A0B11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284018"/>
              </p:ext>
            </p:extLst>
          </p:nvPr>
        </p:nvGraphicFramePr>
        <p:xfrm>
          <a:off x="5842194" y="2064432"/>
          <a:ext cx="5943600" cy="433636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90870">
                  <a:extLst>
                    <a:ext uri="{9D8B030D-6E8A-4147-A177-3AD203B41FA5}">
                      <a16:colId xmlns:a16="http://schemas.microsoft.com/office/drawing/2014/main" val="1892708972"/>
                    </a:ext>
                  </a:extLst>
                </a:gridCol>
                <a:gridCol w="1322661">
                  <a:extLst>
                    <a:ext uri="{9D8B030D-6E8A-4147-A177-3AD203B41FA5}">
                      <a16:colId xmlns:a16="http://schemas.microsoft.com/office/drawing/2014/main" val="104363934"/>
                    </a:ext>
                  </a:extLst>
                </a:gridCol>
                <a:gridCol w="1390840">
                  <a:extLst>
                    <a:ext uri="{9D8B030D-6E8A-4147-A177-3AD203B41FA5}">
                      <a16:colId xmlns:a16="http://schemas.microsoft.com/office/drawing/2014/main" val="3170759515"/>
                    </a:ext>
                  </a:extLst>
                </a:gridCol>
                <a:gridCol w="1090854">
                  <a:extLst>
                    <a:ext uri="{9D8B030D-6E8A-4147-A177-3AD203B41FA5}">
                      <a16:colId xmlns:a16="http://schemas.microsoft.com/office/drawing/2014/main" val="3279008967"/>
                    </a:ext>
                  </a:extLst>
                </a:gridCol>
                <a:gridCol w="1348375">
                  <a:extLst>
                    <a:ext uri="{9D8B030D-6E8A-4147-A177-3AD203B41FA5}">
                      <a16:colId xmlns:a16="http://schemas.microsoft.com/office/drawing/2014/main" val="2099914720"/>
                    </a:ext>
                  </a:extLst>
                </a:gridCol>
              </a:tblGrid>
              <a:tr h="455349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MLPNN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06394"/>
                  </a:ext>
                </a:extLst>
              </a:tr>
              <a:tr h="10320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hidden neurons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hidden neurons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261797"/>
                  </a:ext>
                </a:extLst>
              </a:tr>
              <a:tr h="10320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no.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no.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26243619"/>
                  </a:ext>
                </a:extLst>
              </a:tr>
              <a:tr h="8554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275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99.73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99.79</a:t>
                      </a:r>
                      <a:endParaRPr lang="en-US" sz="2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7173023"/>
                  </a:ext>
                </a:extLst>
              </a:tr>
              <a:tr h="9614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279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100.0</a:t>
                      </a:r>
                      <a:endParaRPr lang="en-US" sz="2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314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99.19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307333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FE82F87-616C-44F9-A8C0-B04DE0E5EFB3}"/>
              </a:ext>
            </a:extLst>
          </p:cNvPr>
          <p:cNvSpPr txBox="1"/>
          <p:nvPr/>
        </p:nvSpPr>
        <p:spPr>
          <a:xfrm>
            <a:off x="5842194" y="1302518"/>
            <a:ext cx="57418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Table 3: Performance analysis on CHB-MIT dataset (with feature selection)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0F401D-6EB4-4AFB-9BC5-F4D97625F935}"/>
              </a:ext>
            </a:extLst>
          </p:cNvPr>
          <p:cNvSpPr txBox="1"/>
          <p:nvPr/>
        </p:nvSpPr>
        <p:spPr>
          <a:xfrm>
            <a:off x="685462" y="1909502"/>
            <a:ext cx="45339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5-Fold Cross-Validation: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Best Result: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99.79 % with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210 Features and 50 hidden neurons.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10-Fold Cross-Validation: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Highest Accuracy: 100.0% with 279 Features and 10 hidden neurons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D94DFB-41A7-11F2-A3F2-95F9023FF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9239B-7D4E-C253-2D26-17A6FFFE6D87}"/>
              </a:ext>
            </a:extLst>
          </p:cNvPr>
          <p:cNvSpPr/>
          <p:nvPr/>
        </p:nvSpPr>
        <p:spPr>
          <a:xfrm>
            <a:off x="10408920" y="4580792"/>
            <a:ext cx="1325880" cy="844061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chemeClr val="tx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2845D9-5FAA-E12C-07C3-6961984741A5}"/>
              </a:ext>
            </a:extLst>
          </p:cNvPr>
          <p:cNvSpPr/>
          <p:nvPr/>
        </p:nvSpPr>
        <p:spPr>
          <a:xfrm>
            <a:off x="7932420" y="5449471"/>
            <a:ext cx="1356359" cy="951329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chemeClr val="tx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26DF5-E1DC-EC8D-D557-70608EB55A1D}"/>
              </a:ext>
            </a:extLst>
          </p:cNvPr>
          <p:cNvSpPr/>
          <p:nvPr/>
        </p:nvSpPr>
        <p:spPr>
          <a:xfrm>
            <a:off x="10399887" y="4580253"/>
            <a:ext cx="1325880" cy="84406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chemeClr val="tx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19F840-794E-5221-0B67-6437CE301808}"/>
              </a:ext>
            </a:extLst>
          </p:cNvPr>
          <p:cNvSpPr/>
          <p:nvPr/>
        </p:nvSpPr>
        <p:spPr>
          <a:xfrm>
            <a:off x="7923387" y="5448932"/>
            <a:ext cx="1356359" cy="95132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chemeClr val="tx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30FF6A-CBB8-81D2-934B-B85810D00106}"/>
              </a:ext>
            </a:extLst>
          </p:cNvPr>
          <p:cNvSpPr txBox="1"/>
          <p:nvPr/>
        </p:nvSpPr>
        <p:spPr>
          <a:xfrm flipH="1">
            <a:off x="506024" y="5431585"/>
            <a:ext cx="4947920" cy="954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Model do better performance with selected feature</a:t>
            </a:r>
          </a:p>
        </p:txBody>
      </p:sp>
    </p:spTree>
    <p:extLst>
      <p:ext uri="{BB962C8B-B14F-4D97-AF65-F5344CB8AC3E}">
        <p14:creationId xmlns:p14="http://schemas.microsoft.com/office/powerpoint/2010/main" val="29997466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4723-043A-49B8-AE0B-17FDCB3D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315700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 Analysis (Cont.)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0A64C7-FA6B-44DF-9E2D-0C22A0B11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6899528"/>
              </p:ext>
            </p:extLst>
          </p:nvPr>
        </p:nvGraphicFramePr>
        <p:xfrm>
          <a:off x="6186196" y="2154965"/>
          <a:ext cx="5586703" cy="29801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74441">
                  <a:extLst>
                    <a:ext uri="{9D8B030D-6E8A-4147-A177-3AD203B41FA5}">
                      <a16:colId xmlns:a16="http://schemas.microsoft.com/office/drawing/2014/main" val="1892708972"/>
                    </a:ext>
                  </a:extLst>
                </a:gridCol>
                <a:gridCol w="2509934">
                  <a:extLst>
                    <a:ext uri="{9D8B030D-6E8A-4147-A177-3AD203B41FA5}">
                      <a16:colId xmlns:a16="http://schemas.microsoft.com/office/drawing/2014/main" val="104363934"/>
                    </a:ext>
                  </a:extLst>
                </a:gridCol>
                <a:gridCol w="2302328">
                  <a:extLst>
                    <a:ext uri="{9D8B030D-6E8A-4147-A177-3AD203B41FA5}">
                      <a16:colId xmlns:a16="http://schemas.microsoft.com/office/drawing/2014/main" val="3279008967"/>
                    </a:ext>
                  </a:extLst>
                </a:gridCol>
              </a:tblGrid>
              <a:tr h="11632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(Hidden neuron=10)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(Hidden neuron=10)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8506394"/>
                  </a:ext>
                </a:extLst>
              </a:tr>
              <a:tr h="8554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7173023"/>
                  </a:ext>
                </a:extLst>
              </a:tr>
              <a:tr h="9614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307333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FE82F87-616C-44F9-A8C0-B04DE0E5EFB3}"/>
              </a:ext>
            </a:extLst>
          </p:cNvPr>
          <p:cNvSpPr txBox="1"/>
          <p:nvPr/>
        </p:nvSpPr>
        <p:spPr>
          <a:xfrm>
            <a:off x="6367327" y="1357312"/>
            <a:ext cx="5405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Table 4: Performance analysis on local dataset(without feature selection)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8E33CE7-0BE8-486D-B49E-CF82E3A209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9483870"/>
              </p:ext>
            </p:extLst>
          </p:nvPr>
        </p:nvGraphicFramePr>
        <p:xfrm>
          <a:off x="549593" y="1821678"/>
          <a:ext cx="4693920" cy="3434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F720376-CAEF-E2E7-B4DF-9528FAF90832}"/>
              </a:ext>
            </a:extLst>
          </p:cNvPr>
          <p:cNvSpPr txBox="1"/>
          <p:nvPr/>
        </p:nvSpPr>
        <p:spPr>
          <a:xfrm flipH="1">
            <a:off x="457200" y="5555484"/>
            <a:ext cx="537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 11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Loss Vs. Epoch curves on local dataset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BAB6F86-775E-7A72-D1A9-81AB3AFC6A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9603419"/>
              </p:ext>
            </p:extLst>
          </p:nvPr>
        </p:nvGraphicFramePr>
        <p:xfrm>
          <a:off x="549593" y="1821678"/>
          <a:ext cx="4693920" cy="3434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E9DF561-CF41-DAA1-92F0-413E79A72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0515226"/>
              </p:ext>
            </p:extLst>
          </p:nvPr>
        </p:nvGraphicFramePr>
        <p:xfrm>
          <a:off x="549593" y="1821678"/>
          <a:ext cx="4693920" cy="3434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A9F937F-8EAD-4663-49AA-ED465ADEBC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7711833"/>
              </p:ext>
            </p:extLst>
          </p:nvPr>
        </p:nvGraphicFramePr>
        <p:xfrm>
          <a:off x="549593" y="1821678"/>
          <a:ext cx="4693920" cy="3434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075C576-59EC-FBCD-4574-178CC0A4B84D}"/>
              </a:ext>
            </a:extLst>
          </p:cNvPr>
          <p:cNvSpPr/>
          <p:nvPr/>
        </p:nvSpPr>
        <p:spPr>
          <a:xfrm>
            <a:off x="6976926" y="3302727"/>
            <a:ext cx="2524125" cy="8286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EC4177-6C67-71D2-9456-6B102CEE88AE}"/>
              </a:ext>
            </a:extLst>
          </p:cNvPr>
          <p:cNvSpPr/>
          <p:nvPr/>
        </p:nvSpPr>
        <p:spPr>
          <a:xfrm>
            <a:off x="9501051" y="3278915"/>
            <a:ext cx="2271849" cy="8286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3AB7A-D79D-C119-0BEA-F94CE7BADCE0}"/>
              </a:ext>
            </a:extLst>
          </p:cNvPr>
          <p:cNvSpPr/>
          <p:nvPr/>
        </p:nvSpPr>
        <p:spPr>
          <a:xfrm>
            <a:off x="6976926" y="4184153"/>
            <a:ext cx="2524125" cy="92712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45CADB-E206-7862-8031-69A1F1E9DE61}"/>
              </a:ext>
            </a:extLst>
          </p:cNvPr>
          <p:cNvSpPr/>
          <p:nvPr/>
        </p:nvSpPr>
        <p:spPr>
          <a:xfrm>
            <a:off x="9501051" y="4131402"/>
            <a:ext cx="2271849" cy="10036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0642F6E-8159-32C8-31F0-28B452F7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AF5D4F-7A98-36F1-B4F6-20841FB7E1E0}"/>
              </a:ext>
            </a:extLst>
          </p:cNvPr>
          <p:cNvSpPr txBox="1"/>
          <p:nvPr/>
        </p:nvSpPr>
        <p:spPr>
          <a:xfrm flipH="1">
            <a:off x="6288676" y="5480938"/>
            <a:ext cx="515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Total case 2</a:t>
            </a:r>
          </a:p>
        </p:txBody>
      </p:sp>
    </p:spTree>
    <p:extLst>
      <p:ext uri="{BB962C8B-B14F-4D97-AF65-F5344CB8AC3E}">
        <p14:creationId xmlns:p14="http://schemas.microsoft.com/office/powerpoint/2010/main" val="194622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Graphic spid="5" grpId="0">
        <p:bldAsOne/>
      </p:bldGraphic>
      <p:bldGraphic spid="6" grpId="0">
        <p:bldAsOne/>
      </p:bldGraphic>
      <p:bldGraphic spid="8" grpId="0">
        <p:bldAsOne/>
      </p:bldGraphic>
      <p:bldP spid="9" grpId="0" animBg="1"/>
      <p:bldP spid="9" grpId="1" animBg="1"/>
      <p:bldP spid="12" grpId="0" animBg="1"/>
      <p:bldP spid="12" grpId="1" animBg="1"/>
      <p:bldP spid="13" grpId="0" animBg="1"/>
      <p:bldP spid="13" grpId="1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4723-043A-49B8-AE0B-17FDCB3D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199"/>
            <a:ext cx="11315700" cy="876301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 Analysis (Cont.)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0A64C7-FA6B-44DF-9E2D-0C22A0B11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502805"/>
              </p:ext>
            </p:extLst>
          </p:nvPr>
        </p:nvGraphicFramePr>
        <p:xfrm>
          <a:off x="5991224" y="2189803"/>
          <a:ext cx="5781675" cy="401955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69981">
                  <a:extLst>
                    <a:ext uri="{9D8B030D-6E8A-4147-A177-3AD203B41FA5}">
                      <a16:colId xmlns:a16="http://schemas.microsoft.com/office/drawing/2014/main" val="1892708972"/>
                    </a:ext>
                  </a:extLst>
                </a:gridCol>
                <a:gridCol w="1286459">
                  <a:extLst>
                    <a:ext uri="{9D8B030D-6E8A-4147-A177-3AD203B41FA5}">
                      <a16:colId xmlns:a16="http://schemas.microsoft.com/office/drawing/2014/main" val="104363934"/>
                    </a:ext>
                  </a:extLst>
                </a:gridCol>
                <a:gridCol w="1283662">
                  <a:extLst>
                    <a:ext uri="{9D8B030D-6E8A-4147-A177-3AD203B41FA5}">
                      <a16:colId xmlns:a16="http://schemas.microsoft.com/office/drawing/2014/main" val="3170759515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3279008967"/>
                    </a:ext>
                  </a:extLst>
                </a:gridCol>
                <a:gridCol w="1311468">
                  <a:extLst>
                    <a:ext uri="{9D8B030D-6E8A-4147-A177-3AD203B41FA5}">
                      <a16:colId xmlns:a16="http://schemas.microsoft.com/office/drawing/2014/main" val="2099914720"/>
                    </a:ext>
                  </a:extLst>
                </a:gridCol>
              </a:tblGrid>
              <a:tr h="422081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MLPNN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06394"/>
                  </a:ext>
                </a:extLst>
              </a:tr>
              <a:tr h="9566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hidden neurons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hidden neurons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261797"/>
                  </a:ext>
                </a:extLst>
              </a:tr>
              <a:tr h="9566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no.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no.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Accuracy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26243619"/>
                  </a:ext>
                </a:extLst>
              </a:tr>
              <a:tr h="7929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233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7173023"/>
                  </a:ext>
                </a:extLst>
              </a:tr>
              <a:tr h="891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307333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FE82F87-616C-44F9-A8C0-B04DE0E5EFB3}"/>
              </a:ext>
            </a:extLst>
          </p:cNvPr>
          <p:cNvSpPr txBox="1"/>
          <p:nvPr/>
        </p:nvSpPr>
        <p:spPr>
          <a:xfrm>
            <a:off x="5991224" y="1358805"/>
            <a:ext cx="57640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Table 5: Performance measure on local 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ataset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(with feature selection)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0DD2CFD-9D9B-46A9-BF8F-497E5AC725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5398477"/>
              </p:ext>
            </p:extLst>
          </p:nvPr>
        </p:nvGraphicFramePr>
        <p:xfrm>
          <a:off x="451580" y="1714500"/>
          <a:ext cx="4813301" cy="3837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1373EE2-451E-F49C-DDBA-33274AD69AD2}"/>
              </a:ext>
            </a:extLst>
          </p:cNvPr>
          <p:cNvSpPr txBox="1"/>
          <p:nvPr/>
        </p:nvSpPr>
        <p:spPr>
          <a:xfrm flipH="1">
            <a:off x="451580" y="6077634"/>
            <a:ext cx="5339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 12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Loss Vs. Epoch curves on local dataset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032D009-4452-5CC3-8931-0B881F68B0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9214573"/>
              </p:ext>
            </p:extLst>
          </p:nvPr>
        </p:nvGraphicFramePr>
        <p:xfrm>
          <a:off x="451580" y="1714500"/>
          <a:ext cx="4813301" cy="3837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7974E55-A6AC-8BEF-3E4A-A73623BD92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4477968"/>
              </p:ext>
            </p:extLst>
          </p:nvPr>
        </p:nvGraphicFramePr>
        <p:xfrm>
          <a:off x="451580" y="1714500"/>
          <a:ext cx="4813301" cy="3837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D1404D5-E5EF-024B-E58A-43AE7135D0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6103048"/>
              </p:ext>
            </p:extLst>
          </p:nvPr>
        </p:nvGraphicFramePr>
        <p:xfrm>
          <a:off x="451580" y="1714500"/>
          <a:ext cx="4813301" cy="3837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B1632AD-273A-23E9-6B33-F46911F46AF5}"/>
              </a:ext>
            </a:extLst>
          </p:cNvPr>
          <p:cNvSpPr/>
          <p:nvPr/>
        </p:nvSpPr>
        <p:spPr>
          <a:xfrm>
            <a:off x="8053871" y="4554417"/>
            <a:ext cx="1298822" cy="7483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1D4ABC-F3A3-89B0-0517-70AC705C5927}"/>
              </a:ext>
            </a:extLst>
          </p:cNvPr>
          <p:cNvSpPr/>
          <p:nvPr/>
        </p:nvSpPr>
        <p:spPr>
          <a:xfrm>
            <a:off x="10441598" y="4554417"/>
            <a:ext cx="1298822" cy="7483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21F142-91B9-EC93-9303-8C150BCC8CAC}"/>
              </a:ext>
            </a:extLst>
          </p:cNvPr>
          <p:cNvSpPr/>
          <p:nvPr/>
        </p:nvSpPr>
        <p:spPr>
          <a:xfrm>
            <a:off x="8053871" y="5314450"/>
            <a:ext cx="1298822" cy="8949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9B9531-49BF-1F4D-609F-86639C502AC9}"/>
              </a:ext>
            </a:extLst>
          </p:cNvPr>
          <p:cNvSpPr/>
          <p:nvPr/>
        </p:nvSpPr>
        <p:spPr>
          <a:xfrm>
            <a:off x="10441598" y="5314449"/>
            <a:ext cx="1298822" cy="8949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EB2A2F-ED53-A691-E227-F7CC9A258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587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5" grpId="0">
        <p:bldAsOne/>
      </p:bldGraphic>
      <p:bldGraphic spid="7" grpId="0">
        <p:bldAsOne/>
      </p:bldGraphic>
      <p:bldGraphic spid="8" grpId="0">
        <p:bldAsOne/>
      </p:bldGraphic>
      <p:bldP spid="11" grpId="0" animBg="1"/>
      <p:bldP spid="11" grpId="1" animBg="1"/>
      <p:bldP spid="14" grpId="0" animBg="1"/>
      <p:bldP spid="14" grpId="1" animBg="1"/>
      <p:bldP spid="15" grpId="0" animBg="1"/>
      <p:bldP spid="15" grpId="1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4723-043A-49B8-AE0B-17FDCB3D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315700" cy="879231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 Analysis (Cont.)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0A64C7-FA6B-44DF-9E2D-0C22A0B11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4164201"/>
              </p:ext>
            </p:extLst>
          </p:nvPr>
        </p:nvGraphicFramePr>
        <p:xfrm>
          <a:off x="6096000" y="2306515"/>
          <a:ext cx="5638800" cy="29801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50953">
                  <a:extLst>
                    <a:ext uri="{9D8B030D-6E8A-4147-A177-3AD203B41FA5}">
                      <a16:colId xmlns:a16="http://schemas.microsoft.com/office/drawing/2014/main" val="1892708972"/>
                    </a:ext>
                  </a:extLst>
                </a:gridCol>
                <a:gridCol w="2371692">
                  <a:extLst>
                    <a:ext uri="{9D8B030D-6E8A-4147-A177-3AD203B41FA5}">
                      <a16:colId xmlns:a16="http://schemas.microsoft.com/office/drawing/2014/main" val="104363934"/>
                    </a:ext>
                  </a:extLst>
                </a:gridCol>
                <a:gridCol w="2516155">
                  <a:extLst>
                    <a:ext uri="{9D8B030D-6E8A-4147-A177-3AD203B41FA5}">
                      <a16:colId xmlns:a16="http://schemas.microsoft.com/office/drawing/2014/main" val="3279008967"/>
                    </a:ext>
                  </a:extLst>
                </a:gridCol>
              </a:tblGrid>
              <a:tr h="11632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Hidden neuron=10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Hidden neuron=50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8506394"/>
                  </a:ext>
                </a:extLst>
              </a:tr>
              <a:tr h="8554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90.625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93.75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7173023"/>
                  </a:ext>
                </a:extLst>
              </a:tr>
              <a:tr h="9614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84.375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93.75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307333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FE82F87-616C-44F9-A8C0-B04DE0E5EFB3}"/>
              </a:ext>
            </a:extLst>
          </p:cNvPr>
          <p:cNvSpPr txBox="1"/>
          <p:nvPr/>
        </p:nvSpPr>
        <p:spPr>
          <a:xfrm>
            <a:off x="6027128" y="1330569"/>
            <a:ext cx="57457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Table 6: 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erformance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analysis using two dataset(without feature selection)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09DC2-74FD-41B2-887A-707F51F63277}"/>
              </a:ext>
            </a:extLst>
          </p:cNvPr>
          <p:cNvSpPr txBox="1"/>
          <p:nvPr/>
        </p:nvSpPr>
        <p:spPr>
          <a:xfrm>
            <a:off x="536331" y="2457747"/>
            <a:ext cx="53193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5-fold and 10-fold cross-validation: achieving maximum accuracy of 93.75%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569893-9D32-E284-0EC0-2973317B5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93482B-8185-41D2-21D4-7065C4A3D4EE}"/>
              </a:ext>
            </a:extLst>
          </p:cNvPr>
          <p:cNvSpPr/>
          <p:nvPr/>
        </p:nvSpPr>
        <p:spPr>
          <a:xfrm>
            <a:off x="9209025" y="2306515"/>
            <a:ext cx="2535935" cy="298012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4FC2BB-7A70-AE14-C4D5-1514A7849FAF}"/>
              </a:ext>
            </a:extLst>
          </p:cNvPr>
          <p:cNvSpPr/>
          <p:nvPr/>
        </p:nvSpPr>
        <p:spPr>
          <a:xfrm>
            <a:off x="9198864" y="3490546"/>
            <a:ext cx="2535936" cy="179609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6E1045-9BB5-EF16-053A-6A0F35AEA2C9}"/>
              </a:ext>
            </a:extLst>
          </p:cNvPr>
          <p:cNvSpPr txBox="1"/>
          <p:nvPr/>
        </p:nvSpPr>
        <p:spPr>
          <a:xfrm>
            <a:off x="457200" y="3818576"/>
            <a:ext cx="5334000" cy="14773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MLPNN with 50 hidden neurons outperforms MLPNN with 10 hidden neurons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7833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1" grpId="0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4723-043A-49B8-AE0B-17FDCB3D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531" y="457200"/>
            <a:ext cx="11315700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 Analysis (Cont.)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0A64C7-FA6B-44DF-9E2D-0C22A0B11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991766"/>
              </p:ext>
            </p:extLst>
          </p:nvPr>
        </p:nvGraphicFramePr>
        <p:xfrm>
          <a:off x="6143429" y="2052788"/>
          <a:ext cx="5638802" cy="434339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50954">
                  <a:extLst>
                    <a:ext uri="{9D8B030D-6E8A-4147-A177-3AD203B41FA5}">
                      <a16:colId xmlns:a16="http://schemas.microsoft.com/office/drawing/2014/main" val="1892708972"/>
                    </a:ext>
                  </a:extLst>
                </a:gridCol>
                <a:gridCol w="1254668">
                  <a:extLst>
                    <a:ext uri="{9D8B030D-6E8A-4147-A177-3AD203B41FA5}">
                      <a16:colId xmlns:a16="http://schemas.microsoft.com/office/drawing/2014/main" val="104363934"/>
                    </a:ext>
                  </a:extLst>
                </a:gridCol>
                <a:gridCol w="1200222">
                  <a:extLst>
                    <a:ext uri="{9D8B030D-6E8A-4147-A177-3AD203B41FA5}">
                      <a16:colId xmlns:a16="http://schemas.microsoft.com/office/drawing/2014/main" val="3170759515"/>
                    </a:ext>
                  </a:extLst>
                </a:gridCol>
                <a:gridCol w="1153898">
                  <a:extLst>
                    <a:ext uri="{9D8B030D-6E8A-4147-A177-3AD203B41FA5}">
                      <a16:colId xmlns:a16="http://schemas.microsoft.com/office/drawing/2014/main" val="3279008967"/>
                    </a:ext>
                  </a:extLst>
                </a:gridCol>
                <a:gridCol w="1279060">
                  <a:extLst>
                    <a:ext uri="{9D8B030D-6E8A-4147-A177-3AD203B41FA5}">
                      <a16:colId xmlns:a16="http://schemas.microsoft.com/office/drawing/2014/main" val="2099914720"/>
                    </a:ext>
                  </a:extLst>
                </a:gridCol>
              </a:tblGrid>
              <a:tr h="456087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MLPNN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06394"/>
                  </a:ext>
                </a:extLst>
              </a:tr>
              <a:tr h="10337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hidden neurons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hidden neurons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261797"/>
                  </a:ext>
                </a:extLst>
              </a:tr>
              <a:tr h="10337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no.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no.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26243619"/>
                  </a:ext>
                </a:extLst>
              </a:tr>
              <a:tr h="8568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275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65.265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62.5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7173023"/>
                  </a:ext>
                </a:extLst>
              </a:tr>
              <a:tr h="9630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279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87.5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314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90.625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307333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FE82F87-616C-44F9-A8C0-B04DE0E5EFB3}"/>
              </a:ext>
            </a:extLst>
          </p:cNvPr>
          <p:cNvSpPr txBox="1"/>
          <p:nvPr/>
        </p:nvSpPr>
        <p:spPr>
          <a:xfrm>
            <a:off x="6204975" y="1287956"/>
            <a:ext cx="5577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Table 7: Performance analysis using two dataset(with feature selection)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E31F54-E4F6-43F2-9D91-C5F7DE8B6DDF}"/>
              </a:ext>
            </a:extLst>
          </p:cNvPr>
          <p:cNvSpPr txBox="1"/>
          <p:nvPr/>
        </p:nvSpPr>
        <p:spPr>
          <a:xfrm>
            <a:off x="466531" y="2699006"/>
            <a:ext cx="52402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10-Fold evaluation with 50 neurons shows best accuracy score of 90.825%"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BD365-574F-16BE-463A-BB9BB4A7D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9931" y="6356350"/>
            <a:ext cx="2743200" cy="365125"/>
          </a:xfrm>
        </p:spPr>
        <p:txBody>
          <a:bodyPr/>
          <a:lstStyle/>
          <a:p>
            <a:fld id="{A95CB4CD-6C32-4869-B39F-91EA30A06101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501AF4-A92E-F4F5-99CD-684D068D0933}"/>
              </a:ext>
            </a:extLst>
          </p:cNvPr>
          <p:cNvSpPr txBox="1"/>
          <p:nvPr/>
        </p:nvSpPr>
        <p:spPr>
          <a:xfrm>
            <a:off x="504629" y="4224487"/>
            <a:ext cx="5131061" cy="830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MLPNN with more features is more accurate</a:t>
            </a:r>
          </a:p>
        </p:txBody>
      </p:sp>
    </p:spTree>
    <p:extLst>
      <p:ext uri="{BB962C8B-B14F-4D97-AF65-F5344CB8AC3E}">
        <p14:creationId xmlns:p14="http://schemas.microsoft.com/office/powerpoint/2010/main" val="12644924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4723-043A-49B8-AE0B-17FDCB3D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0020"/>
            <a:ext cx="11315700" cy="87348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 Analysis (Cont.)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B5DEAF-CD21-11CD-0F4B-F8ECEE59707E}"/>
              </a:ext>
            </a:extLst>
          </p:cNvPr>
          <p:cNvSpPr txBox="1"/>
          <p:nvPr/>
        </p:nvSpPr>
        <p:spPr>
          <a:xfrm>
            <a:off x="1099038" y="1371600"/>
            <a:ext cx="113337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Table 8: Comparison with other studies on seizure non-seizure detection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AA3D5-CD50-521D-84CA-76146A55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7526"/>
            <a:ext cx="2743200" cy="363950"/>
          </a:xfrm>
        </p:spPr>
        <p:txBody>
          <a:bodyPr/>
          <a:lstStyle/>
          <a:p>
            <a:fld id="{A95CB4CD-6C32-4869-B39F-91EA30A06101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C2F798D9-BA46-C087-A703-A4ED1F4944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2684748"/>
              </p:ext>
            </p:extLst>
          </p:nvPr>
        </p:nvGraphicFramePr>
        <p:xfrm>
          <a:off x="1158240" y="1784390"/>
          <a:ext cx="9663916" cy="50241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2981">
                  <a:extLst>
                    <a:ext uri="{9D8B030D-6E8A-4147-A177-3AD203B41FA5}">
                      <a16:colId xmlns:a16="http://schemas.microsoft.com/office/drawing/2014/main" val="2389763390"/>
                    </a:ext>
                  </a:extLst>
                </a:gridCol>
                <a:gridCol w="2892748">
                  <a:extLst>
                    <a:ext uri="{9D8B030D-6E8A-4147-A177-3AD203B41FA5}">
                      <a16:colId xmlns:a16="http://schemas.microsoft.com/office/drawing/2014/main" val="547732089"/>
                    </a:ext>
                  </a:extLst>
                </a:gridCol>
                <a:gridCol w="1601141">
                  <a:extLst>
                    <a:ext uri="{9D8B030D-6E8A-4147-A177-3AD203B41FA5}">
                      <a16:colId xmlns:a16="http://schemas.microsoft.com/office/drawing/2014/main" val="2196672800"/>
                    </a:ext>
                  </a:extLst>
                </a:gridCol>
                <a:gridCol w="2213523">
                  <a:extLst>
                    <a:ext uri="{9D8B030D-6E8A-4147-A177-3AD203B41FA5}">
                      <a16:colId xmlns:a16="http://schemas.microsoft.com/office/drawing/2014/main" val="1252424359"/>
                    </a:ext>
                  </a:extLst>
                </a:gridCol>
                <a:gridCol w="2213523">
                  <a:extLst>
                    <a:ext uri="{9D8B030D-6E8A-4147-A177-3AD203B41FA5}">
                      <a16:colId xmlns:a16="http://schemas.microsoft.com/office/drawing/2014/main" val="1585885701"/>
                    </a:ext>
                  </a:extLst>
                </a:gridCol>
              </a:tblGrid>
              <a:tr h="38807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 ref.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894920"/>
                  </a:ext>
                </a:extLst>
              </a:tr>
              <a:tr h="106635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Automatic seizure detection based on imaged‑EEG signals through fully convolutional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C. Gómez et al.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2" action="ppaction://hlinksldjump"/>
                        </a:rPr>
                        <a:t>[5]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431755"/>
                  </a:ext>
                </a:extLst>
              </a:tr>
              <a:tr h="131009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 EEG based real-time epilepsy seizure detection approach using discrete wavelet transform and machine learning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Shen et al. 2022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2" action="ppaction://hlinksldjump"/>
                        </a:rPr>
                        <a:t>[6]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DWT+SVM</a:t>
                      </a:r>
                    </a:p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97% 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5197264"/>
                  </a:ext>
                </a:extLst>
              </a:tr>
              <a:tr h="61271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 Convolutional Neural Network for Seizure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O. </a:t>
                      </a:r>
                      <a:r>
                        <a:rPr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Kaziha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al 2020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3" action="ppaction://hlinksldjump"/>
                        </a:rPr>
                        <a:t>[7]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CNN</a:t>
                      </a:r>
                    </a:p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96.74%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856115"/>
                  </a:ext>
                </a:extLst>
              </a:tr>
              <a:tr h="82261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Epileptic Seizure Detection Based on Bidirectional Gated Recurrent Unit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Y. Zhang et al. 2022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3" action="ppaction://hlinksldjump"/>
                        </a:rPr>
                        <a:t>[8]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DWT+Temporal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spectral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92.79%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093737"/>
                  </a:ext>
                </a:extLst>
              </a:tr>
              <a:tr h="82261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Our work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EMD+MI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based feature selection+MLPNN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fold : 99.79%</a:t>
                      </a:r>
                    </a:p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fold: 100.0%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791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5146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5EB2A-4E5D-4E7F-E36F-5AFA393F4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4500"/>
            <a:ext cx="11277600" cy="1336431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50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6D170-3AF6-51E5-DF24-E42614BA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FFE475-53A8-4CAF-9298-87D7A6BE5C4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F4A64A-42AD-29C5-AB70-76E501F7BF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9" t="13974" r="15940" b="11111"/>
          <a:stretch/>
        </p:blipFill>
        <p:spPr>
          <a:xfrm>
            <a:off x="5240215" y="3112477"/>
            <a:ext cx="1573823" cy="153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23177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4723-043A-49B8-AE0B-17FDCB3D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315700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8E1C14-F2FC-19E5-B9B7-88B2B7B1FFEA}"/>
              </a:ext>
            </a:extLst>
          </p:cNvPr>
          <p:cNvSpPr txBox="1"/>
          <p:nvPr/>
        </p:nvSpPr>
        <p:spPr>
          <a:xfrm>
            <a:off x="457200" y="1348919"/>
            <a:ext cx="7772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EMD based nonlinear and nonstationary features are analyzed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Large scale local data needed for convenience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Misclassification occurs due to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Age differences 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Similarity in seizure and non-seizure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Varying range of signals of patients</a:t>
            </a:r>
          </a:p>
          <a:p>
            <a:pPr lvl="1"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584A37-6FAF-0DFF-284B-2B93355A0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32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5C8C53-1688-59D1-CF1B-959288F6E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354815"/>
            <a:ext cx="3200677" cy="277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421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4723-043A-49B8-AE0B-17FDCB3D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315700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8E1C14-F2FC-19E5-B9B7-88B2B7B1FFEA}"/>
              </a:ext>
            </a:extLst>
          </p:cNvPr>
          <p:cNvSpPr txBox="1"/>
          <p:nvPr/>
        </p:nvSpPr>
        <p:spPr>
          <a:xfrm>
            <a:off x="457199" y="1333500"/>
            <a:ext cx="75174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Some scopes of work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Integration of EEG with other signals like ECG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Personalized seizure detection on local dataset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Processing with large scale local dataset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12098-825B-1D1B-F110-497054784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9A36BF-696D-D993-16F6-0C4CCE56B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616" y="1441938"/>
            <a:ext cx="2234184" cy="212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6057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5EB2A-4E5D-4E7F-E36F-5AFA393F4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44262"/>
            <a:ext cx="11277600" cy="1336431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50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6D170-3AF6-51E5-DF24-E42614BA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FFE475-53A8-4CAF-9298-87D7A6BE5C4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392860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F036B-D82E-E2A1-9F91-4B8059B8C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3B5C7-AA6A-36A1-4ACF-4F191AD1E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1"/>
            <a:ext cx="11277600" cy="47244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Hassan,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K.M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., Islam, M.R., Nguyen,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T.T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and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Molla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M.K.I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., 2022. Epileptic seizure detection in EEG using mutual information-based best individual feature selection.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Expert Systems with Applications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193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p.116414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Mahmoodian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N., Boese, A.,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Friebe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 and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Haddadnia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J., 2019. Epileptic seizure detection using cross-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bispectrum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of electroencephalogram signal.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seizure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66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pp.4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-11.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Bilal Qureshi, M.,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Afzaal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Shuaib Qureshi, M. and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Gwak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J., 2022. Fuzzy-based automatic epileptic seizure detection framework.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Computers, materials &amp; continua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70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(3),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pp.5601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-5630.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Truong, N.D., Kuhlmann, L.,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Bonyadi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M.R., Yang, J., Faulks, A. and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Kavehei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O., 2017. Supervised learning in automatic channel selection for epileptic seizure detection.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Expert Systems with Applications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86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pp.199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-207.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Gómez, C., Arbeláez, P., Navarrete, M., Alvarado-Rojas, C., Le Van Quyen, M. and Valderrama, M., 2020. Automatic seizure detection based on imaged-EEG signals through fully convolutional networks. </a:t>
            </a:r>
            <a:r>
              <a:rPr lang="en-US" sz="2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Scientific reports</a:t>
            </a:r>
            <a:r>
              <a:rPr lang="en-US" sz="2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2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10</a:t>
            </a:r>
            <a:r>
              <a:rPr lang="en-US" sz="2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</a:t>
            </a:r>
            <a:r>
              <a:rPr lang="en-US" sz="2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pp.1</a:t>
            </a:r>
            <a:r>
              <a:rPr lang="en-US" sz="2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-13.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Shen, M., Wen, P., Song, B. and Li, Y., 2022. An EEG based real-time epilepsy seizure detection approach using discrete wavelet transform and machine learning methods. </a:t>
            </a:r>
            <a:r>
              <a:rPr lang="en-US" sz="2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Biomedical Signal Processing and Control</a:t>
            </a:r>
            <a:r>
              <a:rPr lang="en-US" sz="2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2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77</a:t>
            </a:r>
            <a:r>
              <a:rPr lang="en-US" sz="2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2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p.103820</a:t>
            </a:r>
            <a:r>
              <a:rPr lang="en-US" sz="2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CF94D-90F1-7E3C-9CC5-036387CE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15574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3CA95-DC1D-A4C0-598D-52249390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315700" cy="8763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References(Cont.)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0D730-992D-1E56-339C-57DB30F68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11315700" cy="47625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Kaziha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O. and Bonny, T., 2020, February. A convolutional neural network for seizure detection. In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2020 Advances in Science and Engineering Technology International Conferences (</a:t>
            </a:r>
            <a:r>
              <a:rPr lang="en-US" sz="20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ASET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1-5). IEEE.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Zhang, Y., Yao, S., Yang, R., Liu, X.,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Qiu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W., Han, L., Zhou, W. and Shang, W., 2022. Epileptic seizure detection based on bidirectional gated recurrent unit network.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 Transactions on Neural Systems and Rehabilitation Engineering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30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pp.135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-145.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E3CBC-0EE2-C032-B55E-2E6E7A8A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4CD-6C32-4869-B39F-91EA30A0610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9407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2039</TotalTime>
  <Words>1976</Words>
  <Application>Microsoft Office PowerPoint</Application>
  <PresentationFormat>Widescreen</PresentationFormat>
  <Paragraphs>487</Paragraphs>
  <Slides>36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Times New Roman</vt:lpstr>
      <vt:lpstr>Office Theme</vt:lpstr>
      <vt:lpstr>1_Office Theme</vt:lpstr>
      <vt:lpstr>2_Office Theme</vt:lpstr>
      <vt:lpstr>Epileptic Seizure Detection from EEG Signal Using Empirical Mode Decomposition and Deep Learning</vt:lpstr>
      <vt:lpstr>PowerPoint Presentation</vt:lpstr>
      <vt:lpstr>About Epileptic Seizure</vt:lpstr>
      <vt:lpstr>PowerPoint Presentation</vt:lpstr>
      <vt:lpstr>PowerPoint Presentation</vt:lpstr>
      <vt:lpstr>Background</vt:lpstr>
      <vt:lpstr>Background (Cont.)</vt:lpstr>
      <vt:lpstr>PowerPoint Presentation</vt:lpstr>
      <vt:lpstr>Base Paper</vt:lpstr>
      <vt:lpstr>Specific Aims</vt:lpstr>
      <vt:lpstr>Contributions</vt:lpstr>
      <vt:lpstr>Local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Ellipse area of SODP</vt:lpstr>
      <vt:lpstr>Fluctuation Index</vt:lpstr>
      <vt:lpstr>PowerPoint Presentation</vt:lpstr>
      <vt:lpstr>PowerPoint Presentation</vt:lpstr>
      <vt:lpstr>PowerPoint Presentation</vt:lpstr>
      <vt:lpstr>Result Analysis</vt:lpstr>
      <vt:lpstr>Result Analysis </vt:lpstr>
      <vt:lpstr>Result Analysis (Cont.)</vt:lpstr>
      <vt:lpstr>Result Analysis (Cont.)</vt:lpstr>
      <vt:lpstr>Result Analysis (Cont.)</vt:lpstr>
      <vt:lpstr>Result Analysis (Cont.)</vt:lpstr>
      <vt:lpstr>Result Analysis (Cont.)</vt:lpstr>
      <vt:lpstr>Result Analysis (Cont.)</vt:lpstr>
      <vt:lpstr>PowerPoint Presentation</vt:lpstr>
      <vt:lpstr>Conclusion</vt:lpstr>
      <vt:lpstr>Future work</vt:lpstr>
      <vt:lpstr>PowerPoint Presentation</vt:lpstr>
      <vt:lpstr>References</vt:lpstr>
      <vt:lpstr>References(Cont.)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Epileptic Seizure Detection from EEG Using Deep Learning</dc:title>
  <dc:creator>Shupta Das</dc:creator>
  <cp:lastModifiedBy>Shupta Das</cp:lastModifiedBy>
  <cp:revision>226</cp:revision>
  <dcterms:created xsi:type="dcterms:W3CDTF">2023-02-09T17:14:06Z</dcterms:created>
  <dcterms:modified xsi:type="dcterms:W3CDTF">2023-02-13T02:48:35Z</dcterms:modified>
</cp:coreProperties>
</file>