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64" r:id="rId1"/>
  </p:sldMasterIdLst>
  <p:notesMasterIdLst>
    <p:notesMasterId r:id="rId25"/>
  </p:notesMasterIdLst>
  <p:sldIdLst>
    <p:sldId id="256" r:id="rId2"/>
    <p:sldId id="307" r:id="rId3"/>
    <p:sldId id="335" r:id="rId4"/>
    <p:sldId id="308" r:id="rId5"/>
    <p:sldId id="309" r:id="rId6"/>
    <p:sldId id="314" r:id="rId7"/>
    <p:sldId id="315" r:id="rId8"/>
    <p:sldId id="310" r:id="rId9"/>
    <p:sldId id="318" r:id="rId10"/>
    <p:sldId id="319" r:id="rId11"/>
    <p:sldId id="336" r:id="rId12"/>
    <p:sldId id="340" r:id="rId13"/>
    <p:sldId id="321" r:id="rId14"/>
    <p:sldId id="324" r:id="rId15"/>
    <p:sldId id="337" r:id="rId16"/>
    <p:sldId id="333" r:id="rId17"/>
    <p:sldId id="334" r:id="rId18"/>
    <p:sldId id="338" r:id="rId19"/>
    <p:sldId id="339" r:id="rId20"/>
    <p:sldId id="326" r:id="rId21"/>
    <p:sldId id="329" r:id="rId22"/>
    <p:sldId id="331" r:id="rId23"/>
    <p:sldId id="330" r:id="rId24"/>
  </p:sldIdLst>
  <p:sldSz cx="18288000" cy="10287000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libri Light" panose="020F0302020204030204" pitchFamily="34" charset="0"/>
      <p:regular r:id="rId30"/>
      <p:italic r:id="rId31"/>
    </p:embeddedFont>
    <p:embeddedFont>
      <p:font typeface="Times New Roman Bold" panose="02020803070505020304" pitchFamily="18" charset="0"/>
      <p:regular r:id="rId32"/>
      <p:bold r:id="rId33"/>
    </p:embeddedFont>
    <p:embeddedFont>
      <p:font typeface="Times New Roman MT Bold" panose="020B0604020202020204" charset="0"/>
      <p:regular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snim Anam Tusti" initials="TAT" lastIdx="1" clrIdx="0">
    <p:extLst>
      <p:ext uri="{19B8F6BF-5375-455C-9EA6-DF929625EA0E}">
        <p15:presenceInfo xmlns:p15="http://schemas.microsoft.com/office/powerpoint/2012/main" userId="1b297afc996f1e14" providerId="Windows Live"/>
      </p:ext>
    </p:extLst>
  </p:cmAuthor>
  <p:cmAuthor id="2" name="SOURAV DEBNATH" initials="SD" lastIdx="4" clrIdx="1">
    <p:extLst>
      <p:ext uri="{19B8F6BF-5375-455C-9EA6-DF929625EA0E}">
        <p15:presenceInfo xmlns:p15="http://schemas.microsoft.com/office/powerpoint/2012/main" userId="d8d2d64f0b386b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CCCCFF"/>
    <a:srgbClr val="FF99CC"/>
    <a:srgbClr val="FFCCCC"/>
    <a:srgbClr val="99FF99"/>
    <a:srgbClr val="9999FF"/>
    <a:srgbClr val="00CC99"/>
    <a:srgbClr val="FFFF66"/>
    <a:srgbClr val="1E57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32" autoAdjust="0"/>
    <p:restoredTop sz="92250" autoAdjust="0"/>
  </p:normalViewPr>
  <p:slideViewPr>
    <p:cSldViewPr>
      <p:cViewPr varScale="1">
        <p:scale>
          <a:sx n="44" d="100"/>
          <a:sy n="44" d="100"/>
        </p:scale>
        <p:origin x="1218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RAV DEBNATH" userId="d8d2d64f0b386b9b" providerId="LiveId" clId="{C9CBB443-4D8D-47DC-A0C0-0E67F622A07E}"/>
    <pc:docChg chg="undo custSel modSld">
      <pc:chgData name="SOURAV DEBNATH" userId="d8d2d64f0b386b9b" providerId="LiveId" clId="{C9CBB443-4D8D-47DC-A0C0-0E67F622A07E}" dt="2025-12-14T21:10:57.112" v="184" actId="478"/>
      <pc:docMkLst>
        <pc:docMk/>
      </pc:docMkLst>
      <pc:sldChg chg="modTransition">
        <pc:chgData name="SOURAV DEBNATH" userId="d8d2d64f0b386b9b" providerId="LiveId" clId="{C9CBB443-4D8D-47DC-A0C0-0E67F622A07E}" dt="2025-12-14T20:11:51.146" v="3"/>
        <pc:sldMkLst>
          <pc:docMk/>
          <pc:sldMk cId="0" sldId="256"/>
        </pc:sldMkLst>
      </pc:sldChg>
      <pc:sldChg chg="modSp mod modTransition">
        <pc:chgData name="SOURAV DEBNATH" userId="d8d2d64f0b386b9b" providerId="LiveId" clId="{C9CBB443-4D8D-47DC-A0C0-0E67F622A07E}" dt="2025-12-14T20:45:03.777" v="43" actId="2711"/>
        <pc:sldMkLst>
          <pc:docMk/>
          <pc:sldMk cId="1446766921" sldId="307"/>
        </pc:sldMkLst>
        <pc:spChg chg="mod">
          <ac:chgData name="SOURAV DEBNATH" userId="d8d2d64f0b386b9b" providerId="LiveId" clId="{C9CBB443-4D8D-47DC-A0C0-0E67F622A07E}" dt="2025-12-14T20:45:03.777" v="43" actId="2711"/>
          <ac:spMkLst>
            <pc:docMk/>
            <pc:sldMk cId="1446766921" sldId="307"/>
            <ac:spMk id="3" creationId="{080A9048-BAF1-4485-BF36-8FDAE209BAD3}"/>
          </ac:spMkLst>
        </pc:spChg>
      </pc:sldChg>
      <pc:sldChg chg="addSp modSp mod modTransition">
        <pc:chgData name="SOURAV DEBNATH" userId="d8d2d64f0b386b9b" providerId="LiveId" clId="{C9CBB443-4D8D-47DC-A0C0-0E67F622A07E}" dt="2025-12-14T20:59:17.297" v="69"/>
        <pc:sldMkLst>
          <pc:docMk/>
          <pc:sldMk cId="719623810" sldId="308"/>
        </pc:sldMkLst>
        <pc:spChg chg="mod">
          <ac:chgData name="SOURAV DEBNATH" userId="d8d2d64f0b386b9b" providerId="LiveId" clId="{C9CBB443-4D8D-47DC-A0C0-0E67F622A07E}" dt="2025-12-14T20:59:17.297" v="69"/>
          <ac:spMkLst>
            <pc:docMk/>
            <pc:sldMk cId="719623810" sldId="308"/>
            <ac:spMk id="12" creationId="{D5B3DAB9-92B3-4127-967A-AA792C9EA249}"/>
          </ac:spMkLst>
        </pc:spChg>
        <pc:spChg chg="add mod">
          <ac:chgData name="SOURAV DEBNATH" userId="d8d2d64f0b386b9b" providerId="LiveId" clId="{C9CBB443-4D8D-47DC-A0C0-0E67F622A07E}" dt="2025-12-14T20:49:14.619" v="51" actId="1076"/>
          <ac:spMkLst>
            <pc:docMk/>
            <pc:sldMk cId="719623810" sldId="308"/>
            <ac:spMk id="15" creationId="{D372F0F8-11B3-4A01-B4A2-6EA1E56EEDEC}"/>
          </ac:spMkLst>
        </pc:spChg>
      </pc:sldChg>
      <pc:sldChg chg="modSp mod modTransition">
        <pc:chgData name="SOURAV DEBNATH" userId="d8d2d64f0b386b9b" providerId="LiveId" clId="{C9CBB443-4D8D-47DC-A0C0-0E67F622A07E}" dt="2025-12-14T20:45:06.803" v="44" actId="2711"/>
        <pc:sldMkLst>
          <pc:docMk/>
          <pc:sldMk cId="2157703069" sldId="309"/>
        </pc:sldMkLst>
        <pc:spChg chg="mod">
          <ac:chgData name="SOURAV DEBNATH" userId="d8d2d64f0b386b9b" providerId="LiveId" clId="{C9CBB443-4D8D-47DC-A0C0-0E67F622A07E}" dt="2025-12-14T20:45:06.803" v="44" actId="2711"/>
          <ac:spMkLst>
            <pc:docMk/>
            <pc:sldMk cId="2157703069" sldId="309"/>
            <ac:spMk id="5" creationId="{3FADF9C4-F15F-4B05-A2EA-92D036E3F05F}"/>
          </ac:spMkLst>
        </pc:spChg>
      </pc:sldChg>
      <pc:sldChg chg="modSp mod modTransition">
        <pc:chgData name="SOURAV DEBNATH" userId="d8d2d64f0b386b9b" providerId="LiveId" clId="{C9CBB443-4D8D-47DC-A0C0-0E67F622A07E}" dt="2025-12-14T20:20:19.185" v="39" actId="2711"/>
        <pc:sldMkLst>
          <pc:docMk/>
          <pc:sldMk cId="107585711" sldId="310"/>
        </pc:sldMkLst>
        <pc:spChg chg="mod">
          <ac:chgData name="SOURAV DEBNATH" userId="d8d2d64f0b386b9b" providerId="LiveId" clId="{C9CBB443-4D8D-47DC-A0C0-0E67F622A07E}" dt="2025-12-14T20:20:19.185" v="39" actId="2711"/>
          <ac:spMkLst>
            <pc:docMk/>
            <pc:sldMk cId="107585711" sldId="310"/>
            <ac:spMk id="4" creationId="{31E2F98A-5BEF-4EBC-A20F-34A60A6C7EF5}"/>
          </ac:spMkLst>
        </pc:spChg>
        <pc:spChg chg="mod">
          <ac:chgData name="SOURAV DEBNATH" userId="d8d2d64f0b386b9b" providerId="LiveId" clId="{C9CBB443-4D8D-47DC-A0C0-0E67F622A07E}" dt="2025-12-14T20:20:14.638" v="38" actId="2711"/>
          <ac:spMkLst>
            <pc:docMk/>
            <pc:sldMk cId="107585711" sldId="310"/>
            <ac:spMk id="5" creationId="{A82FAB75-0526-4FDC-AC16-B470073E8849}"/>
          </ac:spMkLst>
        </pc:spChg>
      </pc:sldChg>
      <pc:sldChg chg="modTransition">
        <pc:chgData name="SOURAV DEBNATH" userId="d8d2d64f0b386b9b" providerId="LiveId" clId="{C9CBB443-4D8D-47DC-A0C0-0E67F622A07E}" dt="2025-12-14T20:11:51.146" v="3"/>
        <pc:sldMkLst>
          <pc:docMk/>
          <pc:sldMk cId="2550878145" sldId="314"/>
        </pc:sldMkLst>
      </pc:sldChg>
      <pc:sldChg chg="modSp mod modTransition">
        <pc:chgData name="SOURAV DEBNATH" userId="d8d2d64f0b386b9b" providerId="LiveId" clId="{C9CBB443-4D8D-47DC-A0C0-0E67F622A07E}" dt="2025-12-14T20:20:33.783" v="40" actId="2711"/>
        <pc:sldMkLst>
          <pc:docMk/>
          <pc:sldMk cId="2383303800" sldId="315"/>
        </pc:sldMkLst>
        <pc:spChg chg="mod">
          <ac:chgData name="SOURAV DEBNATH" userId="d8d2d64f0b386b9b" providerId="LiveId" clId="{C9CBB443-4D8D-47DC-A0C0-0E67F622A07E}" dt="2025-12-14T20:20:33.783" v="40" actId="2711"/>
          <ac:spMkLst>
            <pc:docMk/>
            <pc:sldMk cId="2383303800" sldId="315"/>
            <ac:spMk id="2" creationId="{BBEB2241-06EA-49AD-A8A6-0B839FE09E33}"/>
          </ac:spMkLst>
        </pc:spChg>
        <pc:spChg chg="mod">
          <ac:chgData name="SOURAV DEBNATH" userId="d8d2d64f0b386b9b" providerId="LiveId" clId="{C9CBB443-4D8D-47DC-A0C0-0E67F622A07E}" dt="2025-12-14T20:20:33.783" v="40" actId="2711"/>
          <ac:spMkLst>
            <pc:docMk/>
            <pc:sldMk cId="2383303800" sldId="315"/>
            <ac:spMk id="6" creationId="{B3F1E331-D6F3-41E9-A8B5-C7E672185224}"/>
          </ac:spMkLst>
        </pc:spChg>
        <pc:spChg chg="mod">
          <ac:chgData name="SOURAV DEBNATH" userId="d8d2d64f0b386b9b" providerId="LiveId" clId="{C9CBB443-4D8D-47DC-A0C0-0E67F622A07E}" dt="2025-12-14T20:20:33.783" v="40" actId="2711"/>
          <ac:spMkLst>
            <pc:docMk/>
            <pc:sldMk cId="2383303800" sldId="315"/>
            <ac:spMk id="7" creationId="{765D3B4C-847B-4D3E-A119-BAFB42F35F22}"/>
          </ac:spMkLst>
        </pc:spChg>
        <pc:spChg chg="mod">
          <ac:chgData name="SOURAV DEBNATH" userId="d8d2d64f0b386b9b" providerId="LiveId" clId="{C9CBB443-4D8D-47DC-A0C0-0E67F622A07E}" dt="2025-12-14T20:20:33.783" v="40" actId="2711"/>
          <ac:spMkLst>
            <pc:docMk/>
            <pc:sldMk cId="2383303800" sldId="315"/>
            <ac:spMk id="10" creationId="{3D153999-ACD1-4250-9C92-86B0F2CD8696}"/>
          </ac:spMkLst>
        </pc:spChg>
        <pc:spChg chg="mod">
          <ac:chgData name="SOURAV DEBNATH" userId="d8d2d64f0b386b9b" providerId="LiveId" clId="{C9CBB443-4D8D-47DC-A0C0-0E67F622A07E}" dt="2025-12-14T20:20:33.783" v="40" actId="2711"/>
          <ac:spMkLst>
            <pc:docMk/>
            <pc:sldMk cId="2383303800" sldId="315"/>
            <ac:spMk id="12" creationId="{BE80C699-C4B9-48C5-9A16-4112FA0BFD8A}"/>
          </ac:spMkLst>
        </pc:spChg>
      </pc:sldChg>
      <pc:sldChg chg="modTransition">
        <pc:chgData name="SOURAV DEBNATH" userId="d8d2d64f0b386b9b" providerId="LiveId" clId="{C9CBB443-4D8D-47DC-A0C0-0E67F622A07E}" dt="2025-12-14T20:11:51.146" v="3"/>
        <pc:sldMkLst>
          <pc:docMk/>
          <pc:sldMk cId="4234727585" sldId="318"/>
        </pc:sldMkLst>
      </pc:sldChg>
      <pc:sldChg chg="modSp mod modTransition">
        <pc:chgData name="SOURAV DEBNATH" userId="d8d2d64f0b386b9b" providerId="LiveId" clId="{C9CBB443-4D8D-47DC-A0C0-0E67F622A07E}" dt="2025-12-14T20:19:41.686" v="37" actId="2711"/>
        <pc:sldMkLst>
          <pc:docMk/>
          <pc:sldMk cId="1397843142" sldId="319"/>
        </pc:sldMkLst>
        <pc:spChg chg="mod">
          <ac:chgData name="SOURAV DEBNATH" userId="d8d2d64f0b386b9b" providerId="LiveId" clId="{C9CBB443-4D8D-47DC-A0C0-0E67F622A07E}" dt="2025-12-14T20:19:41.686" v="37" actId="2711"/>
          <ac:spMkLst>
            <pc:docMk/>
            <pc:sldMk cId="1397843142" sldId="319"/>
            <ac:spMk id="46" creationId="{2DC8D64A-C9D3-4FBC-AA34-5DAC431D09A1}"/>
          </ac:spMkLst>
        </pc:spChg>
      </pc:sldChg>
      <pc:sldChg chg="addSp delSp modSp mod modTransition">
        <pc:chgData name="SOURAV DEBNATH" userId="d8d2d64f0b386b9b" providerId="LiveId" clId="{C9CBB443-4D8D-47DC-A0C0-0E67F622A07E}" dt="2025-12-14T21:10:57.112" v="184" actId="478"/>
        <pc:sldMkLst>
          <pc:docMk/>
          <pc:sldMk cId="2411670677" sldId="321"/>
        </pc:sldMkLst>
        <pc:spChg chg="mod topLvl">
          <ac:chgData name="SOURAV DEBNATH" userId="d8d2d64f0b386b9b" providerId="LiveId" clId="{C9CBB443-4D8D-47DC-A0C0-0E67F622A07E}" dt="2025-12-14T21:00:07.787" v="74" actId="165"/>
          <ac:spMkLst>
            <pc:docMk/>
            <pc:sldMk cId="2411670677" sldId="321"/>
            <ac:spMk id="2" creationId="{97E8B267-9E63-4393-B01D-FCF476699A00}"/>
          </ac:spMkLst>
        </pc:spChg>
        <pc:spChg chg="mod topLvl">
          <ac:chgData name="SOURAV DEBNATH" userId="d8d2d64f0b386b9b" providerId="LiveId" clId="{C9CBB443-4D8D-47DC-A0C0-0E67F622A07E}" dt="2025-12-14T21:00:07.787" v="74" actId="165"/>
          <ac:spMkLst>
            <pc:docMk/>
            <pc:sldMk cId="2411670677" sldId="321"/>
            <ac:spMk id="3" creationId="{F36E5C32-EDEF-4B5F-B985-67E479EB6399}"/>
          </ac:spMkLst>
        </pc:spChg>
        <pc:spChg chg="mod">
          <ac:chgData name="SOURAV DEBNATH" userId="d8d2d64f0b386b9b" providerId="LiveId" clId="{C9CBB443-4D8D-47DC-A0C0-0E67F622A07E}" dt="2025-12-14T21:00:07.787" v="74" actId="165"/>
          <ac:spMkLst>
            <pc:docMk/>
            <pc:sldMk cId="2411670677" sldId="321"/>
            <ac:spMk id="13" creationId="{794F682F-1D4B-4327-9E67-BAD4CA447C74}"/>
          </ac:spMkLst>
        </pc:spChg>
        <pc:spChg chg="mod">
          <ac:chgData name="SOURAV DEBNATH" userId="d8d2d64f0b386b9b" providerId="LiveId" clId="{C9CBB443-4D8D-47DC-A0C0-0E67F622A07E}" dt="2025-12-14T21:00:07.787" v="74" actId="165"/>
          <ac:spMkLst>
            <pc:docMk/>
            <pc:sldMk cId="2411670677" sldId="321"/>
            <ac:spMk id="14" creationId="{4C903718-A675-4B48-84E6-1E46D20EC8B8}"/>
          </ac:spMkLst>
        </pc:spChg>
        <pc:spChg chg="mod">
          <ac:chgData name="SOURAV DEBNATH" userId="d8d2d64f0b386b9b" providerId="LiveId" clId="{C9CBB443-4D8D-47DC-A0C0-0E67F622A07E}" dt="2025-12-14T21:00:07.787" v="74" actId="165"/>
          <ac:spMkLst>
            <pc:docMk/>
            <pc:sldMk cId="2411670677" sldId="321"/>
            <ac:spMk id="15" creationId="{8E883DA6-872D-40F7-8F53-2110E1DEFE09}"/>
          </ac:spMkLst>
        </pc:spChg>
        <pc:spChg chg="mod">
          <ac:chgData name="SOURAV DEBNATH" userId="d8d2d64f0b386b9b" providerId="LiveId" clId="{C9CBB443-4D8D-47DC-A0C0-0E67F622A07E}" dt="2025-12-14T21:00:07.787" v="74" actId="165"/>
          <ac:spMkLst>
            <pc:docMk/>
            <pc:sldMk cId="2411670677" sldId="321"/>
            <ac:spMk id="16" creationId="{E7D1BF2A-7266-47E5-A0A2-744A47984836}"/>
          </ac:spMkLst>
        </pc:spChg>
        <pc:spChg chg="mod topLvl">
          <ac:chgData name="SOURAV DEBNATH" userId="d8d2d64f0b386b9b" providerId="LiveId" clId="{C9CBB443-4D8D-47DC-A0C0-0E67F622A07E}" dt="2025-12-14T21:04:02.070" v="110" actId="1076"/>
          <ac:spMkLst>
            <pc:docMk/>
            <pc:sldMk cId="2411670677" sldId="321"/>
            <ac:spMk id="18" creationId="{646E0EEF-1C07-461B-AD48-0662DD0D40DF}"/>
          </ac:spMkLst>
        </pc:spChg>
        <pc:spChg chg="mod topLvl">
          <ac:chgData name="SOURAV DEBNATH" userId="d8d2d64f0b386b9b" providerId="LiveId" clId="{C9CBB443-4D8D-47DC-A0C0-0E67F622A07E}" dt="2025-12-14T21:00:07.787" v="74" actId="165"/>
          <ac:spMkLst>
            <pc:docMk/>
            <pc:sldMk cId="2411670677" sldId="321"/>
            <ac:spMk id="19" creationId="{F89A8BDD-4042-48B0-92AF-01EDE5917E20}"/>
          </ac:spMkLst>
        </pc:spChg>
        <pc:spChg chg="mod">
          <ac:chgData name="SOURAV DEBNATH" userId="d8d2d64f0b386b9b" providerId="LiveId" clId="{C9CBB443-4D8D-47DC-A0C0-0E67F622A07E}" dt="2025-12-14T21:08:43.318" v="166" actId="14100"/>
          <ac:spMkLst>
            <pc:docMk/>
            <pc:sldMk cId="2411670677" sldId="321"/>
            <ac:spMk id="22" creationId="{49118C74-C687-49CC-8035-F1BB25AD502B}"/>
          </ac:spMkLst>
        </pc:spChg>
        <pc:spChg chg="mod">
          <ac:chgData name="SOURAV DEBNATH" userId="d8d2d64f0b386b9b" providerId="LiveId" clId="{C9CBB443-4D8D-47DC-A0C0-0E67F622A07E}" dt="2025-12-14T20:18:30.825" v="32" actId="113"/>
          <ac:spMkLst>
            <pc:docMk/>
            <pc:sldMk cId="2411670677" sldId="321"/>
            <ac:spMk id="33" creationId="{D98414BA-7FB9-4DCF-906D-B32DB17D7635}"/>
          </ac:spMkLst>
        </pc:spChg>
        <pc:spChg chg="mod">
          <ac:chgData name="SOURAV DEBNATH" userId="d8d2d64f0b386b9b" providerId="LiveId" clId="{C9CBB443-4D8D-47DC-A0C0-0E67F622A07E}" dt="2025-12-14T20:18:30.825" v="32" actId="113"/>
          <ac:spMkLst>
            <pc:docMk/>
            <pc:sldMk cId="2411670677" sldId="321"/>
            <ac:spMk id="37" creationId="{943016CE-CD9D-40D5-A55C-1E7A3553874B}"/>
          </ac:spMkLst>
        </pc:spChg>
        <pc:spChg chg="mod">
          <ac:chgData name="SOURAV DEBNATH" userId="d8d2d64f0b386b9b" providerId="LiveId" clId="{C9CBB443-4D8D-47DC-A0C0-0E67F622A07E}" dt="2025-12-14T20:18:30.825" v="32" actId="113"/>
          <ac:spMkLst>
            <pc:docMk/>
            <pc:sldMk cId="2411670677" sldId="321"/>
            <ac:spMk id="39" creationId="{408C597D-E3CA-4683-9DDF-2B371E80A0A1}"/>
          </ac:spMkLst>
        </pc:spChg>
        <pc:spChg chg="mod">
          <ac:chgData name="SOURAV DEBNATH" userId="d8d2d64f0b386b9b" providerId="LiveId" clId="{C9CBB443-4D8D-47DC-A0C0-0E67F622A07E}" dt="2025-12-14T21:05:07.548" v="119" actId="1076"/>
          <ac:spMkLst>
            <pc:docMk/>
            <pc:sldMk cId="2411670677" sldId="321"/>
            <ac:spMk id="41" creationId="{60627720-5E2A-4719-A228-B083748A9B95}"/>
          </ac:spMkLst>
        </pc:spChg>
        <pc:spChg chg="mod">
          <ac:chgData name="SOURAV DEBNATH" userId="d8d2d64f0b386b9b" providerId="LiveId" clId="{C9CBB443-4D8D-47DC-A0C0-0E67F622A07E}" dt="2025-12-14T20:18:29.611" v="31" actId="113"/>
          <ac:spMkLst>
            <pc:docMk/>
            <pc:sldMk cId="2411670677" sldId="321"/>
            <ac:spMk id="45" creationId="{87E053BA-4218-469A-9A0F-CBE425AE51BF}"/>
          </ac:spMkLst>
        </pc:spChg>
        <pc:spChg chg="mod topLvl">
          <ac:chgData name="SOURAV DEBNATH" userId="d8d2d64f0b386b9b" providerId="LiveId" clId="{C9CBB443-4D8D-47DC-A0C0-0E67F622A07E}" dt="2025-12-14T21:06:33.205" v="134" actId="1076"/>
          <ac:spMkLst>
            <pc:docMk/>
            <pc:sldMk cId="2411670677" sldId="321"/>
            <ac:spMk id="46" creationId="{DA455CB5-9232-4DC9-AB10-C6D6DBAD9813}"/>
          </ac:spMkLst>
        </pc:spChg>
        <pc:spChg chg="mod">
          <ac:chgData name="SOURAV DEBNATH" userId="d8d2d64f0b386b9b" providerId="LiveId" clId="{C9CBB443-4D8D-47DC-A0C0-0E67F622A07E}" dt="2025-12-14T20:18:29.611" v="31" actId="113"/>
          <ac:spMkLst>
            <pc:docMk/>
            <pc:sldMk cId="2411670677" sldId="321"/>
            <ac:spMk id="48" creationId="{C5004FB8-BEA1-40FF-AF3B-3E5BD4E2212F}"/>
          </ac:spMkLst>
        </pc:spChg>
        <pc:spChg chg="mod">
          <ac:chgData name="SOURAV DEBNATH" userId="d8d2d64f0b386b9b" providerId="LiveId" clId="{C9CBB443-4D8D-47DC-A0C0-0E67F622A07E}" dt="2025-12-14T21:04:55.404" v="117" actId="1076"/>
          <ac:spMkLst>
            <pc:docMk/>
            <pc:sldMk cId="2411670677" sldId="321"/>
            <ac:spMk id="49" creationId="{797E9A75-9BC2-4995-B59D-93B3C51324EC}"/>
          </ac:spMkLst>
        </pc:spChg>
        <pc:grpChg chg="mod topLvl">
          <ac:chgData name="SOURAV DEBNATH" userId="d8d2d64f0b386b9b" providerId="LiveId" clId="{C9CBB443-4D8D-47DC-A0C0-0E67F622A07E}" dt="2025-12-14T21:00:07.787" v="74" actId="165"/>
          <ac:grpSpMkLst>
            <pc:docMk/>
            <pc:sldMk cId="2411670677" sldId="321"/>
            <ac:grpSpMk id="17" creationId="{D3544228-80AF-47D0-B9A4-F352AA3753CD}"/>
          </ac:grpSpMkLst>
        </pc:grpChg>
        <pc:grpChg chg="del mod">
          <ac:chgData name="SOURAV DEBNATH" userId="d8d2d64f0b386b9b" providerId="LiveId" clId="{C9CBB443-4D8D-47DC-A0C0-0E67F622A07E}" dt="2025-12-14T21:00:07.787" v="74" actId="165"/>
          <ac:grpSpMkLst>
            <pc:docMk/>
            <pc:sldMk cId="2411670677" sldId="321"/>
            <ac:grpSpMk id="50" creationId="{99C0E283-217E-445A-A707-06C697323E8B}"/>
          </ac:grpSpMkLst>
        </pc:grpChg>
        <pc:cxnChg chg="del mod topLvl">
          <ac:chgData name="SOURAV DEBNATH" userId="d8d2d64f0b386b9b" providerId="LiveId" clId="{C9CBB443-4D8D-47DC-A0C0-0E67F622A07E}" dt="2025-12-14T21:01:14.351" v="81" actId="478"/>
          <ac:cxnSpMkLst>
            <pc:docMk/>
            <pc:sldMk cId="2411670677" sldId="321"/>
            <ac:cxnSpMk id="6" creationId="{098D4797-3592-405A-93F8-E167514C388A}"/>
          </ac:cxnSpMkLst>
        </pc:cxnChg>
        <pc:cxnChg chg="mod topLvl">
          <ac:chgData name="SOURAV DEBNATH" userId="d8d2d64f0b386b9b" providerId="LiveId" clId="{C9CBB443-4D8D-47DC-A0C0-0E67F622A07E}" dt="2025-12-14T21:04:02.070" v="110" actId="1076"/>
          <ac:cxnSpMkLst>
            <pc:docMk/>
            <pc:sldMk cId="2411670677" sldId="321"/>
            <ac:cxnSpMk id="8" creationId="{ED12C3D7-397E-48E0-94EA-0F2A5BFEC9BB}"/>
          </ac:cxnSpMkLst>
        </pc:cxnChg>
        <pc:cxnChg chg="del mod topLvl">
          <ac:chgData name="SOURAV DEBNATH" userId="d8d2d64f0b386b9b" providerId="LiveId" clId="{C9CBB443-4D8D-47DC-A0C0-0E67F622A07E}" dt="2025-12-14T21:02:53.478" v="100" actId="478"/>
          <ac:cxnSpMkLst>
            <pc:docMk/>
            <pc:sldMk cId="2411670677" sldId="321"/>
            <ac:cxnSpMk id="9" creationId="{DA95E637-028B-4993-8A98-FFDDADCA6CF3}"/>
          </ac:cxnSpMkLst>
        </pc:cxnChg>
        <pc:cxnChg chg="del mod topLvl">
          <ac:chgData name="SOURAV DEBNATH" userId="d8d2d64f0b386b9b" providerId="LiveId" clId="{C9CBB443-4D8D-47DC-A0C0-0E67F622A07E}" dt="2025-12-14T21:02:39.321" v="95" actId="478"/>
          <ac:cxnSpMkLst>
            <pc:docMk/>
            <pc:sldMk cId="2411670677" sldId="321"/>
            <ac:cxnSpMk id="11" creationId="{9C901F62-CF9F-4FCE-8EB3-1A9D0559728B}"/>
          </ac:cxnSpMkLst>
        </pc:cxnChg>
        <pc:cxnChg chg="mod topLvl">
          <ac:chgData name="SOURAV DEBNATH" userId="d8d2d64f0b386b9b" providerId="LiveId" clId="{C9CBB443-4D8D-47DC-A0C0-0E67F622A07E}" dt="2025-12-14T21:00:07.787" v="74" actId="165"/>
          <ac:cxnSpMkLst>
            <pc:docMk/>
            <pc:sldMk cId="2411670677" sldId="321"/>
            <ac:cxnSpMk id="12" creationId="{D894414A-34CE-4456-AC8D-BAA1FD89B1CB}"/>
          </ac:cxnSpMkLst>
        </pc:cxnChg>
        <pc:cxnChg chg="del mod topLvl">
          <ac:chgData name="SOURAV DEBNATH" userId="d8d2d64f0b386b9b" providerId="LiveId" clId="{C9CBB443-4D8D-47DC-A0C0-0E67F622A07E}" dt="2025-12-14T21:02:55.090" v="101" actId="478"/>
          <ac:cxnSpMkLst>
            <pc:docMk/>
            <pc:sldMk cId="2411670677" sldId="321"/>
            <ac:cxnSpMk id="20" creationId="{CAE92770-21D7-4E26-8369-E030BFAF583E}"/>
          </ac:cxnSpMkLst>
        </pc:cxnChg>
        <pc:cxnChg chg="del mod topLvl">
          <ac:chgData name="SOURAV DEBNATH" userId="d8d2d64f0b386b9b" providerId="LiveId" clId="{C9CBB443-4D8D-47DC-A0C0-0E67F622A07E}" dt="2025-12-14T21:06:37.057" v="135" actId="478"/>
          <ac:cxnSpMkLst>
            <pc:docMk/>
            <pc:sldMk cId="2411670677" sldId="321"/>
            <ac:cxnSpMk id="24" creationId="{4AE253A7-8C38-46CC-9650-8F5ECD8C00F1}"/>
          </ac:cxnSpMkLst>
        </pc:cxnChg>
        <pc:cxnChg chg="del mod topLvl">
          <ac:chgData name="SOURAV DEBNATH" userId="d8d2d64f0b386b9b" providerId="LiveId" clId="{C9CBB443-4D8D-47DC-A0C0-0E67F622A07E}" dt="2025-12-14T21:06:49.878" v="137" actId="478"/>
          <ac:cxnSpMkLst>
            <pc:docMk/>
            <pc:sldMk cId="2411670677" sldId="321"/>
            <ac:cxnSpMk id="25" creationId="{0A773A77-569A-42E5-9BB7-2C46AC2F26E8}"/>
          </ac:cxnSpMkLst>
        </pc:cxnChg>
        <pc:cxnChg chg="del mod topLvl">
          <ac:chgData name="SOURAV DEBNATH" userId="d8d2d64f0b386b9b" providerId="LiveId" clId="{C9CBB443-4D8D-47DC-A0C0-0E67F622A07E}" dt="2025-12-14T21:07:00.382" v="140" actId="478"/>
          <ac:cxnSpMkLst>
            <pc:docMk/>
            <pc:sldMk cId="2411670677" sldId="321"/>
            <ac:cxnSpMk id="27" creationId="{35F52031-D36E-4D74-A505-5DBBA356BFEC}"/>
          </ac:cxnSpMkLst>
        </pc:cxnChg>
        <pc:cxnChg chg="mod topLvl">
          <ac:chgData name="SOURAV DEBNATH" userId="d8d2d64f0b386b9b" providerId="LiveId" clId="{C9CBB443-4D8D-47DC-A0C0-0E67F622A07E}" dt="2025-12-14T21:00:27.726" v="76" actId="1076"/>
          <ac:cxnSpMkLst>
            <pc:docMk/>
            <pc:sldMk cId="2411670677" sldId="321"/>
            <ac:cxnSpMk id="28" creationId="{6BD7A637-3977-4F71-B963-D8477708E85A}"/>
          </ac:cxnSpMkLst>
        </pc:cxnChg>
        <pc:cxnChg chg="mod topLvl">
          <ac:chgData name="SOURAV DEBNATH" userId="d8d2d64f0b386b9b" providerId="LiveId" clId="{C9CBB443-4D8D-47DC-A0C0-0E67F622A07E}" dt="2025-12-14T21:00:07.787" v="74" actId="165"/>
          <ac:cxnSpMkLst>
            <pc:docMk/>
            <pc:sldMk cId="2411670677" sldId="321"/>
            <ac:cxnSpMk id="29" creationId="{7F319BF1-BED8-4CD1-B1A6-7CA4AC761638}"/>
          </ac:cxnSpMkLst>
        </pc:cxnChg>
        <pc:cxnChg chg="add del">
          <ac:chgData name="SOURAV DEBNATH" userId="d8d2d64f0b386b9b" providerId="LiveId" clId="{C9CBB443-4D8D-47DC-A0C0-0E67F622A07E}" dt="2025-12-14T21:01:05.358" v="80" actId="11529"/>
          <ac:cxnSpMkLst>
            <pc:docMk/>
            <pc:sldMk cId="2411670677" sldId="321"/>
            <ac:cxnSpMk id="30" creationId="{62EC16BD-4B14-4944-99C3-A7C6EE04B57E}"/>
          </ac:cxnSpMkLst>
        </pc:cxnChg>
        <pc:cxnChg chg="mod topLvl">
          <ac:chgData name="SOURAV DEBNATH" userId="d8d2d64f0b386b9b" providerId="LiveId" clId="{C9CBB443-4D8D-47DC-A0C0-0E67F622A07E}" dt="2025-12-14T21:00:07.787" v="74" actId="165"/>
          <ac:cxnSpMkLst>
            <pc:docMk/>
            <pc:sldMk cId="2411670677" sldId="321"/>
            <ac:cxnSpMk id="32" creationId="{DA589B1D-B0C3-46DF-A8C4-FBE7231B7215}"/>
          </ac:cxnSpMkLst>
        </pc:cxnChg>
        <pc:cxnChg chg="del mod topLvl">
          <ac:chgData name="SOURAV DEBNATH" userId="d8d2d64f0b386b9b" providerId="LiveId" clId="{C9CBB443-4D8D-47DC-A0C0-0E67F622A07E}" dt="2025-12-14T21:02:44.023" v="99" actId="478"/>
          <ac:cxnSpMkLst>
            <pc:docMk/>
            <pc:sldMk cId="2411670677" sldId="321"/>
            <ac:cxnSpMk id="34" creationId="{5C851865-2253-4F62-9B9F-95B2A4FC1DF0}"/>
          </ac:cxnSpMkLst>
        </pc:cxnChg>
        <pc:cxnChg chg="add del mod">
          <ac:chgData name="SOURAV DEBNATH" userId="d8d2d64f0b386b9b" providerId="LiveId" clId="{C9CBB443-4D8D-47DC-A0C0-0E67F622A07E}" dt="2025-12-14T21:09:47.726" v="176" actId="478"/>
          <ac:cxnSpMkLst>
            <pc:docMk/>
            <pc:sldMk cId="2411670677" sldId="321"/>
            <ac:cxnSpMk id="35" creationId="{2C0D3A14-16B0-47A9-BBD3-B67A807B3630}"/>
          </ac:cxnSpMkLst>
        </pc:cxnChg>
        <pc:cxnChg chg="del mod topLvl">
          <ac:chgData name="SOURAV DEBNATH" userId="d8d2d64f0b386b9b" providerId="LiveId" clId="{C9CBB443-4D8D-47DC-A0C0-0E67F622A07E}" dt="2025-12-14T21:02:40.325" v="96" actId="478"/>
          <ac:cxnSpMkLst>
            <pc:docMk/>
            <pc:sldMk cId="2411670677" sldId="321"/>
            <ac:cxnSpMk id="36" creationId="{319A5CB0-925F-41EF-8212-93726DD8D00E}"/>
          </ac:cxnSpMkLst>
        </pc:cxnChg>
        <pc:cxnChg chg="del mod topLvl">
          <ac:chgData name="SOURAV DEBNATH" userId="d8d2d64f0b386b9b" providerId="LiveId" clId="{C9CBB443-4D8D-47DC-A0C0-0E67F622A07E}" dt="2025-12-14T21:02:41.489" v="97" actId="478"/>
          <ac:cxnSpMkLst>
            <pc:docMk/>
            <pc:sldMk cId="2411670677" sldId="321"/>
            <ac:cxnSpMk id="38" creationId="{FB4D0946-6390-45E7-B1DB-A78720A80A32}"/>
          </ac:cxnSpMkLst>
        </pc:cxnChg>
        <pc:cxnChg chg="del mod topLvl">
          <ac:chgData name="SOURAV DEBNATH" userId="d8d2d64f0b386b9b" providerId="LiveId" clId="{C9CBB443-4D8D-47DC-A0C0-0E67F622A07E}" dt="2025-12-14T21:02:42.656" v="98" actId="478"/>
          <ac:cxnSpMkLst>
            <pc:docMk/>
            <pc:sldMk cId="2411670677" sldId="321"/>
            <ac:cxnSpMk id="42" creationId="{F8C47653-667E-4008-BE28-6194FD713F21}"/>
          </ac:cxnSpMkLst>
        </pc:cxnChg>
        <pc:cxnChg chg="del mod topLvl">
          <ac:chgData name="SOURAV DEBNATH" userId="d8d2d64f0b386b9b" providerId="LiveId" clId="{C9CBB443-4D8D-47DC-A0C0-0E67F622A07E}" dt="2025-12-14T21:01:58.103" v="87" actId="478"/>
          <ac:cxnSpMkLst>
            <pc:docMk/>
            <pc:sldMk cId="2411670677" sldId="321"/>
            <ac:cxnSpMk id="43" creationId="{E2749EB9-DDE4-4EBE-9015-A3AAB1AE1679}"/>
          </ac:cxnSpMkLst>
        </pc:cxnChg>
        <pc:cxnChg chg="mod topLvl">
          <ac:chgData name="SOURAV DEBNATH" userId="d8d2d64f0b386b9b" providerId="LiveId" clId="{C9CBB443-4D8D-47DC-A0C0-0E67F622A07E}" dt="2025-12-14T21:00:07.787" v="74" actId="165"/>
          <ac:cxnSpMkLst>
            <pc:docMk/>
            <pc:sldMk cId="2411670677" sldId="321"/>
            <ac:cxnSpMk id="51" creationId="{0501FE71-0E5E-49A1-9012-ECB41F8D2FC4}"/>
          </ac:cxnSpMkLst>
        </pc:cxnChg>
        <pc:cxnChg chg="add del mod topLvl">
          <ac:chgData name="SOURAV DEBNATH" userId="d8d2d64f0b386b9b" providerId="LiveId" clId="{C9CBB443-4D8D-47DC-A0C0-0E67F622A07E}" dt="2025-12-14T21:09:56.829" v="177" actId="478"/>
          <ac:cxnSpMkLst>
            <pc:docMk/>
            <pc:sldMk cId="2411670677" sldId="321"/>
            <ac:cxnSpMk id="53" creationId="{60A568B6-F976-478C-8D1A-0C83D257D2FD}"/>
          </ac:cxnSpMkLst>
        </pc:cxnChg>
        <pc:cxnChg chg="del mod topLvl">
          <ac:chgData name="SOURAV DEBNATH" userId="d8d2d64f0b386b9b" providerId="LiveId" clId="{C9CBB443-4D8D-47DC-A0C0-0E67F622A07E}" dt="2025-12-14T21:00:43.159" v="78" actId="478"/>
          <ac:cxnSpMkLst>
            <pc:docMk/>
            <pc:sldMk cId="2411670677" sldId="321"/>
            <ac:cxnSpMk id="55" creationId="{BB4F104A-638D-445C-A5D4-4FCC4AF4AACA}"/>
          </ac:cxnSpMkLst>
        </pc:cxnChg>
        <pc:cxnChg chg="add del mod">
          <ac:chgData name="SOURAV DEBNATH" userId="d8d2d64f0b386b9b" providerId="LiveId" clId="{C9CBB443-4D8D-47DC-A0C0-0E67F622A07E}" dt="2025-12-14T21:03:16.891" v="105" actId="478"/>
          <ac:cxnSpMkLst>
            <pc:docMk/>
            <pc:sldMk cId="2411670677" sldId="321"/>
            <ac:cxnSpMk id="58" creationId="{39BC043D-3298-4C1A-9269-BD9E3BBC3745}"/>
          </ac:cxnSpMkLst>
        </pc:cxnChg>
        <pc:cxnChg chg="add del mod">
          <ac:chgData name="SOURAV DEBNATH" userId="d8d2d64f0b386b9b" providerId="LiveId" clId="{C9CBB443-4D8D-47DC-A0C0-0E67F622A07E}" dt="2025-12-14T21:03:33.732" v="108" actId="478"/>
          <ac:cxnSpMkLst>
            <pc:docMk/>
            <pc:sldMk cId="2411670677" sldId="321"/>
            <ac:cxnSpMk id="60" creationId="{039D1987-FF9E-4CD3-8B77-069A516CC1EC}"/>
          </ac:cxnSpMkLst>
        </pc:cxnChg>
        <pc:cxnChg chg="add del mod">
          <ac:chgData name="SOURAV DEBNATH" userId="d8d2d64f0b386b9b" providerId="LiveId" clId="{C9CBB443-4D8D-47DC-A0C0-0E67F622A07E}" dt="2025-12-14T21:04:29.882" v="115" actId="478"/>
          <ac:cxnSpMkLst>
            <pc:docMk/>
            <pc:sldMk cId="2411670677" sldId="321"/>
            <ac:cxnSpMk id="62" creationId="{DFBB4A86-B2E7-40C2-AAA3-3B1187770EC7}"/>
          </ac:cxnSpMkLst>
        </pc:cxnChg>
        <pc:cxnChg chg="add mod">
          <ac:chgData name="SOURAV DEBNATH" userId="d8d2d64f0b386b9b" providerId="LiveId" clId="{C9CBB443-4D8D-47DC-A0C0-0E67F622A07E}" dt="2025-12-14T21:08:43.318" v="166" actId="14100"/>
          <ac:cxnSpMkLst>
            <pc:docMk/>
            <pc:sldMk cId="2411670677" sldId="321"/>
            <ac:cxnSpMk id="66" creationId="{44C9BC49-E8ED-4DA4-B06C-D046646010C2}"/>
          </ac:cxnSpMkLst>
        </pc:cxnChg>
        <pc:cxnChg chg="add del mod">
          <ac:chgData name="SOURAV DEBNATH" userId="d8d2d64f0b386b9b" providerId="LiveId" clId="{C9CBB443-4D8D-47DC-A0C0-0E67F622A07E}" dt="2025-12-14T21:05:30.953" v="123" actId="11529"/>
          <ac:cxnSpMkLst>
            <pc:docMk/>
            <pc:sldMk cId="2411670677" sldId="321"/>
            <ac:cxnSpMk id="69" creationId="{559464BB-E020-4BB3-801C-A2E3B1A7BFF5}"/>
          </ac:cxnSpMkLst>
        </pc:cxnChg>
        <pc:cxnChg chg="add mod">
          <ac:chgData name="SOURAV DEBNATH" userId="d8d2d64f0b386b9b" providerId="LiveId" clId="{C9CBB443-4D8D-47DC-A0C0-0E67F622A07E}" dt="2025-12-14T21:08:43.318" v="166" actId="14100"/>
          <ac:cxnSpMkLst>
            <pc:docMk/>
            <pc:sldMk cId="2411670677" sldId="321"/>
            <ac:cxnSpMk id="71" creationId="{B5D10FE7-B6D0-4646-A9BC-828A454F9858}"/>
          </ac:cxnSpMkLst>
        </pc:cxnChg>
        <pc:cxnChg chg="add del">
          <ac:chgData name="SOURAV DEBNATH" userId="d8d2d64f0b386b9b" providerId="LiveId" clId="{C9CBB443-4D8D-47DC-A0C0-0E67F622A07E}" dt="2025-12-14T21:06:03.196" v="128" actId="478"/>
          <ac:cxnSpMkLst>
            <pc:docMk/>
            <pc:sldMk cId="2411670677" sldId="321"/>
            <ac:cxnSpMk id="73" creationId="{403FB8CA-BA08-4F83-BEF6-988D870FB126}"/>
          </ac:cxnSpMkLst>
        </pc:cxnChg>
        <pc:cxnChg chg="add del">
          <ac:chgData name="SOURAV DEBNATH" userId="d8d2d64f0b386b9b" providerId="LiveId" clId="{C9CBB443-4D8D-47DC-A0C0-0E67F622A07E}" dt="2025-12-14T21:06:24.320" v="132" actId="11529"/>
          <ac:cxnSpMkLst>
            <pc:docMk/>
            <pc:sldMk cId="2411670677" sldId="321"/>
            <ac:cxnSpMk id="76" creationId="{1A97578D-4590-4498-9D0A-2345F8E540A7}"/>
          </ac:cxnSpMkLst>
        </pc:cxnChg>
        <pc:cxnChg chg="add">
          <ac:chgData name="SOURAV DEBNATH" userId="d8d2d64f0b386b9b" providerId="LiveId" clId="{C9CBB443-4D8D-47DC-A0C0-0E67F622A07E}" dt="2025-12-14T21:06:28.367" v="133" actId="11529"/>
          <ac:cxnSpMkLst>
            <pc:docMk/>
            <pc:sldMk cId="2411670677" sldId="321"/>
            <ac:cxnSpMk id="78" creationId="{E7A7EA4A-9BFD-43AF-BCA1-D7DD680F0A1C}"/>
          </ac:cxnSpMkLst>
        </pc:cxnChg>
        <pc:cxnChg chg="add">
          <ac:chgData name="SOURAV DEBNATH" userId="d8d2d64f0b386b9b" providerId="LiveId" clId="{C9CBB443-4D8D-47DC-A0C0-0E67F622A07E}" dt="2025-12-14T21:06:44.873" v="136" actId="11529"/>
          <ac:cxnSpMkLst>
            <pc:docMk/>
            <pc:sldMk cId="2411670677" sldId="321"/>
            <ac:cxnSpMk id="80" creationId="{5699879C-7FAE-4ACD-B933-DA7B387A6774}"/>
          </ac:cxnSpMkLst>
        </pc:cxnChg>
        <pc:cxnChg chg="add del">
          <ac:chgData name="SOURAV DEBNATH" userId="d8d2d64f0b386b9b" providerId="LiveId" clId="{C9CBB443-4D8D-47DC-A0C0-0E67F622A07E}" dt="2025-12-14T21:06:57.511" v="139" actId="11529"/>
          <ac:cxnSpMkLst>
            <pc:docMk/>
            <pc:sldMk cId="2411670677" sldId="321"/>
            <ac:cxnSpMk id="82" creationId="{19A6A76D-C068-4E13-B1B4-C33B04133170}"/>
          </ac:cxnSpMkLst>
        </pc:cxnChg>
        <pc:cxnChg chg="add del">
          <ac:chgData name="SOURAV DEBNATH" userId="d8d2d64f0b386b9b" providerId="LiveId" clId="{C9CBB443-4D8D-47DC-A0C0-0E67F622A07E}" dt="2025-12-14T21:07:08.961" v="142" actId="11529"/>
          <ac:cxnSpMkLst>
            <pc:docMk/>
            <pc:sldMk cId="2411670677" sldId="321"/>
            <ac:cxnSpMk id="84" creationId="{E4A44E61-CB4A-4571-88E9-66DBC75A5AEE}"/>
          </ac:cxnSpMkLst>
        </pc:cxnChg>
        <pc:cxnChg chg="add">
          <ac:chgData name="SOURAV DEBNATH" userId="d8d2d64f0b386b9b" providerId="LiveId" clId="{C9CBB443-4D8D-47DC-A0C0-0E67F622A07E}" dt="2025-12-14T21:07:12.018" v="143" actId="11529"/>
          <ac:cxnSpMkLst>
            <pc:docMk/>
            <pc:sldMk cId="2411670677" sldId="321"/>
            <ac:cxnSpMk id="86" creationId="{42D46A09-9E5E-46FB-8619-F1FEBA3748E5}"/>
          </ac:cxnSpMkLst>
        </pc:cxnChg>
        <pc:cxnChg chg="add del mod">
          <ac:chgData name="SOURAV DEBNATH" userId="d8d2d64f0b386b9b" providerId="LiveId" clId="{C9CBB443-4D8D-47DC-A0C0-0E67F622A07E}" dt="2025-12-14T21:07:24.559" v="145" actId="11529"/>
          <ac:cxnSpMkLst>
            <pc:docMk/>
            <pc:sldMk cId="2411670677" sldId="321"/>
            <ac:cxnSpMk id="88" creationId="{A7450A6D-DD7D-4351-84D3-6EA3094F6C3F}"/>
          </ac:cxnSpMkLst>
        </pc:cxnChg>
        <pc:cxnChg chg="add del mod">
          <ac:chgData name="SOURAV DEBNATH" userId="d8d2d64f0b386b9b" providerId="LiveId" clId="{C9CBB443-4D8D-47DC-A0C0-0E67F622A07E}" dt="2025-12-14T21:07:29.182" v="147" actId="11529"/>
          <ac:cxnSpMkLst>
            <pc:docMk/>
            <pc:sldMk cId="2411670677" sldId="321"/>
            <ac:cxnSpMk id="90" creationId="{203A103B-31BB-45C3-8F8B-AAD8F3FE746F}"/>
          </ac:cxnSpMkLst>
        </pc:cxnChg>
        <pc:cxnChg chg="add del mod">
          <ac:chgData name="SOURAV DEBNATH" userId="d8d2d64f0b386b9b" providerId="LiveId" clId="{C9CBB443-4D8D-47DC-A0C0-0E67F622A07E}" dt="2025-12-14T21:07:37.500" v="149" actId="11529"/>
          <ac:cxnSpMkLst>
            <pc:docMk/>
            <pc:sldMk cId="2411670677" sldId="321"/>
            <ac:cxnSpMk id="92" creationId="{507654A0-0D5D-42D6-8E0E-38E5364C1F79}"/>
          </ac:cxnSpMkLst>
        </pc:cxnChg>
        <pc:cxnChg chg="add del mod">
          <ac:chgData name="SOURAV DEBNATH" userId="d8d2d64f0b386b9b" providerId="LiveId" clId="{C9CBB443-4D8D-47DC-A0C0-0E67F622A07E}" dt="2025-12-14T21:07:45.364" v="151" actId="11529"/>
          <ac:cxnSpMkLst>
            <pc:docMk/>
            <pc:sldMk cId="2411670677" sldId="321"/>
            <ac:cxnSpMk id="94" creationId="{9EE5E723-7FB1-4399-94D3-7D0EA677D00B}"/>
          </ac:cxnSpMkLst>
        </pc:cxnChg>
        <pc:cxnChg chg="add del mod">
          <ac:chgData name="SOURAV DEBNATH" userId="d8d2d64f0b386b9b" providerId="LiveId" clId="{C9CBB443-4D8D-47DC-A0C0-0E67F622A07E}" dt="2025-12-14T21:07:52.270" v="153" actId="11529"/>
          <ac:cxnSpMkLst>
            <pc:docMk/>
            <pc:sldMk cId="2411670677" sldId="321"/>
            <ac:cxnSpMk id="96" creationId="{0C97BAB7-D6EA-45C8-B681-2CE9B92F0001}"/>
          </ac:cxnSpMkLst>
        </pc:cxnChg>
        <pc:cxnChg chg="add del mod">
          <ac:chgData name="SOURAV DEBNATH" userId="d8d2d64f0b386b9b" providerId="LiveId" clId="{C9CBB443-4D8D-47DC-A0C0-0E67F622A07E}" dt="2025-12-14T21:07:59.741" v="155" actId="11529"/>
          <ac:cxnSpMkLst>
            <pc:docMk/>
            <pc:sldMk cId="2411670677" sldId="321"/>
            <ac:cxnSpMk id="98" creationId="{D0DFB6E4-95D0-4E92-8421-8531B294711E}"/>
          </ac:cxnSpMkLst>
        </pc:cxnChg>
        <pc:cxnChg chg="add del mod">
          <ac:chgData name="SOURAV DEBNATH" userId="d8d2d64f0b386b9b" providerId="LiveId" clId="{C9CBB443-4D8D-47DC-A0C0-0E67F622A07E}" dt="2025-12-14T21:08:22.471" v="161" actId="11529"/>
          <ac:cxnSpMkLst>
            <pc:docMk/>
            <pc:sldMk cId="2411670677" sldId="321"/>
            <ac:cxnSpMk id="100" creationId="{CF00963D-4FED-4F8F-81B5-98B7DC52E2E3}"/>
          </ac:cxnSpMkLst>
        </pc:cxnChg>
        <pc:cxnChg chg="add del mod">
          <ac:chgData name="SOURAV DEBNATH" userId="d8d2d64f0b386b9b" providerId="LiveId" clId="{C9CBB443-4D8D-47DC-A0C0-0E67F622A07E}" dt="2025-12-14T21:08:31.194" v="163" actId="11529"/>
          <ac:cxnSpMkLst>
            <pc:docMk/>
            <pc:sldMk cId="2411670677" sldId="321"/>
            <ac:cxnSpMk id="104" creationId="{C8A9CCF3-60DD-451A-A451-D725763F3805}"/>
          </ac:cxnSpMkLst>
        </pc:cxnChg>
        <pc:cxnChg chg="add del mod">
          <ac:chgData name="SOURAV DEBNATH" userId="d8d2d64f0b386b9b" providerId="LiveId" clId="{C9CBB443-4D8D-47DC-A0C0-0E67F622A07E}" dt="2025-12-14T21:08:37.513" v="165" actId="11529"/>
          <ac:cxnSpMkLst>
            <pc:docMk/>
            <pc:sldMk cId="2411670677" sldId="321"/>
            <ac:cxnSpMk id="106" creationId="{5D89F252-8B9F-45D1-8557-726E938C572B}"/>
          </ac:cxnSpMkLst>
        </pc:cxnChg>
        <pc:cxnChg chg="add del mod">
          <ac:chgData name="SOURAV DEBNATH" userId="d8d2d64f0b386b9b" providerId="LiveId" clId="{C9CBB443-4D8D-47DC-A0C0-0E67F622A07E}" dt="2025-12-14T21:08:51.763" v="168" actId="11529"/>
          <ac:cxnSpMkLst>
            <pc:docMk/>
            <pc:sldMk cId="2411670677" sldId="321"/>
            <ac:cxnSpMk id="110" creationId="{07F27F5A-2274-420A-AD41-296D9D97E4E7}"/>
          </ac:cxnSpMkLst>
        </pc:cxnChg>
        <pc:cxnChg chg="add del">
          <ac:chgData name="SOURAV DEBNATH" userId="d8d2d64f0b386b9b" providerId="LiveId" clId="{C9CBB443-4D8D-47DC-A0C0-0E67F622A07E}" dt="2025-12-14T21:10:57.112" v="184" actId="478"/>
          <ac:cxnSpMkLst>
            <pc:docMk/>
            <pc:sldMk cId="2411670677" sldId="321"/>
            <ac:cxnSpMk id="112" creationId="{0FB998D8-17E9-40B2-B221-124778D3E044}"/>
          </ac:cxnSpMkLst>
        </pc:cxnChg>
        <pc:cxnChg chg="add del">
          <ac:chgData name="SOURAV DEBNATH" userId="d8d2d64f0b386b9b" providerId="LiveId" clId="{C9CBB443-4D8D-47DC-A0C0-0E67F622A07E}" dt="2025-12-14T21:09:40.125" v="173" actId="11529"/>
          <ac:cxnSpMkLst>
            <pc:docMk/>
            <pc:sldMk cId="2411670677" sldId="321"/>
            <ac:cxnSpMk id="114" creationId="{0A18A9F5-C85C-4375-B793-9FCFFAB4D792}"/>
          </ac:cxnSpMkLst>
        </pc:cxnChg>
        <pc:cxnChg chg="add">
          <ac:chgData name="SOURAV DEBNATH" userId="d8d2d64f0b386b9b" providerId="LiveId" clId="{C9CBB443-4D8D-47DC-A0C0-0E67F622A07E}" dt="2025-12-14T21:10:03.338" v="178" actId="11529"/>
          <ac:cxnSpMkLst>
            <pc:docMk/>
            <pc:sldMk cId="2411670677" sldId="321"/>
            <ac:cxnSpMk id="116" creationId="{18D7E3FD-8463-46B3-8647-3F3076A28635}"/>
          </ac:cxnSpMkLst>
        </pc:cxnChg>
        <pc:cxnChg chg="add del mod">
          <ac:chgData name="SOURAV DEBNATH" userId="d8d2d64f0b386b9b" providerId="LiveId" clId="{C9CBB443-4D8D-47DC-A0C0-0E67F622A07E}" dt="2025-12-14T21:10:41.643" v="181" actId="11529"/>
          <ac:cxnSpMkLst>
            <pc:docMk/>
            <pc:sldMk cId="2411670677" sldId="321"/>
            <ac:cxnSpMk id="118" creationId="{9BBC3934-1C36-49AB-8C58-7055762849D9}"/>
          </ac:cxnSpMkLst>
        </pc:cxnChg>
        <pc:cxnChg chg="add del mod">
          <ac:chgData name="SOURAV DEBNATH" userId="d8d2d64f0b386b9b" providerId="LiveId" clId="{C9CBB443-4D8D-47DC-A0C0-0E67F622A07E}" dt="2025-12-14T21:10:56.468" v="183" actId="11529"/>
          <ac:cxnSpMkLst>
            <pc:docMk/>
            <pc:sldMk cId="2411670677" sldId="321"/>
            <ac:cxnSpMk id="120" creationId="{DA926769-78ED-4C18-B370-5DC5F7C583B8}"/>
          </ac:cxnSpMkLst>
        </pc:cxnChg>
      </pc:sldChg>
      <pc:sldChg chg="modSp mod">
        <pc:chgData name="SOURAV DEBNATH" userId="d8d2d64f0b386b9b" providerId="LiveId" clId="{C9CBB443-4D8D-47DC-A0C0-0E67F622A07E}" dt="2025-12-14T20:17:58.766" v="29" actId="2711"/>
        <pc:sldMkLst>
          <pc:docMk/>
          <pc:sldMk cId="3397587186" sldId="324"/>
        </pc:sldMkLst>
        <pc:spChg chg="mod">
          <ac:chgData name="SOURAV DEBNATH" userId="d8d2d64f0b386b9b" providerId="LiveId" clId="{C9CBB443-4D8D-47DC-A0C0-0E67F622A07E}" dt="2025-12-14T20:17:58.766" v="29" actId="2711"/>
          <ac:spMkLst>
            <pc:docMk/>
            <pc:sldMk cId="3397587186" sldId="324"/>
            <ac:spMk id="4" creationId="{32434490-FDD2-4585-B383-339B97837BFD}"/>
          </ac:spMkLst>
        </pc:spChg>
      </pc:sldChg>
      <pc:sldChg chg="modTransition">
        <pc:chgData name="SOURAV DEBNATH" userId="d8d2d64f0b386b9b" providerId="LiveId" clId="{C9CBB443-4D8D-47DC-A0C0-0E67F622A07E}" dt="2025-12-14T20:11:51.146" v="3"/>
        <pc:sldMkLst>
          <pc:docMk/>
          <pc:sldMk cId="65251167" sldId="326"/>
        </pc:sldMkLst>
      </pc:sldChg>
      <pc:sldChg chg="modSp mod modTransition">
        <pc:chgData name="SOURAV DEBNATH" userId="d8d2d64f0b386b9b" providerId="LiveId" clId="{C9CBB443-4D8D-47DC-A0C0-0E67F622A07E}" dt="2025-12-14T20:14:41.605" v="23" actId="20577"/>
        <pc:sldMkLst>
          <pc:docMk/>
          <pc:sldMk cId="1633188803" sldId="329"/>
        </pc:sldMkLst>
        <pc:spChg chg="mod">
          <ac:chgData name="SOURAV DEBNATH" userId="d8d2d64f0b386b9b" providerId="LiveId" clId="{C9CBB443-4D8D-47DC-A0C0-0E67F622A07E}" dt="2025-12-14T20:14:41.605" v="23" actId="20577"/>
          <ac:spMkLst>
            <pc:docMk/>
            <pc:sldMk cId="1633188803" sldId="329"/>
            <ac:spMk id="4" creationId="{3782C757-DF6F-4018-A37C-5A844017CB8D}"/>
          </ac:spMkLst>
        </pc:spChg>
      </pc:sldChg>
      <pc:sldChg chg="modSp mod modTransition">
        <pc:chgData name="SOURAV DEBNATH" userId="d8d2d64f0b386b9b" providerId="LiveId" clId="{C9CBB443-4D8D-47DC-A0C0-0E67F622A07E}" dt="2025-12-14T20:15:41.940" v="24" actId="1076"/>
        <pc:sldMkLst>
          <pc:docMk/>
          <pc:sldMk cId="335072264" sldId="330"/>
        </pc:sldMkLst>
        <pc:spChg chg="mod">
          <ac:chgData name="SOURAV DEBNATH" userId="d8d2d64f0b386b9b" providerId="LiveId" clId="{C9CBB443-4D8D-47DC-A0C0-0E67F622A07E}" dt="2025-12-14T20:15:41.940" v="24" actId="1076"/>
          <ac:spMkLst>
            <pc:docMk/>
            <pc:sldMk cId="335072264" sldId="330"/>
            <ac:spMk id="3" creationId="{8218BE17-7EF1-4E81-AB26-25697D65BFFA}"/>
          </ac:spMkLst>
        </pc:spChg>
      </pc:sldChg>
      <pc:sldChg chg="modTransition">
        <pc:chgData name="SOURAV DEBNATH" userId="d8d2d64f0b386b9b" providerId="LiveId" clId="{C9CBB443-4D8D-47DC-A0C0-0E67F622A07E}" dt="2025-12-14T20:02:45.932" v="2"/>
        <pc:sldMkLst>
          <pc:docMk/>
          <pc:sldMk cId="579226286" sldId="331"/>
        </pc:sldMkLst>
      </pc:sldChg>
      <pc:sldChg chg="modTransition">
        <pc:chgData name="SOURAV DEBNATH" userId="d8d2d64f0b386b9b" providerId="LiveId" clId="{C9CBB443-4D8D-47DC-A0C0-0E67F622A07E}" dt="2025-12-14T20:11:51.146" v="3"/>
        <pc:sldMkLst>
          <pc:docMk/>
          <pc:sldMk cId="2254210250" sldId="333"/>
        </pc:sldMkLst>
      </pc:sldChg>
      <pc:sldChg chg="modSp mod modTransition">
        <pc:chgData name="SOURAV DEBNATH" userId="d8d2d64f0b386b9b" providerId="LiveId" clId="{C9CBB443-4D8D-47DC-A0C0-0E67F622A07E}" dt="2025-12-14T20:17:10.326" v="27" actId="2711"/>
        <pc:sldMkLst>
          <pc:docMk/>
          <pc:sldMk cId="3512657292" sldId="334"/>
        </pc:sldMkLst>
        <pc:graphicFrameChg chg="modGraphic">
          <ac:chgData name="SOURAV DEBNATH" userId="d8d2d64f0b386b9b" providerId="LiveId" clId="{C9CBB443-4D8D-47DC-A0C0-0E67F622A07E}" dt="2025-12-14T20:17:03.118" v="26" actId="2711"/>
          <ac:graphicFrameMkLst>
            <pc:docMk/>
            <pc:sldMk cId="3512657292" sldId="334"/>
            <ac:graphicFrameMk id="3" creationId="{E7649DA1-CDE2-42EA-A7BC-5C6E6BE3287A}"/>
          </ac:graphicFrameMkLst>
        </pc:graphicFrameChg>
        <pc:graphicFrameChg chg="modGraphic">
          <ac:chgData name="SOURAV DEBNATH" userId="d8d2d64f0b386b9b" providerId="LiveId" clId="{C9CBB443-4D8D-47DC-A0C0-0E67F622A07E}" dt="2025-12-14T20:17:10.326" v="27" actId="2711"/>
          <ac:graphicFrameMkLst>
            <pc:docMk/>
            <pc:sldMk cId="3512657292" sldId="334"/>
            <ac:graphicFrameMk id="4" creationId="{83522587-4782-4AFD-B56B-7E08E084F8C6}"/>
          </ac:graphicFrameMkLst>
        </pc:graphicFrameChg>
      </pc:sldChg>
      <pc:sldChg chg="modTransition">
        <pc:chgData name="SOURAV DEBNATH" userId="d8d2d64f0b386b9b" providerId="LiveId" clId="{C9CBB443-4D8D-47DC-A0C0-0E67F622A07E}" dt="2025-12-14T20:11:51.146" v="3"/>
        <pc:sldMkLst>
          <pc:docMk/>
          <pc:sldMk cId="3326749848" sldId="335"/>
        </pc:sldMkLst>
      </pc:sldChg>
      <pc:sldChg chg="modSp mod">
        <pc:chgData name="SOURAV DEBNATH" userId="d8d2d64f0b386b9b" providerId="LiveId" clId="{C9CBB443-4D8D-47DC-A0C0-0E67F622A07E}" dt="2025-12-14T20:17:34.897" v="28" actId="2711"/>
        <pc:sldMkLst>
          <pc:docMk/>
          <pc:sldMk cId="792118421" sldId="337"/>
        </pc:sldMkLst>
        <pc:spChg chg="mod">
          <ac:chgData name="SOURAV DEBNATH" userId="d8d2d64f0b386b9b" providerId="LiveId" clId="{C9CBB443-4D8D-47DC-A0C0-0E67F622A07E}" dt="2025-12-14T20:17:34.897" v="28" actId="2711"/>
          <ac:spMkLst>
            <pc:docMk/>
            <pc:sldMk cId="792118421" sldId="337"/>
            <ac:spMk id="6" creationId="{BAF3F8F7-FD47-4E83-AEDA-64D1EE32368C}"/>
          </ac:spMkLst>
        </pc:spChg>
      </pc:sldChg>
      <pc:sldChg chg="modTransition">
        <pc:chgData name="SOURAV DEBNATH" userId="d8d2d64f0b386b9b" providerId="LiveId" clId="{C9CBB443-4D8D-47DC-A0C0-0E67F622A07E}" dt="2025-12-14T20:11:51.146" v="3"/>
        <pc:sldMkLst>
          <pc:docMk/>
          <pc:sldMk cId="3075074594" sldId="338"/>
        </pc:sldMkLst>
      </pc:sldChg>
      <pc:sldChg chg="modSp mod modTransition">
        <pc:chgData name="SOURAV DEBNATH" userId="d8d2d64f0b386b9b" providerId="LiveId" clId="{C9CBB443-4D8D-47DC-A0C0-0E67F622A07E}" dt="2025-12-14T20:16:35.154" v="25" actId="2711"/>
        <pc:sldMkLst>
          <pc:docMk/>
          <pc:sldMk cId="868867432" sldId="339"/>
        </pc:sldMkLst>
        <pc:spChg chg="mod">
          <ac:chgData name="SOURAV DEBNATH" userId="d8d2d64f0b386b9b" providerId="LiveId" clId="{C9CBB443-4D8D-47DC-A0C0-0E67F622A07E}" dt="2025-12-14T20:16:35.154" v="25" actId="2711"/>
          <ac:spMkLst>
            <pc:docMk/>
            <pc:sldMk cId="868867432" sldId="339"/>
            <ac:spMk id="13" creationId="{31EA620A-BC1A-4014-99E1-D379BDF61305}"/>
          </ac:spMkLst>
        </pc:spChg>
      </pc:sldChg>
      <pc:sldChg chg="modSp mod modTransition">
        <pc:chgData name="SOURAV DEBNATH" userId="d8d2d64f0b386b9b" providerId="LiveId" clId="{C9CBB443-4D8D-47DC-A0C0-0E67F622A07E}" dt="2025-12-14T20:19:05.931" v="36" actId="2711"/>
        <pc:sldMkLst>
          <pc:docMk/>
          <pc:sldMk cId="1242897372" sldId="340"/>
        </pc:sldMkLst>
        <pc:spChg chg="mod">
          <ac:chgData name="SOURAV DEBNATH" userId="d8d2d64f0b386b9b" providerId="LiveId" clId="{C9CBB443-4D8D-47DC-A0C0-0E67F622A07E}" dt="2025-12-14T20:19:05.931" v="36" actId="2711"/>
          <ac:spMkLst>
            <pc:docMk/>
            <pc:sldMk cId="1242897372" sldId="340"/>
            <ac:spMk id="2" creationId="{6F62E9B2-7D97-4305-8C14-95680AC3CF82}"/>
          </ac:spMkLst>
        </pc:spChg>
        <pc:spChg chg="mod">
          <ac:chgData name="SOURAV DEBNATH" userId="d8d2d64f0b386b9b" providerId="LiveId" clId="{C9CBB443-4D8D-47DC-A0C0-0E67F622A07E}" dt="2025-12-14T20:18:58.043" v="35" actId="2711"/>
          <ac:spMkLst>
            <pc:docMk/>
            <pc:sldMk cId="1242897372" sldId="340"/>
            <ac:spMk id="6" creationId="{539865E4-5BDF-46BF-9E3B-E6EFE6AE0678}"/>
          </ac:spMkLst>
        </pc:spChg>
        <pc:spChg chg="mod">
          <ac:chgData name="SOURAV DEBNATH" userId="d8d2d64f0b386b9b" providerId="LiveId" clId="{C9CBB443-4D8D-47DC-A0C0-0E67F622A07E}" dt="2025-12-14T20:19:05.931" v="36" actId="2711"/>
          <ac:spMkLst>
            <pc:docMk/>
            <pc:sldMk cId="1242897372" sldId="340"/>
            <ac:spMk id="7" creationId="{FA8FAE81-C1C3-4106-96BD-7F6D1C0AB32E}"/>
          </ac:spMkLst>
        </pc:spChg>
        <pc:spChg chg="mod">
          <ac:chgData name="SOURAV DEBNATH" userId="d8d2d64f0b386b9b" providerId="LiveId" clId="{C9CBB443-4D8D-47DC-A0C0-0E67F622A07E}" dt="2025-12-14T20:18:58.043" v="35" actId="2711"/>
          <ac:spMkLst>
            <pc:docMk/>
            <pc:sldMk cId="1242897372" sldId="340"/>
            <ac:spMk id="8" creationId="{74D3CBED-6C8F-424F-9A52-D1596782AACA}"/>
          </ac:spMkLst>
        </pc:spChg>
        <pc:spChg chg="mod">
          <ac:chgData name="SOURAV DEBNATH" userId="d8d2d64f0b386b9b" providerId="LiveId" clId="{C9CBB443-4D8D-47DC-A0C0-0E67F622A07E}" dt="2025-12-14T20:19:05.931" v="36" actId="2711"/>
          <ac:spMkLst>
            <pc:docMk/>
            <pc:sldMk cId="1242897372" sldId="340"/>
            <ac:spMk id="9" creationId="{7B4651CB-B0FF-43E9-A602-088C36B0665F}"/>
          </ac:spMkLst>
        </pc:spChg>
        <pc:spChg chg="mod">
          <ac:chgData name="SOURAV DEBNATH" userId="d8d2d64f0b386b9b" providerId="LiveId" clId="{C9CBB443-4D8D-47DC-A0C0-0E67F622A07E}" dt="2025-12-14T20:18:58.043" v="35" actId="2711"/>
          <ac:spMkLst>
            <pc:docMk/>
            <pc:sldMk cId="1242897372" sldId="340"/>
            <ac:spMk id="10" creationId="{18FE4D94-4F13-4968-97FD-D971D34D9454}"/>
          </ac:spMkLst>
        </pc:spChg>
        <pc:spChg chg="mod">
          <ac:chgData name="SOURAV DEBNATH" userId="d8d2d64f0b386b9b" providerId="LiveId" clId="{C9CBB443-4D8D-47DC-A0C0-0E67F622A07E}" dt="2025-12-14T20:19:05.931" v="36" actId="2711"/>
          <ac:spMkLst>
            <pc:docMk/>
            <pc:sldMk cId="1242897372" sldId="340"/>
            <ac:spMk id="12" creationId="{C3B138A1-64FC-4B6F-A189-8DB399229B8A}"/>
          </ac:spMkLst>
        </pc:spChg>
        <pc:spChg chg="mod">
          <ac:chgData name="SOURAV DEBNATH" userId="d8d2d64f0b386b9b" providerId="LiveId" clId="{C9CBB443-4D8D-47DC-A0C0-0E67F622A07E}" dt="2025-12-14T20:18:58.043" v="35" actId="2711"/>
          <ac:spMkLst>
            <pc:docMk/>
            <pc:sldMk cId="1242897372" sldId="340"/>
            <ac:spMk id="13" creationId="{F63859FF-0569-442E-AD51-B4C26C3F529C}"/>
          </ac:spMkLst>
        </pc:spChg>
        <pc:spChg chg="mod">
          <ac:chgData name="SOURAV DEBNATH" userId="d8d2d64f0b386b9b" providerId="LiveId" clId="{C9CBB443-4D8D-47DC-A0C0-0E67F622A07E}" dt="2025-12-14T20:19:05.931" v="36" actId="2711"/>
          <ac:spMkLst>
            <pc:docMk/>
            <pc:sldMk cId="1242897372" sldId="340"/>
            <ac:spMk id="15" creationId="{B7E858B5-41CD-4942-86AE-B2AFB2FFD414}"/>
          </ac:spMkLst>
        </pc:spChg>
        <pc:spChg chg="mod">
          <ac:chgData name="SOURAV DEBNATH" userId="d8d2d64f0b386b9b" providerId="LiveId" clId="{C9CBB443-4D8D-47DC-A0C0-0E67F622A07E}" dt="2025-12-14T20:19:05.931" v="36" actId="2711"/>
          <ac:spMkLst>
            <pc:docMk/>
            <pc:sldMk cId="1242897372" sldId="340"/>
            <ac:spMk id="16" creationId="{B534C3EA-BB72-4C58-838E-195E74611D60}"/>
          </ac:spMkLst>
        </pc:spChg>
        <pc:spChg chg="mod">
          <ac:chgData name="SOURAV DEBNATH" userId="d8d2d64f0b386b9b" providerId="LiveId" clId="{C9CBB443-4D8D-47DC-A0C0-0E67F622A07E}" dt="2025-12-14T20:18:58.043" v="35" actId="2711"/>
          <ac:spMkLst>
            <pc:docMk/>
            <pc:sldMk cId="1242897372" sldId="340"/>
            <ac:spMk id="17" creationId="{BE2CFF53-270B-40C8-89A7-A12598CDC757}"/>
          </ac:spMkLst>
        </pc:spChg>
        <pc:spChg chg="mod">
          <ac:chgData name="SOURAV DEBNATH" userId="d8d2d64f0b386b9b" providerId="LiveId" clId="{C9CBB443-4D8D-47DC-A0C0-0E67F622A07E}" dt="2025-12-14T20:19:05.931" v="36" actId="2711"/>
          <ac:spMkLst>
            <pc:docMk/>
            <pc:sldMk cId="1242897372" sldId="340"/>
            <ac:spMk id="20" creationId="{BDCA4900-D95E-4AB5-88CC-EC80CEFE3799}"/>
          </ac:spMkLst>
        </pc:spChg>
        <pc:spChg chg="mod">
          <ac:chgData name="SOURAV DEBNATH" userId="d8d2d64f0b386b9b" providerId="LiveId" clId="{C9CBB443-4D8D-47DC-A0C0-0E67F622A07E}" dt="2025-12-14T20:19:05.931" v="36" actId="2711"/>
          <ac:spMkLst>
            <pc:docMk/>
            <pc:sldMk cId="1242897372" sldId="340"/>
            <ac:spMk id="21" creationId="{46D3A6DC-31F4-4722-BEB7-6063D904C66F}"/>
          </ac:spMkLst>
        </pc:spChg>
        <pc:spChg chg="mod">
          <ac:chgData name="SOURAV DEBNATH" userId="d8d2d64f0b386b9b" providerId="LiveId" clId="{C9CBB443-4D8D-47DC-A0C0-0E67F622A07E}" dt="2025-12-14T20:19:05.931" v="36" actId="2711"/>
          <ac:spMkLst>
            <pc:docMk/>
            <pc:sldMk cId="1242897372" sldId="340"/>
            <ac:spMk id="23" creationId="{FF411374-84D5-41F6-ACB3-63EC977F0CF3}"/>
          </ac:spMkLst>
        </pc:spChg>
        <pc:spChg chg="mod">
          <ac:chgData name="SOURAV DEBNATH" userId="d8d2d64f0b386b9b" providerId="LiveId" clId="{C9CBB443-4D8D-47DC-A0C0-0E67F622A07E}" dt="2025-12-14T20:19:05.931" v="36" actId="2711"/>
          <ac:spMkLst>
            <pc:docMk/>
            <pc:sldMk cId="1242897372" sldId="340"/>
            <ac:spMk id="24" creationId="{8DC92924-8243-4892-B41D-56818539164D}"/>
          </ac:spMkLst>
        </pc:spChg>
        <pc:spChg chg="mod">
          <ac:chgData name="SOURAV DEBNATH" userId="d8d2d64f0b386b9b" providerId="LiveId" clId="{C9CBB443-4D8D-47DC-A0C0-0E67F622A07E}" dt="2025-12-14T20:19:05.931" v="36" actId="2711"/>
          <ac:spMkLst>
            <pc:docMk/>
            <pc:sldMk cId="1242897372" sldId="340"/>
            <ac:spMk id="25" creationId="{3237ADA0-EDB2-44DB-AD47-85789E30A2FA}"/>
          </ac:spMkLst>
        </pc:spChg>
        <pc:spChg chg="mod">
          <ac:chgData name="SOURAV DEBNATH" userId="d8d2d64f0b386b9b" providerId="LiveId" clId="{C9CBB443-4D8D-47DC-A0C0-0E67F622A07E}" dt="2025-12-14T20:18:58.043" v="35" actId="2711"/>
          <ac:spMkLst>
            <pc:docMk/>
            <pc:sldMk cId="1242897372" sldId="340"/>
            <ac:spMk id="26" creationId="{05269617-324E-46E0-9E30-CDB3C4D8F4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57ADF-2027-441E-88BC-3F350A92BD4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9670A-0430-412F-A30E-DE48DFFF6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59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9670A-0430-412F-A30E-DE48DFFF63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74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9670A-0430-412F-A30E-DE48DFFF63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31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9670A-0430-412F-A30E-DE48DFFF63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11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9670A-0430-412F-A30E-DE48DFFF630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993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1138428"/>
            <a:ext cx="15087600" cy="534924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2000" spc="-7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0077" y="6683432"/>
            <a:ext cx="15087600" cy="17145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 algn="ctr">
              <a:buNone/>
              <a:defRPr sz="3600"/>
            </a:lvl2pPr>
            <a:lvl3pPr marL="1371600" indent="0" algn="ctr">
              <a:buNone/>
              <a:defRPr sz="3600"/>
            </a:lvl3pPr>
            <a:lvl4pPr marL="2057400" indent="0" algn="ctr">
              <a:buNone/>
              <a:defRPr sz="3000"/>
            </a:lvl4pPr>
            <a:lvl5pPr marL="2743200" indent="0" algn="ctr">
              <a:buNone/>
              <a:defRPr sz="3000"/>
            </a:lvl5pPr>
            <a:lvl6pPr marL="3429000" indent="0" algn="ctr">
              <a:buNone/>
              <a:defRPr sz="3000"/>
            </a:lvl6pPr>
            <a:lvl7pPr marL="4114800" indent="0" algn="ctr">
              <a:buNone/>
              <a:defRPr sz="3000"/>
            </a:lvl7pPr>
            <a:lvl8pPr marL="4800600" indent="0" algn="ctr">
              <a:buNone/>
              <a:defRPr sz="3000"/>
            </a:lvl8pPr>
            <a:lvl9pPr marL="5486400" indent="0" algn="ctr"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936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64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38428"/>
            <a:ext cx="15087600" cy="534924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2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6679692"/>
            <a:ext cx="15087600" cy="17145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25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17" y="2768601"/>
            <a:ext cx="740664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26880" y="2768603"/>
            <a:ext cx="740664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68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3873501"/>
            <a:ext cx="7406640" cy="5067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2688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26880" y="3873501"/>
            <a:ext cx="7406640" cy="5067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061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01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10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" y="0"/>
            <a:ext cx="6076187" cy="10287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060107" y="0"/>
            <a:ext cx="96012" cy="10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1538"/>
            <a:ext cx="4800600" cy="3429000"/>
          </a:xfrm>
        </p:spPr>
        <p:txBody>
          <a:bodyPr anchor="b">
            <a:norm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900" y="1097280"/>
            <a:ext cx="9738360" cy="7886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389120"/>
            <a:ext cx="4800600" cy="5068686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8268" y="9689678"/>
            <a:ext cx="3927765" cy="547688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00900" y="9689678"/>
            <a:ext cx="6972300" cy="54768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3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7429500"/>
            <a:ext cx="18283238" cy="28575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3" y="7372614"/>
            <a:ext cx="18283238" cy="960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1" y="7612380"/>
            <a:ext cx="15170468" cy="1234440"/>
          </a:xfrm>
        </p:spPr>
        <p:txBody>
          <a:bodyPr lIns="91440" tIns="0" rIns="91440" bIns="0" anchor="b">
            <a:no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" y="0"/>
            <a:ext cx="18287978" cy="7372614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0" y="8860536"/>
            <a:ext cx="15169896" cy="89154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2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61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618453"/>
            <a:ext cx="3943350" cy="86398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618453"/>
            <a:ext cx="11601450" cy="863984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57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9601200"/>
            <a:ext cx="18288000" cy="685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3" y="9501474"/>
            <a:ext cx="18287978" cy="99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790298" y="2606768"/>
            <a:ext cx="149504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23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defTabSz="1371600" rtl="0" eaLnBrk="1" latinLnBrk="0" hangingPunct="1">
        <a:lnSpc>
          <a:spcPct val="85000"/>
        </a:lnSpc>
        <a:spcBef>
          <a:spcPct val="0"/>
        </a:spcBef>
        <a:buNone/>
        <a:defRPr sz="7200" kern="1200" spc="-7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1371600" rtl="0" eaLnBrk="1" latinLnBrk="0" hangingPunct="1">
        <a:lnSpc>
          <a:spcPct val="90000"/>
        </a:lnSpc>
        <a:spcBef>
          <a:spcPts val="1800"/>
        </a:spcBef>
        <a:spcAft>
          <a:spcPts val="3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7607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039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2471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9903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15" name="Group 15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1/23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685800" y="300531"/>
            <a:ext cx="2362200" cy="2300351"/>
          </a:xfrm>
          <a:custGeom>
            <a:avLst/>
            <a:gdLst/>
            <a:ahLst/>
            <a:cxnLst/>
            <a:rect l="l" t="t" r="r" b="b"/>
            <a:pathLst>
              <a:path w="1458301" h="1635834">
                <a:moveTo>
                  <a:pt x="0" y="0"/>
                </a:moveTo>
                <a:lnTo>
                  <a:pt x="1458302" y="0"/>
                </a:lnTo>
                <a:lnTo>
                  <a:pt x="1458302" y="1635834"/>
                </a:lnTo>
                <a:lnTo>
                  <a:pt x="0" y="1635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274749" y="669863"/>
            <a:ext cx="12190307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400" b="1" dirty="0">
                <a:solidFill>
                  <a:schemeClr val="tx2">
                    <a:lumMod val="75000"/>
                  </a:schemeClr>
                </a:solidFill>
                <a:latin typeface="Times New Roman"/>
              </a:rPr>
              <a:t>Khulna University of Engineering and Technology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5731CE-0322-495E-8BAB-AAA1A4261934}"/>
              </a:ext>
            </a:extLst>
          </p:cNvPr>
          <p:cNvSpPr/>
          <p:nvPr/>
        </p:nvSpPr>
        <p:spPr>
          <a:xfrm>
            <a:off x="274674" y="3040105"/>
            <a:ext cx="17678400" cy="205521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5649"/>
              </a:lnSpc>
            </a:pPr>
            <a:r>
              <a:rPr lang="en-GB" sz="4400" b="1" kern="12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Optimizing Real-Time Urban Navigation Under Dynamic Traffic &amp; Road Disturbances </a:t>
            </a:r>
            <a:endParaRPr lang="en-US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7C2F00-5DA7-401E-BBD0-F95C747DA61C}"/>
              </a:ext>
            </a:extLst>
          </p:cNvPr>
          <p:cNvSpPr txBox="1"/>
          <p:nvPr/>
        </p:nvSpPr>
        <p:spPr>
          <a:xfrm>
            <a:off x="4305300" y="1510841"/>
            <a:ext cx="9445984" cy="1090042"/>
          </a:xfrm>
          <a:prstGeom prst="rect">
            <a:avLst/>
          </a:prstGeom>
          <a:solidFill>
            <a:srgbClr val="CCFFCC"/>
          </a:solidFill>
        </p:spPr>
        <p:txBody>
          <a:bodyPr wrap="square">
            <a:spAutoFit/>
          </a:bodyPr>
          <a:lstStyle/>
          <a:p>
            <a:pPr marR="203200" algn="ctr">
              <a:lnSpc>
                <a:spcPct val="100000"/>
              </a:lnSpc>
              <a:spcBef>
                <a:spcPts val="100"/>
              </a:spcBef>
            </a:pPr>
            <a:r>
              <a:rPr lang="en-GB" sz="3200" b="1" dirty="0">
                <a:latin typeface="Times New Roman"/>
                <a:cs typeface="Times New Roman"/>
              </a:rPr>
              <a:t>Course</a:t>
            </a:r>
            <a:r>
              <a:rPr lang="en-GB" sz="3200" b="1" spc="-85" dirty="0">
                <a:latin typeface="Times New Roman"/>
                <a:cs typeface="Times New Roman"/>
              </a:rPr>
              <a:t> </a:t>
            </a:r>
            <a:r>
              <a:rPr lang="en-GB" sz="3200" b="1" dirty="0">
                <a:latin typeface="Times New Roman"/>
                <a:cs typeface="Times New Roman"/>
              </a:rPr>
              <a:t>Title</a:t>
            </a:r>
            <a:r>
              <a:rPr lang="en-GB" sz="3200" b="1" spc="-15" dirty="0">
                <a:latin typeface="Times New Roman"/>
                <a:cs typeface="Times New Roman"/>
              </a:rPr>
              <a:t> </a:t>
            </a:r>
            <a:r>
              <a:rPr lang="en-GB" sz="3200" b="1" dirty="0">
                <a:latin typeface="Times New Roman"/>
                <a:cs typeface="Times New Roman"/>
              </a:rPr>
              <a:t>:</a:t>
            </a:r>
            <a:r>
              <a:rPr lang="en-GB" sz="3200" b="1" spc="-5" dirty="0">
                <a:latin typeface="Times New Roman"/>
                <a:cs typeface="Times New Roman"/>
              </a:rPr>
              <a:t> </a:t>
            </a:r>
            <a:r>
              <a:rPr lang="en-GB" sz="3200" dirty="0">
                <a:latin typeface="Times New Roman"/>
                <a:cs typeface="Times New Roman"/>
              </a:rPr>
              <a:t>Project/Thesis</a:t>
            </a:r>
          </a:p>
          <a:p>
            <a:pPr marR="198120" algn="ctr">
              <a:lnSpc>
                <a:spcPct val="100000"/>
              </a:lnSpc>
              <a:spcBef>
                <a:spcPts val="80"/>
              </a:spcBef>
            </a:pPr>
            <a:r>
              <a:rPr lang="en-GB" sz="3200" b="1" dirty="0">
                <a:latin typeface="Times New Roman"/>
                <a:cs typeface="Times New Roman"/>
              </a:rPr>
              <a:t>Course</a:t>
            </a:r>
            <a:r>
              <a:rPr lang="en-GB" sz="3200" b="1" spc="-35" dirty="0">
                <a:latin typeface="Times New Roman"/>
                <a:cs typeface="Times New Roman"/>
              </a:rPr>
              <a:t> </a:t>
            </a:r>
            <a:r>
              <a:rPr lang="en-GB" sz="3200" b="1" dirty="0">
                <a:latin typeface="Times New Roman"/>
                <a:cs typeface="Times New Roman"/>
              </a:rPr>
              <a:t>no</a:t>
            </a:r>
            <a:r>
              <a:rPr lang="en-GB" sz="3200" b="1" spc="55" dirty="0">
                <a:latin typeface="Times New Roman"/>
                <a:cs typeface="Times New Roman"/>
              </a:rPr>
              <a:t> </a:t>
            </a:r>
            <a:r>
              <a:rPr lang="en-GB" sz="3200" b="1" dirty="0">
                <a:latin typeface="Times New Roman"/>
                <a:cs typeface="Times New Roman"/>
              </a:rPr>
              <a:t>:</a:t>
            </a:r>
            <a:r>
              <a:rPr lang="en-GB" sz="3200" b="1" spc="90" dirty="0">
                <a:latin typeface="Times New Roman"/>
                <a:cs typeface="Times New Roman"/>
              </a:rPr>
              <a:t> </a:t>
            </a:r>
            <a:r>
              <a:rPr lang="en-GB" sz="3200" dirty="0">
                <a:latin typeface="Times New Roman"/>
                <a:cs typeface="Times New Roman"/>
              </a:rPr>
              <a:t>CSE</a:t>
            </a:r>
            <a:r>
              <a:rPr lang="en-GB" sz="3200" spc="50" dirty="0">
                <a:latin typeface="Times New Roman"/>
                <a:cs typeface="Times New Roman"/>
              </a:rPr>
              <a:t> </a:t>
            </a:r>
            <a:r>
              <a:rPr lang="en-GB" sz="3200" spc="-20" dirty="0">
                <a:latin typeface="Times New Roman"/>
                <a:cs typeface="Times New Roman"/>
              </a:rPr>
              <a:t>4000</a:t>
            </a:r>
            <a:endParaRPr lang="en-GB" sz="3200" dirty="0">
              <a:latin typeface="Times New Roman"/>
              <a:cs typeface="Times New Roman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28EC19-F655-4D1F-94DA-C7AE83588529}"/>
              </a:ext>
            </a:extLst>
          </p:cNvPr>
          <p:cNvSpPr/>
          <p:nvPr/>
        </p:nvSpPr>
        <p:spPr>
          <a:xfrm>
            <a:off x="5829300" y="5161318"/>
            <a:ext cx="6629400" cy="7263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Date:15/12/2025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E8ECADA-F2F3-45ED-A2DC-D6C9276167D8}"/>
              </a:ext>
            </a:extLst>
          </p:cNvPr>
          <p:cNvGrpSpPr/>
          <p:nvPr/>
        </p:nvGrpSpPr>
        <p:grpSpPr>
          <a:xfrm>
            <a:off x="304801" y="6762641"/>
            <a:ext cx="17083734" cy="2232278"/>
            <a:chOff x="442916" y="4390160"/>
            <a:chExt cx="11092029" cy="223227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4C8AD81-F211-401F-825A-24319489C4B2}"/>
                </a:ext>
              </a:extLst>
            </p:cNvPr>
            <p:cNvSpPr txBox="1"/>
            <p:nvPr/>
          </p:nvSpPr>
          <p:spPr>
            <a:xfrm>
              <a:off x="1800225" y="4390160"/>
              <a:ext cx="429956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                   Supervised By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12B9FD2-BFF3-4255-87DD-10EE924941EE}"/>
                </a:ext>
              </a:extLst>
            </p:cNvPr>
            <p:cNvSpPr txBox="1"/>
            <p:nvPr/>
          </p:nvSpPr>
          <p:spPr>
            <a:xfrm>
              <a:off x="442916" y="5114333"/>
              <a:ext cx="6834186" cy="15081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Dr. Muhammad </a:t>
              </a:r>
              <a:r>
                <a:rPr lang="en-US" sz="2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Aminul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Haque </a:t>
              </a:r>
              <a:r>
                <a:rPr lang="en-US" sz="2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Akhand</a:t>
              </a:r>
              <a:b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Professor</a:t>
              </a:r>
              <a:b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Dept. of CSE, KUET</a:t>
              </a:r>
              <a:endParaRPr 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C1D43EE-3D0D-40A6-8A2A-969405D8E779}"/>
                </a:ext>
              </a:extLst>
            </p:cNvPr>
            <p:cNvSpPr txBox="1"/>
            <p:nvPr/>
          </p:nvSpPr>
          <p:spPr>
            <a:xfrm>
              <a:off x="6328653" y="4430299"/>
              <a:ext cx="478154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   Presented By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5C176E-D205-4F09-92AE-1AE8DA10CB54}"/>
                </a:ext>
              </a:extLst>
            </p:cNvPr>
            <p:cNvSpPr txBox="1"/>
            <p:nvPr/>
          </p:nvSpPr>
          <p:spPr>
            <a:xfrm>
              <a:off x="7963070" y="5114333"/>
              <a:ext cx="3571875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rgbClr val="22222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Sourav Debnath</a:t>
              </a:r>
              <a:b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3200" b="0" i="0" dirty="0">
                  <a:solidFill>
                    <a:srgbClr val="222222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Roll No: 2007109</a:t>
              </a:r>
              <a:endParaRPr 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0240815-283E-47DD-83A5-A9A91B686899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35"/>
    </mc:Choice>
    <mc:Fallback>
      <p:transition spd="slow" advTm="393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C743B2-2D98-46B2-9260-C6807DC05482}"/>
              </a:ext>
            </a:extLst>
          </p:cNvPr>
          <p:cNvSpPr/>
          <p:nvPr/>
        </p:nvSpPr>
        <p:spPr>
          <a:xfrm>
            <a:off x="6019800" y="495300"/>
            <a:ext cx="6743700" cy="7927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0A9048-BAF1-4485-BF36-8FDAE209BAD3}"/>
              </a:ext>
            </a:extLst>
          </p:cNvPr>
          <p:cNvSpPr txBox="1"/>
          <p:nvPr/>
        </p:nvSpPr>
        <p:spPr>
          <a:xfrm>
            <a:off x="1074915" y="1866900"/>
            <a:ext cx="13639800" cy="729430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Studies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8A3E50-3EB0-44AE-8537-08D6D18FE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4592" y="3943350"/>
            <a:ext cx="3800475" cy="2400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9B4685-3B89-429D-B201-3C7C733C8A65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  <p:grpSp>
        <p:nvGrpSpPr>
          <p:cNvPr id="8" name="Group 14">
            <a:extLst>
              <a:ext uri="{FF2B5EF4-FFF2-40B4-BE49-F238E27FC236}">
                <a16:creationId xmlns:a16="http://schemas.microsoft.com/office/drawing/2014/main" id="{6B147C54-5BB3-4EDF-BBAF-C347F49C3DBA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9" name="Group 15">
              <a:extLst>
                <a:ext uri="{FF2B5EF4-FFF2-40B4-BE49-F238E27FC236}">
                  <a16:creationId xmlns:a16="http://schemas.microsoft.com/office/drawing/2014/main" id="{8F7ADA48-E389-4375-AA23-3182C6290C46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6">
                <a:extLst>
                  <a:ext uri="{FF2B5EF4-FFF2-40B4-BE49-F238E27FC236}">
                    <a16:creationId xmlns:a16="http://schemas.microsoft.com/office/drawing/2014/main" id="{558CAB8D-1E6E-4448-A94E-6A6556109BE2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7">
                <a:extLst>
                  <a:ext uri="{FF2B5EF4-FFF2-40B4-BE49-F238E27FC236}">
                    <a16:creationId xmlns:a16="http://schemas.microsoft.com/office/drawing/2014/main" id="{A0E18B2F-74A7-4CB7-A1EF-961162A94EB5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10" name="TextBox 18">
              <a:extLst>
                <a:ext uri="{FF2B5EF4-FFF2-40B4-BE49-F238E27FC236}">
                  <a16:creationId xmlns:a16="http://schemas.microsoft.com/office/drawing/2014/main" id="{2169CEFE-2DDC-4435-A056-B0F67A4272FB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2/23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6766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5"/>
    </mc:Choice>
    <mc:Fallback xmlns="">
      <p:transition spd="slow" advTm="272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6DBEE5-96C0-4137-990F-912D3166415B}"/>
              </a:ext>
            </a:extLst>
          </p:cNvPr>
          <p:cNvSpPr/>
          <p:nvPr/>
        </p:nvSpPr>
        <p:spPr>
          <a:xfrm>
            <a:off x="6019800" y="495300"/>
            <a:ext cx="6743700" cy="7927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EB9C72-B5C3-4B67-8ACF-1D0757D84186}"/>
              </a:ext>
            </a:extLst>
          </p:cNvPr>
          <p:cNvSpPr txBox="1"/>
          <p:nvPr/>
        </p:nvSpPr>
        <p:spPr>
          <a:xfrm>
            <a:off x="253425" y="3202583"/>
            <a:ext cx="9165264" cy="435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Vehicles exceed road capacity limits.</a:t>
            </a:r>
          </a:p>
          <a:p>
            <a:pPr marL="571500" indent="-5715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flow breaks down.</a:t>
            </a:r>
          </a:p>
          <a:p>
            <a:pPr marL="571500" indent="-5715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Accidents, weather, events trigger gridlock.</a:t>
            </a:r>
          </a:p>
          <a:p>
            <a:pPr marL="571500" indent="-5715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Economic productivity and mobility decline.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D17C7C-E425-41AC-AE53-17CD8BBC7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2596536"/>
            <a:ext cx="7550350" cy="50939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41EDA5-8064-42FD-8D53-AD76D898D233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  <p:grpSp>
        <p:nvGrpSpPr>
          <p:cNvPr id="8" name="Group 14">
            <a:extLst>
              <a:ext uri="{FF2B5EF4-FFF2-40B4-BE49-F238E27FC236}">
                <a16:creationId xmlns:a16="http://schemas.microsoft.com/office/drawing/2014/main" id="{87CC2A48-7F99-4F57-94DC-E4EBD238750A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9" name="Group 15">
              <a:extLst>
                <a:ext uri="{FF2B5EF4-FFF2-40B4-BE49-F238E27FC236}">
                  <a16:creationId xmlns:a16="http://schemas.microsoft.com/office/drawing/2014/main" id="{EF0523BC-009B-47E4-BCF6-A8594266E0E8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6">
                <a:extLst>
                  <a:ext uri="{FF2B5EF4-FFF2-40B4-BE49-F238E27FC236}">
                    <a16:creationId xmlns:a16="http://schemas.microsoft.com/office/drawing/2014/main" id="{C7A0630E-7A6D-4FBB-87C2-0DA3A17E49D6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7">
                <a:extLst>
                  <a:ext uri="{FF2B5EF4-FFF2-40B4-BE49-F238E27FC236}">
                    <a16:creationId xmlns:a16="http://schemas.microsoft.com/office/drawing/2014/main" id="{830626FC-B7D8-4F8C-8B98-B76CCAE1CEE1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10" name="TextBox 18">
              <a:extLst>
                <a:ext uri="{FF2B5EF4-FFF2-40B4-BE49-F238E27FC236}">
                  <a16:creationId xmlns:a16="http://schemas.microsoft.com/office/drawing/2014/main" id="{4E250BC7-6D84-4558-B25F-DA42669495BD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3/23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6749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331"/>
    </mc:Choice>
    <mc:Fallback xmlns="">
      <p:transition spd="slow" advTm="6133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DB2DFA-A1B9-4B24-B29A-5D1922F3BCD2}"/>
              </a:ext>
            </a:extLst>
          </p:cNvPr>
          <p:cNvSpPr/>
          <p:nvPr/>
        </p:nvSpPr>
        <p:spPr>
          <a:xfrm>
            <a:off x="6019800" y="495300"/>
            <a:ext cx="6743700" cy="7927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48020D-8EF0-4690-B6BB-CCD775864B07}"/>
              </a:ext>
            </a:extLst>
          </p:cNvPr>
          <p:cNvSpPr txBox="1"/>
          <p:nvPr/>
        </p:nvSpPr>
        <p:spPr>
          <a:xfrm>
            <a:off x="1371600" y="2476500"/>
            <a:ext cx="10287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9563EC-4CFE-4DD3-B234-E6645DAE5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2476500"/>
            <a:ext cx="6743700" cy="46609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5B3DAB9-92B3-4127-967A-AA792C9EA249}"/>
              </a:ext>
            </a:extLst>
          </p:cNvPr>
          <p:cNvSpPr txBox="1"/>
          <p:nvPr/>
        </p:nvSpPr>
        <p:spPr>
          <a:xfrm>
            <a:off x="1447800" y="2675381"/>
            <a:ext cx="10515600" cy="546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36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 models lack real-time adaptability.</a:t>
            </a:r>
          </a:p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Incident response is delayed or absent.</a:t>
            </a:r>
            <a:endParaRPr lang="en-GB" sz="360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36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Adapts dynamically, avoids congestion efficiently.</a:t>
            </a:r>
          </a:p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36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air quality, saves time.</a:t>
            </a:r>
          </a:p>
          <a:p>
            <a:pPr marL="571500" indent="-5715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GB" sz="360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14ABE-21DE-4B5A-BCE5-A94F5E56D662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  <p:grpSp>
        <p:nvGrpSpPr>
          <p:cNvPr id="9" name="Group 14">
            <a:extLst>
              <a:ext uri="{FF2B5EF4-FFF2-40B4-BE49-F238E27FC236}">
                <a16:creationId xmlns:a16="http://schemas.microsoft.com/office/drawing/2014/main" id="{8682F7BA-4BD4-4ED8-BC00-CFDE5C3EB599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10" name="Group 15">
              <a:extLst>
                <a:ext uri="{FF2B5EF4-FFF2-40B4-BE49-F238E27FC236}">
                  <a16:creationId xmlns:a16="http://schemas.microsoft.com/office/drawing/2014/main" id="{F4D7D192-7D22-4248-9263-FA02CE9D6806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3" name="Freeform 16">
                <a:extLst>
                  <a:ext uri="{FF2B5EF4-FFF2-40B4-BE49-F238E27FC236}">
                    <a16:creationId xmlns:a16="http://schemas.microsoft.com/office/drawing/2014/main" id="{B5D7FE6F-669E-477A-A609-0E0105D97BD4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4" name="TextBox 17">
                <a:extLst>
                  <a:ext uri="{FF2B5EF4-FFF2-40B4-BE49-F238E27FC236}">
                    <a16:creationId xmlns:a16="http://schemas.microsoft.com/office/drawing/2014/main" id="{7984DDC4-24F6-47E0-B93E-589BB4FCD950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11" name="TextBox 18">
              <a:extLst>
                <a:ext uri="{FF2B5EF4-FFF2-40B4-BE49-F238E27FC236}">
                  <a16:creationId xmlns:a16="http://schemas.microsoft.com/office/drawing/2014/main" id="{C3647D60-2694-4BC4-A61F-9677FCC377FC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4/23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372F0F8-11B3-4A01-B4A2-6EA1E56EEDEC}"/>
              </a:ext>
            </a:extLst>
          </p:cNvPr>
          <p:cNvSpPr txBox="1"/>
          <p:nvPr/>
        </p:nvSpPr>
        <p:spPr>
          <a:xfrm>
            <a:off x="-2628900" y="-646175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F1115"/>
                </a:solidFill>
                <a:effectLst/>
                <a:latin typeface="quote-cjk-patch"/>
              </a:rPr>
              <a:t>Incident response is delayed or absent.</a:t>
            </a:r>
          </a:p>
          <a:p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623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449"/>
    </mc:Choice>
    <mc:Fallback xmlns="">
      <p:transition spd="slow" advTm="4844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ADF9C4-F15F-4B05-A2EA-92D036E3F05F}"/>
              </a:ext>
            </a:extLst>
          </p:cNvPr>
          <p:cNvSpPr txBox="1"/>
          <p:nvPr/>
        </p:nvSpPr>
        <p:spPr>
          <a:xfrm>
            <a:off x="304800" y="1714500"/>
            <a:ext cx="10287000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GB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ACO adapts quickly to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traffic conditions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near-optimal routes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efficiently in real-time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Balances traffic load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across multiple viable paths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Outperforms static algorithms like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A* and Dijkstra </a:t>
            </a:r>
          </a:p>
          <a:p>
            <a:pPr algn="ctr">
              <a:lnSpc>
                <a:spcPct val="200000"/>
              </a:lnSpc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algn="ctr"/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algn="ctr"/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algn="ctr"/>
            <a:endParaRPr lang="en-GB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D84D85-C115-40CC-A68B-76931737689E}"/>
              </a:ext>
            </a:extLst>
          </p:cNvPr>
          <p:cNvSpPr txBox="1"/>
          <p:nvPr/>
        </p:nvSpPr>
        <p:spPr>
          <a:xfrm>
            <a:off x="3072120" y="2995245"/>
            <a:ext cx="1493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C87283-4747-4A82-BAB1-29507BF43FE2}"/>
              </a:ext>
            </a:extLst>
          </p:cNvPr>
          <p:cNvSpPr/>
          <p:nvPr/>
        </p:nvSpPr>
        <p:spPr>
          <a:xfrm>
            <a:off x="6019800" y="495300"/>
            <a:ext cx="6743700" cy="7927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ACO?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31FDB4-F7B1-47E7-B92A-6667F4789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720" y="2781300"/>
            <a:ext cx="7167070" cy="39256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BEB3D2-5B2E-4363-90AD-C2B72960DC51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  <p:grpSp>
        <p:nvGrpSpPr>
          <p:cNvPr id="10" name="Group 14">
            <a:extLst>
              <a:ext uri="{FF2B5EF4-FFF2-40B4-BE49-F238E27FC236}">
                <a16:creationId xmlns:a16="http://schemas.microsoft.com/office/drawing/2014/main" id="{62017F84-A0B1-463D-A042-87DA04B5292E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11" name="Group 15">
              <a:extLst>
                <a:ext uri="{FF2B5EF4-FFF2-40B4-BE49-F238E27FC236}">
                  <a16:creationId xmlns:a16="http://schemas.microsoft.com/office/drawing/2014/main" id="{DF40A62C-15C0-47B8-87BE-8DF1A7F40AB1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3" name="Freeform 16">
                <a:extLst>
                  <a:ext uri="{FF2B5EF4-FFF2-40B4-BE49-F238E27FC236}">
                    <a16:creationId xmlns:a16="http://schemas.microsoft.com/office/drawing/2014/main" id="{5D25D400-065F-485B-AF88-1E8C294FFA11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4" name="TextBox 17">
                <a:extLst>
                  <a:ext uri="{FF2B5EF4-FFF2-40B4-BE49-F238E27FC236}">
                    <a16:creationId xmlns:a16="http://schemas.microsoft.com/office/drawing/2014/main" id="{7E2F5D79-CC80-4064-B389-BF23805E455D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12" name="TextBox 18">
              <a:extLst>
                <a:ext uri="{FF2B5EF4-FFF2-40B4-BE49-F238E27FC236}">
                  <a16:creationId xmlns:a16="http://schemas.microsoft.com/office/drawing/2014/main" id="{F56B553A-56D8-4D99-9C18-8C001608FD05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5/23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770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07"/>
    </mc:Choice>
    <mc:Fallback xmlns="">
      <p:transition spd="slow" advTm="1430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7C634C-4F86-48A8-9F0F-8DEC572C0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24100"/>
            <a:ext cx="7192379" cy="42868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21A9B4-2CEE-4AF1-AC50-E2CF46DBA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2534" y="2324100"/>
            <a:ext cx="9488224" cy="44297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A7962F-2DB3-4C05-9048-85AD9E7AC92A}"/>
              </a:ext>
            </a:extLst>
          </p:cNvPr>
          <p:cNvSpPr txBox="1"/>
          <p:nvPr/>
        </p:nvSpPr>
        <p:spPr>
          <a:xfrm>
            <a:off x="2133600" y="7124700"/>
            <a:ext cx="5715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Process of ant‑colony  optimization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</a:p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2ACCDF-A468-4F47-A8E5-F61ED799455A}"/>
              </a:ext>
            </a:extLst>
          </p:cNvPr>
          <p:cNvSpPr txBox="1"/>
          <p:nvPr/>
        </p:nvSpPr>
        <p:spPr>
          <a:xfrm>
            <a:off x="9753600" y="7124700"/>
            <a:ext cx="6400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the ACO process  to select the optimal route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A11C9F-DF17-410E-9F80-4D7C7C9DD696}"/>
              </a:ext>
            </a:extLst>
          </p:cNvPr>
          <p:cNvSpPr/>
          <p:nvPr/>
        </p:nvSpPr>
        <p:spPr>
          <a:xfrm>
            <a:off x="5772150" y="172076"/>
            <a:ext cx="6648450" cy="16382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Representation of ACO in Urban Routing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05BAC7-78C2-4CB4-96BE-ABFFFCD473F4}"/>
              </a:ext>
            </a:extLst>
          </p:cNvPr>
          <p:cNvSpPr txBox="1"/>
          <p:nvPr/>
        </p:nvSpPr>
        <p:spPr>
          <a:xfrm>
            <a:off x="304800" y="9617137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dirty="0"/>
          </a:p>
        </p:txBody>
      </p:sp>
      <p:grpSp>
        <p:nvGrpSpPr>
          <p:cNvPr id="11" name="Group 14">
            <a:extLst>
              <a:ext uri="{FF2B5EF4-FFF2-40B4-BE49-F238E27FC236}">
                <a16:creationId xmlns:a16="http://schemas.microsoft.com/office/drawing/2014/main" id="{246B3C0A-8ED8-4379-A512-7F8C1E821796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12" name="Group 15">
              <a:extLst>
                <a:ext uri="{FF2B5EF4-FFF2-40B4-BE49-F238E27FC236}">
                  <a16:creationId xmlns:a16="http://schemas.microsoft.com/office/drawing/2014/main" id="{70FCB847-2434-4AD3-B3AA-0ED4310D8410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36D1CD64-0B89-49B4-B850-FBAD77E73337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5" name="TextBox 17">
                <a:extLst>
                  <a:ext uri="{FF2B5EF4-FFF2-40B4-BE49-F238E27FC236}">
                    <a16:creationId xmlns:a16="http://schemas.microsoft.com/office/drawing/2014/main" id="{D5038E19-717F-43A8-8F05-85B59B2FC799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13" name="TextBox 18">
              <a:extLst>
                <a:ext uri="{FF2B5EF4-FFF2-40B4-BE49-F238E27FC236}">
                  <a16:creationId xmlns:a16="http://schemas.microsoft.com/office/drawing/2014/main" id="{689AFC29-88DF-4885-89C2-B9BE8CB2432F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6/23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087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71"/>
    </mc:Choice>
    <mc:Fallback xmlns="">
      <p:transition spd="slow" advTm="787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EB2241-06EA-49AD-A8A6-0B839FE09E33}"/>
              </a:ext>
            </a:extLst>
          </p:cNvPr>
          <p:cNvSpPr/>
          <p:nvPr/>
        </p:nvSpPr>
        <p:spPr>
          <a:xfrm>
            <a:off x="5181600" y="19013"/>
            <a:ext cx="8458200" cy="7070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36921872-E980-4A30-90BD-10E3D2E0E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42191"/>
              </p:ext>
            </p:extLst>
          </p:nvPr>
        </p:nvGraphicFramePr>
        <p:xfrm>
          <a:off x="108893" y="1364786"/>
          <a:ext cx="17754600" cy="8187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319">
                  <a:extLst>
                    <a:ext uri="{9D8B030D-6E8A-4147-A177-3AD203B41FA5}">
                      <a16:colId xmlns:a16="http://schemas.microsoft.com/office/drawing/2014/main" val="55138666"/>
                    </a:ext>
                  </a:extLst>
                </a:gridCol>
                <a:gridCol w="7357762">
                  <a:extLst>
                    <a:ext uri="{9D8B030D-6E8A-4147-A177-3AD203B41FA5}">
                      <a16:colId xmlns:a16="http://schemas.microsoft.com/office/drawing/2014/main" val="3408049949"/>
                    </a:ext>
                  </a:extLst>
                </a:gridCol>
                <a:gridCol w="4238711">
                  <a:extLst>
                    <a:ext uri="{9D8B030D-6E8A-4147-A177-3AD203B41FA5}">
                      <a16:colId xmlns:a16="http://schemas.microsoft.com/office/drawing/2014/main" val="199817883"/>
                    </a:ext>
                  </a:extLst>
                </a:gridCol>
                <a:gridCol w="3918808">
                  <a:extLst>
                    <a:ext uri="{9D8B030D-6E8A-4147-A177-3AD203B41FA5}">
                      <a16:colId xmlns:a16="http://schemas.microsoft.com/office/drawing/2014/main" val="31725394"/>
                    </a:ext>
                  </a:extLst>
                </a:gridCol>
              </a:tblGrid>
              <a:tr h="577469"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and Results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                                                                                                        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Shortcomings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11932"/>
                  </a:ext>
                </a:extLst>
              </a:tr>
              <a:tr h="1700852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 algn="l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Cold chain logistics simulation</a:t>
                      </a:r>
                    </a:p>
                    <a:p>
                      <a:pPr marL="457200" indent="-457200" algn="l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 accuracy and correlation</a:t>
                      </a:r>
                    </a:p>
                    <a:p>
                      <a:pPr marL="457200" indent="-457200" algn="l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(Solomon Dataset)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I-ACO</a:t>
                      </a: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with </a:t>
                      </a:r>
                      <a:r>
                        <a:rPr lang="en-US" sz="27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DTW</a:t>
                      </a:r>
                    </a:p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Chaos</a:t>
                      </a: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theory integration</a:t>
                      </a:r>
                      <a:endParaRPr lang="en-US" sz="2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Large network </a:t>
                      </a:r>
                      <a:r>
                        <a:rPr lang="en-US" sz="27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scalability</a:t>
                      </a: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issues</a:t>
                      </a:r>
                    </a:p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Limited application </a:t>
                      </a: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scope</a:t>
                      </a:r>
                      <a:endParaRPr lang="en-US"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131797"/>
                  </a:ext>
                </a:extLst>
              </a:tr>
              <a:tr h="1543318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Wu et al. 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Beijing traffic simulation</a:t>
                      </a:r>
                    </a:p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Reduced congestion significantly</a:t>
                      </a:r>
                    </a:p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(Eil51 dataset)</a:t>
                      </a:r>
                      <a:endParaRPr lang="en-US"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PSO-ACO</a:t>
                      </a: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hybrid</a:t>
                      </a:r>
                    </a:p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Road condition factors</a:t>
                      </a:r>
                      <a:endParaRPr lang="en-US" sz="2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Static factors </a:t>
                      </a: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only</a:t>
                      </a:r>
                    </a:p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Extensive </a:t>
                      </a:r>
                      <a:r>
                        <a:rPr lang="en-US" sz="27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parameter tuning </a:t>
                      </a: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needed</a:t>
                      </a:r>
                      <a:endParaRPr lang="en-US"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978801"/>
                  </a:ext>
                </a:extLst>
              </a:tr>
              <a:tr h="1580834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Liu and Wu 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Tourism route optimization</a:t>
                      </a:r>
                    </a:p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Fast convergence, low error</a:t>
                      </a:r>
                    </a:p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(Eil51 dataset)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GA-PSACO</a:t>
                      </a:r>
                    </a:p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Smoothing factors</a:t>
                      </a:r>
                      <a:endParaRPr lang="en-US" sz="2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</a:t>
                      </a: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real-time </a:t>
                      </a:r>
                      <a:r>
                        <a:rPr lang="en-US" sz="27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traffic handling</a:t>
                      </a:r>
                    </a:p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Limited urban </a:t>
                      </a:r>
                      <a:r>
                        <a:rPr lang="en-US" sz="27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scalability</a:t>
                      </a:r>
                      <a:endParaRPr lang="en-US" sz="27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413283"/>
                  </a:ext>
                </a:extLst>
              </a:tr>
              <a:tr h="1700852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Zhu et al. 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Multi-city distribution simulation</a:t>
                      </a:r>
                    </a:p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Improved path length/iterations</a:t>
                      </a:r>
                      <a:endParaRPr lang="en-US" sz="25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Synthetic data)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7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RA-GA-ACO</a:t>
                      </a: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hybrid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 emergency </a:t>
                      </a: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consideration</a:t>
                      </a:r>
                      <a:endParaRPr lang="en-GB" sz="27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57200" indent="-457200">
                        <a:buFont typeface="Wingdings" panose="05000000000000000000" pitchFamily="2" charset="2"/>
                        <a:buChar char="Ø"/>
                      </a:pPr>
                      <a:r>
                        <a:rPr lang="en-US" sz="27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Limited</a:t>
                      </a:r>
                      <a:r>
                        <a:rPr lang="en-US" sz="27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real-world </a:t>
                      </a:r>
                      <a:r>
                        <a:rPr lang="en-US" sz="27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validation</a:t>
                      </a:r>
                      <a:endParaRPr lang="en-US" sz="27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197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65D3B4C-847B-4D3E-A119-BAFB42F35F22}"/>
              </a:ext>
            </a:extLst>
          </p:cNvPr>
          <p:cNvSpPr txBox="1"/>
          <p:nvPr/>
        </p:nvSpPr>
        <p:spPr>
          <a:xfrm>
            <a:off x="6477000" y="87215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 :Related works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F1E331-D6F3-41E9-A8B5-C7E672185224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CSE   4000 :PROJECT/THESIS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14">
            <a:extLst>
              <a:ext uri="{FF2B5EF4-FFF2-40B4-BE49-F238E27FC236}">
                <a16:creationId xmlns:a16="http://schemas.microsoft.com/office/drawing/2014/main" id="{AEFB80FF-4564-4046-8C95-F5B00E692A76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9" name="Group 15">
              <a:extLst>
                <a:ext uri="{FF2B5EF4-FFF2-40B4-BE49-F238E27FC236}">
                  <a16:creationId xmlns:a16="http://schemas.microsoft.com/office/drawing/2014/main" id="{C4B639FA-7C33-41B0-AD75-B7D3D03D2029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6">
                <a:extLst>
                  <a:ext uri="{FF2B5EF4-FFF2-40B4-BE49-F238E27FC236}">
                    <a16:creationId xmlns:a16="http://schemas.microsoft.com/office/drawing/2014/main" id="{AE9A79E7-0F62-4143-8DA4-2449737F0EC0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7">
                <a:extLst>
                  <a:ext uri="{FF2B5EF4-FFF2-40B4-BE49-F238E27FC236}">
                    <a16:creationId xmlns:a16="http://schemas.microsoft.com/office/drawing/2014/main" id="{BE80C699-C4B9-48C5-9A16-4112FA0BFD8A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" name="TextBox 18">
              <a:extLst>
                <a:ext uri="{FF2B5EF4-FFF2-40B4-BE49-F238E27FC236}">
                  <a16:creationId xmlns:a16="http://schemas.microsoft.com/office/drawing/2014/main" id="{3D153999-ACD1-4250-9C92-86B0F2CD8696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7/23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3303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473"/>
    </mc:Choice>
    <mc:Fallback xmlns="">
      <p:transition spd="slow" advTm="6547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F80D58-CABD-45D9-903B-3280B6AF3ECE}"/>
              </a:ext>
            </a:extLst>
          </p:cNvPr>
          <p:cNvSpPr/>
          <p:nvPr/>
        </p:nvSpPr>
        <p:spPr>
          <a:xfrm>
            <a:off x="6019800" y="495300"/>
            <a:ext cx="6743700" cy="7927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2F98A-5BEF-4EBC-A20F-34A60A6C7EF5}"/>
              </a:ext>
            </a:extLst>
          </p:cNvPr>
          <p:cNvSpPr txBox="1"/>
          <p:nvPr/>
        </p:nvSpPr>
        <p:spPr>
          <a:xfrm>
            <a:off x="278219" y="1562100"/>
            <a:ext cx="17907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objectives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GB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lang="en-GB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ACO</a:t>
            </a:r>
            <a:r>
              <a:rPr lang="en-GB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GB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congestion-aware routing</a:t>
            </a:r>
            <a:r>
              <a:rPr lang="en-GB" sz="32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br>
              <a:rPr lang="en-GB" b="0" i="0" dirty="0">
                <a:solidFill>
                  <a:srgbClr val="81858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2FAB75-0526-4FDC-AC16-B470073E8849}"/>
              </a:ext>
            </a:extLst>
          </p:cNvPr>
          <p:cNvSpPr txBox="1"/>
          <p:nvPr/>
        </p:nvSpPr>
        <p:spPr>
          <a:xfrm>
            <a:off x="334926" y="3793480"/>
            <a:ext cx="14647986" cy="861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 objectives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multi-factor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road attributes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chaos-based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initialization techniques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DTW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pattern recognition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parameters using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PSO/GA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 using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Solomon/VRPTW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datasets </a:t>
            </a: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D3DB68-78F4-4D54-A1CB-8B3ACA887914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  <p:grpSp>
        <p:nvGrpSpPr>
          <p:cNvPr id="8" name="Group 14">
            <a:extLst>
              <a:ext uri="{FF2B5EF4-FFF2-40B4-BE49-F238E27FC236}">
                <a16:creationId xmlns:a16="http://schemas.microsoft.com/office/drawing/2014/main" id="{236CF9BE-5A96-4DB4-AAA3-F570D9FA7169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9" name="Group 15">
              <a:extLst>
                <a:ext uri="{FF2B5EF4-FFF2-40B4-BE49-F238E27FC236}">
                  <a16:creationId xmlns:a16="http://schemas.microsoft.com/office/drawing/2014/main" id="{88F89772-4645-4A8F-8C75-4F4166FC6B3E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6">
                <a:extLst>
                  <a:ext uri="{FF2B5EF4-FFF2-40B4-BE49-F238E27FC236}">
                    <a16:creationId xmlns:a16="http://schemas.microsoft.com/office/drawing/2014/main" id="{2E3E777A-BC13-45A6-BA38-F462E783AAAA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7">
                <a:extLst>
                  <a:ext uri="{FF2B5EF4-FFF2-40B4-BE49-F238E27FC236}">
                    <a16:creationId xmlns:a16="http://schemas.microsoft.com/office/drawing/2014/main" id="{0DC20113-7579-4548-A221-0D15E2619292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10" name="TextBox 18">
              <a:extLst>
                <a:ext uri="{FF2B5EF4-FFF2-40B4-BE49-F238E27FC236}">
                  <a16:creationId xmlns:a16="http://schemas.microsoft.com/office/drawing/2014/main" id="{2DE0B868-F8D4-418F-ABD7-F03CDFCED977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8/23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585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178"/>
    </mc:Choice>
    <mc:Fallback xmlns="">
      <p:transition spd="slow" advTm="4917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raining on Research Methodology - Data Management and Analysis | Devimpact  Institute">
            <a:extLst>
              <a:ext uri="{FF2B5EF4-FFF2-40B4-BE49-F238E27FC236}">
                <a16:creationId xmlns:a16="http://schemas.microsoft.com/office/drawing/2014/main" id="{068DD8C6-0240-4F40-8504-8C88DA398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103" y="2476500"/>
            <a:ext cx="7959794" cy="3979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ACCF2FB-2FB9-465F-97A0-5CDE3DEC97B7}"/>
              </a:ext>
            </a:extLst>
          </p:cNvPr>
          <p:cNvSpPr/>
          <p:nvPr/>
        </p:nvSpPr>
        <p:spPr>
          <a:xfrm>
            <a:off x="4589497" y="495300"/>
            <a:ext cx="8382000" cy="9328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5DC4B1-66F8-452A-9F78-BC892F3115A7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  <p:grpSp>
        <p:nvGrpSpPr>
          <p:cNvPr id="7" name="Group 14">
            <a:extLst>
              <a:ext uri="{FF2B5EF4-FFF2-40B4-BE49-F238E27FC236}">
                <a16:creationId xmlns:a16="http://schemas.microsoft.com/office/drawing/2014/main" id="{6CFFE3D2-6DC8-4B41-986B-7355F748D209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8" name="Group 15">
              <a:extLst>
                <a:ext uri="{FF2B5EF4-FFF2-40B4-BE49-F238E27FC236}">
                  <a16:creationId xmlns:a16="http://schemas.microsoft.com/office/drawing/2014/main" id="{B21EEA1A-B406-4473-8B1B-4F65B32B0F26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0" name="Freeform 16">
                <a:extLst>
                  <a:ext uri="{FF2B5EF4-FFF2-40B4-BE49-F238E27FC236}">
                    <a16:creationId xmlns:a16="http://schemas.microsoft.com/office/drawing/2014/main" id="{58309B92-6E7D-4606-B1CC-9DA4FAB043E2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7">
                <a:extLst>
                  <a:ext uri="{FF2B5EF4-FFF2-40B4-BE49-F238E27FC236}">
                    <a16:creationId xmlns:a16="http://schemas.microsoft.com/office/drawing/2014/main" id="{7E0E3501-13BD-4141-952D-E47E90B8C065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9" name="TextBox 18">
              <a:extLst>
                <a:ext uri="{FF2B5EF4-FFF2-40B4-BE49-F238E27FC236}">
                  <a16:creationId xmlns:a16="http://schemas.microsoft.com/office/drawing/2014/main" id="{356A8BA0-5786-41B4-97BC-8F07306DAF2C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9/23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4727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28"/>
    </mc:Choice>
    <mc:Fallback xmlns="">
      <p:transition spd="slow" advTm="182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704C9461-A834-4EC3-BB77-EB726617F0F4}"/>
              </a:ext>
            </a:extLst>
          </p:cNvPr>
          <p:cNvGrpSpPr/>
          <p:nvPr/>
        </p:nvGrpSpPr>
        <p:grpSpPr>
          <a:xfrm>
            <a:off x="131583" y="1692167"/>
            <a:ext cx="18024834" cy="6758788"/>
            <a:chOff x="269358" y="1806206"/>
            <a:chExt cx="18024834" cy="6758788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E8B78934-8EA1-4B0D-B83A-FBED4D98DDF0}"/>
                </a:ext>
              </a:extLst>
            </p:cNvPr>
            <p:cNvGrpSpPr/>
            <p:nvPr/>
          </p:nvGrpSpPr>
          <p:grpSpPr>
            <a:xfrm>
              <a:off x="269358" y="1806206"/>
              <a:ext cx="3810000" cy="6705600"/>
              <a:chOff x="269358" y="1806206"/>
              <a:chExt cx="3810000" cy="6705600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B6D4F44-6450-4F4D-8D61-5EA5AE38B719}"/>
                  </a:ext>
                </a:extLst>
              </p:cNvPr>
              <p:cNvSpPr/>
              <p:nvPr/>
            </p:nvSpPr>
            <p:spPr>
              <a:xfrm>
                <a:off x="269358" y="1806206"/>
                <a:ext cx="3810000" cy="6705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11DD031-8F1F-4587-9162-BE206FB08CC9}"/>
                  </a:ext>
                </a:extLst>
              </p:cNvPr>
              <p:cNvSpPr/>
              <p:nvPr/>
            </p:nvSpPr>
            <p:spPr>
              <a:xfrm>
                <a:off x="669408" y="6836970"/>
                <a:ext cx="3009900" cy="137003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Simulated Traffic Factors</a:t>
                </a:r>
              </a:p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(Density,</a:t>
                </a:r>
              </a:p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Congestion)</a:t>
                </a:r>
              </a:p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0CE51A9-A454-4D7E-A718-7EEA0A40E03A}"/>
                  </a:ext>
                </a:extLst>
              </p:cNvPr>
              <p:cNvSpPr/>
              <p:nvPr/>
            </p:nvSpPr>
            <p:spPr>
              <a:xfrm>
                <a:off x="669408" y="4548082"/>
                <a:ext cx="3009900" cy="203170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Preprocess</a:t>
                </a:r>
              </a:p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(Extraction,</a:t>
                </a:r>
              </a:p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Conversion,</a:t>
                </a:r>
              </a:p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Normalization)</a:t>
                </a:r>
              </a:p>
              <a:p>
                <a:pPr algn="ctr"/>
                <a:endParaRPr lang="en-US" dirty="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B149FDED-8405-4890-B05E-DAD4997AB995}"/>
                  </a:ext>
                </a:extLst>
              </p:cNvPr>
              <p:cNvSpPr/>
              <p:nvPr/>
            </p:nvSpPr>
            <p:spPr>
              <a:xfrm>
                <a:off x="669408" y="2111006"/>
                <a:ext cx="3009900" cy="2031704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Preparation and modeling</a:t>
                </a:r>
              </a:p>
              <a:p>
                <a:pPr algn="ctr"/>
                <a:r>
                  <a:rPr lang="en-US" sz="24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Solomon &amp; </a:t>
                </a:r>
                <a:r>
                  <a:rPr lang="en-US" sz="24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vrptw</a:t>
                </a:r>
                <a:r>
                  <a:rPr lang="en-US" sz="24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dataset</a:t>
                </a:r>
              </a:p>
              <a:p>
                <a:pPr algn="ctr"/>
                <a:endPara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9E96ABC6-907D-475A-9D8C-B33028E56747}"/>
                </a:ext>
              </a:extLst>
            </p:cNvPr>
            <p:cNvGrpSpPr/>
            <p:nvPr/>
          </p:nvGrpSpPr>
          <p:grpSpPr>
            <a:xfrm>
              <a:off x="4518615" y="1843888"/>
              <a:ext cx="3810000" cy="6705600"/>
              <a:chOff x="4654402" y="1790700"/>
              <a:chExt cx="3810000" cy="6705600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0BF365DF-E959-49F1-BA00-745107C21D70}"/>
                  </a:ext>
                </a:extLst>
              </p:cNvPr>
              <p:cNvSpPr/>
              <p:nvPr/>
            </p:nvSpPr>
            <p:spPr>
              <a:xfrm>
                <a:off x="4654402" y="1790700"/>
                <a:ext cx="3810000" cy="67056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751B973-25F3-401E-AB81-F3D748A57A21}"/>
                  </a:ext>
                </a:extLst>
              </p:cNvPr>
              <p:cNvSpPr/>
              <p:nvPr/>
            </p:nvSpPr>
            <p:spPr>
              <a:xfrm>
                <a:off x="5054452" y="2045444"/>
                <a:ext cx="3009900" cy="163475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Modeling &amp; Baseline Algorithms</a:t>
                </a:r>
              </a:p>
              <a:p>
                <a:pPr algn="ctr"/>
                <a:endParaRPr lang="en-US"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4A36F3A-14A1-4CA2-B042-59EE8DB98658}"/>
                  </a:ext>
                </a:extLst>
              </p:cNvPr>
              <p:cNvSpPr/>
              <p:nvPr/>
            </p:nvSpPr>
            <p:spPr>
              <a:xfrm>
                <a:off x="5075276" y="4249257"/>
                <a:ext cx="3009900" cy="181949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Congestion Aware Cost</a:t>
                </a:r>
              </a:p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time,Density,Capacity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ctr"/>
                <a:endParaRPr lang="en-US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DC8D64A-C9D3-4FBC-AA34-5DAC431D09A1}"/>
                  </a:ext>
                </a:extLst>
              </p:cNvPr>
              <p:cNvSpPr/>
              <p:nvPr/>
            </p:nvSpPr>
            <p:spPr>
              <a:xfrm>
                <a:off x="5075276" y="6398812"/>
                <a:ext cx="3009900" cy="1819498"/>
              </a:xfrm>
              <a:prstGeom prst="rect">
                <a:avLst/>
              </a:prstGeom>
              <a:solidFill>
                <a:schemeClr val="accent5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Baselines </a:t>
                </a:r>
              </a:p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(Classical ACO,</a:t>
                </a:r>
              </a:p>
              <a:p>
                <a:pPr algn="ctr"/>
                <a:r>
                  <a:rPr lang="en-US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Dijkstra,A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*,</a:t>
                </a:r>
              </a:p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Hybrid)</a:t>
                </a:r>
              </a:p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928CAECB-9AF8-44B3-A1A1-4EE7733A65D7}"/>
                </a:ext>
              </a:extLst>
            </p:cNvPr>
            <p:cNvGrpSpPr/>
            <p:nvPr/>
          </p:nvGrpSpPr>
          <p:grpSpPr>
            <a:xfrm>
              <a:off x="8633307" y="1859394"/>
              <a:ext cx="3810000" cy="6705600"/>
              <a:chOff x="9569302" y="1775194"/>
              <a:chExt cx="3810000" cy="6705600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02091434-B8F0-47E9-9B83-79740D483A87}"/>
                  </a:ext>
                </a:extLst>
              </p:cNvPr>
              <p:cNvSpPr/>
              <p:nvPr/>
            </p:nvSpPr>
            <p:spPr>
              <a:xfrm>
                <a:off x="9569302" y="1775194"/>
                <a:ext cx="3810000" cy="6705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F7B6765-F30B-46F6-B1B9-FFECB87C677B}"/>
                  </a:ext>
                </a:extLst>
              </p:cNvPr>
              <p:cNvSpPr/>
              <p:nvPr/>
            </p:nvSpPr>
            <p:spPr>
              <a:xfrm>
                <a:off x="9969352" y="2076456"/>
                <a:ext cx="3009900" cy="163475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Improved ACO Model</a:t>
                </a:r>
              </a:p>
              <a:p>
                <a:pPr algn="ctr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(Proposed Model)</a:t>
                </a:r>
              </a:p>
              <a:p>
                <a:pPr algn="ctr"/>
                <a:endParaRPr lang="en-US" dirty="0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780BB4F4-5DCF-4057-B0E5-A52F98320AB8}"/>
                  </a:ext>
                </a:extLst>
              </p:cNvPr>
              <p:cNvSpPr/>
              <p:nvPr/>
            </p:nvSpPr>
            <p:spPr>
              <a:xfrm>
                <a:off x="9768220" y="4529923"/>
                <a:ext cx="3455138" cy="2631548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Chaos based Theory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Congestion Cost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DTW Patterns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PSO/GA Parameter Tuning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Dynamic Pheromone Update</a:t>
                </a:r>
              </a:p>
              <a:p>
                <a:pPr algn="ctr"/>
                <a:endParaRPr lang="en-US" dirty="0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AD52A258-3E1D-4A23-B2EA-7B658F112E87}"/>
                </a:ext>
              </a:extLst>
            </p:cNvPr>
            <p:cNvGrpSpPr/>
            <p:nvPr/>
          </p:nvGrpSpPr>
          <p:grpSpPr>
            <a:xfrm>
              <a:off x="12724962" y="1828382"/>
              <a:ext cx="3490801" cy="6736612"/>
              <a:chOff x="14219274" y="1775194"/>
              <a:chExt cx="3490801" cy="6736612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840A87BF-69D2-4C98-82F4-B034AD4E5C3C}"/>
                  </a:ext>
                </a:extLst>
              </p:cNvPr>
              <p:cNvSpPr/>
              <p:nvPr/>
            </p:nvSpPr>
            <p:spPr>
              <a:xfrm>
                <a:off x="14219274" y="1775194"/>
                <a:ext cx="3490801" cy="673661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1F34E718-5AF5-455E-BA57-52248208E08A}"/>
                  </a:ext>
                </a:extLst>
              </p:cNvPr>
              <p:cNvSpPr/>
              <p:nvPr/>
            </p:nvSpPr>
            <p:spPr>
              <a:xfrm>
                <a:off x="14475342" y="2111006"/>
                <a:ext cx="3009900" cy="1073878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Simulation ,Evaluation&amp; </a:t>
                </a:r>
                <a:r>
                  <a:rPr lang="en-US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Scenerio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Testing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B2A0E9B-536F-4997-BC3E-B34C2AC2FE85}"/>
                  </a:ext>
                </a:extLst>
              </p:cNvPr>
              <p:cNvSpPr/>
              <p:nvPr/>
            </p:nvSpPr>
            <p:spPr>
              <a:xfrm>
                <a:off x="14518758" y="3456045"/>
                <a:ext cx="3009900" cy="874064"/>
              </a:xfrm>
              <a:prstGeom prst="rect">
                <a:avLst/>
              </a:prstGeom>
              <a:solidFill>
                <a:srgbClr val="FFFF66"/>
              </a:solid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Simulation(OD Pairs)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B9EEC76-EC42-4620-8060-F63A50C64EBF}"/>
                  </a:ext>
                </a:extLst>
              </p:cNvPr>
              <p:cNvSpPr/>
              <p:nvPr/>
            </p:nvSpPr>
            <p:spPr>
              <a:xfrm>
                <a:off x="14518758" y="4601270"/>
                <a:ext cx="2966484" cy="1409690"/>
              </a:xfrm>
              <a:prstGeom prst="rect">
                <a:avLst/>
              </a:prstGeom>
              <a:solidFill>
                <a:srgbClr val="00CC99"/>
              </a:solid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b="1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2000" b="1" dirty="0">
                    <a:solidFill>
                      <a:schemeClr val="tx2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Evaluation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Travel time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Convergence</a:t>
                </a:r>
              </a:p>
              <a:p>
                <a:pPr algn="ctr"/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6E94FB28-B213-445C-8527-A462FF3DD6A5}"/>
                  </a:ext>
                </a:extLst>
              </p:cNvPr>
              <p:cNvSpPr/>
              <p:nvPr/>
            </p:nvSpPr>
            <p:spPr>
              <a:xfrm>
                <a:off x="14518758" y="6422058"/>
                <a:ext cx="3009900" cy="1477706"/>
              </a:xfrm>
              <a:prstGeom prst="rect">
                <a:avLst/>
              </a:prstGeom>
              <a:solidFill>
                <a:srgbClr val="9999FF"/>
              </a:solid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Robustness Testing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Accidents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Closures</a:t>
                </a:r>
              </a:p>
            </p:txBody>
          </p:sp>
        </p:grpSp>
        <p:sp>
          <p:nvSpPr>
            <p:cNvPr id="60" name="Arrow: Right 59">
              <a:extLst>
                <a:ext uri="{FF2B5EF4-FFF2-40B4-BE49-F238E27FC236}">
                  <a16:creationId xmlns:a16="http://schemas.microsoft.com/office/drawing/2014/main" id="{24D173EF-2568-42B2-91A5-B7D16E033045}"/>
                </a:ext>
              </a:extLst>
            </p:cNvPr>
            <p:cNvSpPr/>
            <p:nvPr/>
          </p:nvSpPr>
          <p:spPr>
            <a:xfrm>
              <a:off x="8236245" y="4585764"/>
              <a:ext cx="615139" cy="595418"/>
            </a:xfrm>
            <a:prstGeom prst="rightArrow">
              <a:avLst/>
            </a:prstGeom>
            <a:solidFill>
              <a:srgbClr val="00B0F0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3E785827-7BDC-43FE-A1AA-CFB6A23CE5B5}"/>
                </a:ext>
              </a:extLst>
            </p:cNvPr>
            <p:cNvSpPr/>
            <p:nvPr/>
          </p:nvSpPr>
          <p:spPr>
            <a:xfrm>
              <a:off x="12334655" y="4616776"/>
              <a:ext cx="615139" cy="595418"/>
            </a:xfrm>
            <a:prstGeom prst="rightArrow">
              <a:avLst/>
            </a:prstGeom>
            <a:solidFill>
              <a:srgbClr val="00B0F0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Arrow: Right 66">
              <a:extLst>
                <a:ext uri="{FF2B5EF4-FFF2-40B4-BE49-F238E27FC236}">
                  <a16:creationId xmlns:a16="http://schemas.microsoft.com/office/drawing/2014/main" id="{31289309-FEA5-4B41-8BBE-C0E384833781}"/>
                </a:ext>
              </a:extLst>
            </p:cNvPr>
            <p:cNvSpPr/>
            <p:nvPr/>
          </p:nvSpPr>
          <p:spPr>
            <a:xfrm>
              <a:off x="4079358" y="4548082"/>
              <a:ext cx="615139" cy="595418"/>
            </a:xfrm>
            <a:prstGeom prst="rightArrow">
              <a:avLst/>
            </a:prstGeom>
            <a:solidFill>
              <a:srgbClr val="00B0F0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BD84DA1-B4D6-4529-8928-74CBFE8D4BD8}"/>
                </a:ext>
              </a:extLst>
            </p:cNvPr>
            <p:cNvSpPr/>
            <p:nvPr/>
          </p:nvSpPr>
          <p:spPr>
            <a:xfrm>
              <a:off x="16515247" y="3897601"/>
              <a:ext cx="1778945" cy="2491797"/>
            </a:xfrm>
            <a:prstGeom prst="rect">
              <a:avLst/>
            </a:prstGeom>
            <a:solidFill>
              <a:srgbClr val="99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Optimized</a:t>
              </a:r>
            </a:p>
            <a:p>
              <a:pPr algn="ctr"/>
              <a:r>
                <a:rPr lang="en-US" sz="2000" b="1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Path </a:t>
              </a:r>
            </a:p>
            <a:p>
              <a:pPr algn="ctr"/>
              <a:r>
                <a:rPr lang="en-US" sz="2000" b="1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 </a:t>
              </a:r>
            </a:p>
            <a:p>
              <a:pPr algn="ctr"/>
              <a:r>
                <a:rPr lang="en-US" sz="2000" b="1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Performance</a:t>
              </a:r>
            </a:p>
            <a:p>
              <a:pPr algn="ctr"/>
              <a:r>
                <a:rPr lang="en-US" sz="2000" b="1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Metrices</a:t>
              </a:r>
            </a:p>
          </p:txBody>
        </p:sp>
        <p:sp>
          <p:nvSpPr>
            <p:cNvPr id="78" name="Arrow: Right 77">
              <a:extLst>
                <a:ext uri="{FF2B5EF4-FFF2-40B4-BE49-F238E27FC236}">
                  <a16:creationId xmlns:a16="http://schemas.microsoft.com/office/drawing/2014/main" id="{5C64AC2F-4A4D-4247-B56B-A5C1263EC615}"/>
                </a:ext>
              </a:extLst>
            </p:cNvPr>
            <p:cNvSpPr/>
            <p:nvPr/>
          </p:nvSpPr>
          <p:spPr>
            <a:xfrm>
              <a:off x="16163109" y="4654458"/>
              <a:ext cx="615139" cy="595418"/>
            </a:xfrm>
            <a:prstGeom prst="rightArrow">
              <a:avLst/>
            </a:prstGeom>
            <a:solidFill>
              <a:srgbClr val="00B0F0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AFE9A5B9-8AD5-43C0-8213-0E0BA10BE91A}"/>
              </a:ext>
            </a:extLst>
          </p:cNvPr>
          <p:cNvSpPr/>
          <p:nvPr/>
        </p:nvSpPr>
        <p:spPr>
          <a:xfrm>
            <a:off x="4304532" y="202153"/>
            <a:ext cx="8001000" cy="7070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Methodology(Contd.)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52DBC2-9865-4C91-A6FA-C5929A5F62C3}"/>
              </a:ext>
            </a:extLst>
          </p:cNvPr>
          <p:cNvSpPr/>
          <p:nvPr/>
        </p:nvSpPr>
        <p:spPr>
          <a:xfrm>
            <a:off x="2596863" y="8629636"/>
            <a:ext cx="13780609" cy="747193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3 : </a:t>
            </a:r>
            <a:r>
              <a:rPr lang="en-GB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 of the Proposed Improved ACO Methodology</a:t>
            </a:r>
            <a:endParaRPr lang="en-GB" sz="32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EF995E-EBED-4609-B9A3-4D08D92B5F8D}"/>
              </a:ext>
            </a:extLst>
          </p:cNvPr>
          <p:cNvSpPr/>
          <p:nvPr/>
        </p:nvSpPr>
        <p:spPr>
          <a:xfrm>
            <a:off x="778399" y="1134977"/>
            <a:ext cx="2345801" cy="72404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6AFE502-45B5-4A76-B452-2CFB20798277}"/>
              </a:ext>
            </a:extLst>
          </p:cNvPr>
          <p:cNvSpPr/>
          <p:nvPr/>
        </p:nvSpPr>
        <p:spPr>
          <a:xfrm>
            <a:off x="5112939" y="1115606"/>
            <a:ext cx="2345801" cy="72404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96D3314-FBCD-41F2-AE49-CFCBC42B98A3}"/>
              </a:ext>
            </a:extLst>
          </p:cNvPr>
          <p:cNvSpPr/>
          <p:nvPr/>
        </p:nvSpPr>
        <p:spPr>
          <a:xfrm>
            <a:off x="9454453" y="1117908"/>
            <a:ext cx="2345801" cy="72404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1F63E6E-1B07-4C83-A0E4-E3480D16D359}"/>
              </a:ext>
            </a:extLst>
          </p:cNvPr>
          <p:cNvSpPr/>
          <p:nvPr/>
        </p:nvSpPr>
        <p:spPr>
          <a:xfrm>
            <a:off x="13507354" y="1089149"/>
            <a:ext cx="2345801" cy="72404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4B96EC-DF7C-43B0-9015-6E5AACB46071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  <p:grpSp>
        <p:nvGrpSpPr>
          <p:cNvPr id="36" name="Group 14">
            <a:extLst>
              <a:ext uri="{FF2B5EF4-FFF2-40B4-BE49-F238E27FC236}">
                <a16:creationId xmlns:a16="http://schemas.microsoft.com/office/drawing/2014/main" id="{FA74FD1C-7DC7-4FDF-B1EB-F92D51A4C7A5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48" name="Group 15">
              <a:extLst>
                <a:ext uri="{FF2B5EF4-FFF2-40B4-BE49-F238E27FC236}">
                  <a16:creationId xmlns:a16="http://schemas.microsoft.com/office/drawing/2014/main" id="{DB0D65E1-38ED-4109-BD62-DB77112DF9D2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53" name="Freeform 16">
                <a:extLst>
                  <a:ext uri="{FF2B5EF4-FFF2-40B4-BE49-F238E27FC236}">
                    <a16:creationId xmlns:a16="http://schemas.microsoft.com/office/drawing/2014/main" id="{464AE12F-4F6B-424B-B498-C436402A5C69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59" name="TextBox 17">
                <a:extLst>
                  <a:ext uri="{FF2B5EF4-FFF2-40B4-BE49-F238E27FC236}">
                    <a16:creationId xmlns:a16="http://schemas.microsoft.com/office/drawing/2014/main" id="{07A258BD-A62B-4CA5-BCB0-3AC3F71B48ED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51" name="TextBox 18">
              <a:extLst>
                <a:ext uri="{FF2B5EF4-FFF2-40B4-BE49-F238E27FC236}">
                  <a16:creationId xmlns:a16="http://schemas.microsoft.com/office/drawing/2014/main" id="{E47098CF-75A6-4756-9563-A3025DFCD509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10/23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7843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237"/>
    </mc:Choice>
    <mc:Fallback xmlns="">
      <p:transition spd="slow" advTm="6023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F1A647-1F79-4E84-8204-8CFF4F9C7E1C}"/>
              </a:ext>
            </a:extLst>
          </p:cNvPr>
          <p:cNvSpPr/>
          <p:nvPr/>
        </p:nvSpPr>
        <p:spPr>
          <a:xfrm>
            <a:off x="4589497" y="495300"/>
            <a:ext cx="8382000" cy="1447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For Congestion Aware Path Planning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AE7CA-C222-4CA3-956C-B77375520201}"/>
              </a:ext>
            </a:extLst>
          </p:cNvPr>
          <p:cNvSpPr txBox="1"/>
          <p:nvPr/>
        </p:nvSpPr>
        <p:spPr>
          <a:xfrm>
            <a:off x="4589497" y="2710141"/>
            <a:ext cx="10380697" cy="4866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 factors</a:t>
            </a: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congestion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costs</a:t>
            </a: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congestion-aware ACO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DTW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tuning</a:t>
            </a: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Simulate, evaluate, and optimize routes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1CE058-96A8-450A-BF78-FC7B97B12F73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  <p:grpSp>
        <p:nvGrpSpPr>
          <p:cNvPr id="6" name="Group 14">
            <a:extLst>
              <a:ext uri="{FF2B5EF4-FFF2-40B4-BE49-F238E27FC236}">
                <a16:creationId xmlns:a16="http://schemas.microsoft.com/office/drawing/2014/main" id="{CA56BE07-82B2-4AD3-9763-E416414842B3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7" name="Group 15">
              <a:extLst>
                <a:ext uri="{FF2B5EF4-FFF2-40B4-BE49-F238E27FC236}">
                  <a16:creationId xmlns:a16="http://schemas.microsoft.com/office/drawing/2014/main" id="{B9266B6A-F1BD-4456-8B8D-1B4A6C2BB85E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9" name="Freeform 16">
                <a:extLst>
                  <a:ext uri="{FF2B5EF4-FFF2-40B4-BE49-F238E27FC236}">
                    <a16:creationId xmlns:a16="http://schemas.microsoft.com/office/drawing/2014/main" id="{39B48FE7-EF3B-451D-932C-DB062850F7F2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0" name="TextBox 17">
                <a:extLst>
                  <a:ext uri="{FF2B5EF4-FFF2-40B4-BE49-F238E27FC236}">
                    <a16:creationId xmlns:a16="http://schemas.microsoft.com/office/drawing/2014/main" id="{708783FB-15CC-4178-9418-BBADC230FA3A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8" name="TextBox 18">
              <a:extLst>
                <a:ext uri="{FF2B5EF4-FFF2-40B4-BE49-F238E27FC236}">
                  <a16:creationId xmlns:a16="http://schemas.microsoft.com/office/drawing/2014/main" id="{754761A6-8204-4924-BF03-DFA8685559C6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11/23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70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62E9B2-7D97-4305-8C14-95680AC3CF82}"/>
              </a:ext>
            </a:extLst>
          </p:cNvPr>
          <p:cNvSpPr/>
          <p:nvPr/>
        </p:nvSpPr>
        <p:spPr>
          <a:xfrm>
            <a:off x="336754" y="2124997"/>
            <a:ext cx="2743200" cy="5562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9865E4-5BDF-46BF-9E3B-E6EFE6AE0678}"/>
              </a:ext>
            </a:extLst>
          </p:cNvPr>
          <p:cNvSpPr/>
          <p:nvPr/>
        </p:nvSpPr>
        <p:spPr>
          <a:xfrm>
            <a:off x="1060654" y="1743997"/>
            <a:ext cx="1295400" cy="762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8FAE81-C1C3-4106-96BD-7F6D1C0AB32E}"/>
              </a:ext>
            </a:extLst>
          </p:cNvPr>
          <p:cNvSpPr/>
          <p:nvPr/>
        </p:nvSpPr>
        <p:spPr>
          <a:xfrm>
            <a:off x="3774357" y="2124997"/>
            <a:ext cx="2600019" cy="554170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D3CBED-6C8F-424F-9A52-D1596782AACA}"/>
              </a:ext>
            </a:extLst>
          </p:cNvPr>
          <p:cNvSpPr/>
          <p:nvPr/>
        </p:nvSpPr>
        <p:spPr>
          <a:xfrm>
            <a:off x="4498257" y="1743997"/>
            <a:ext cx="1295400" cy="762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4651CB-B0FF-43E9-A602-088C36B0665F}"/>
              </a:ext>
            </a:extLst>
          </p:cNvPr>
          <p:cNvSpPr/>
          <p:nvPr/>
        </p:nvSpPr>
        <p:spPr>
          <a:xfrm>
            <a:off x="6659510" y="1694835"/>
            <a:ext cx="4198704" cy="599276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8FE4D94-4F13-4968-97FD-D971D34D9454}"/>
              </a:ext>
            </a:extLst>
          </p:cNvPr>
          <p:cNvSpPr/>
          <p:nvPr/>
        </p:nvSpPr>
        <p:spPr>
          <a:xfrm>
            <a:off x="8496300" y="1715729"/>
            <a:ext cx="1295400" cy="762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B138A1-64FC-4B6F-A189-8DB399229B8A}"/>
              </a:ext>
            </a:extLst>
          </p:cNvPr>
          <p:cNvSpPr/>
          <p:nvPr/>
        </p:nvSpPr>
        <p:spPr>
          <a:xfrm>
            <a:off x="11286203" y="2104103"/>
            <a:ext cx="2743200" cy="5562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3859FF-0569-442E-AD51-B4C26C3F529C}"/>
              </a:ext>
            </a:extLst>
          </p:cNvPr>
          <p:cNvSpPr/>
          <p:nvPr/>
        </p:nvSpPr>
        <p:spPr>
          <a:xfrm>
            <a:off x="12010103" y="1694835"/>
            <a:ext cx="1295400" cy="762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E858B5-41CD-4942-86AE-B2AFB2FFD414}"/>
              </a:ext>
            </a:extLst>
          </p:cNvPr>
          <p:cNvSpPr txBox="1"/>
          <p:nvPr/>
        </p:nvSpPr>
        <p:spPr>
          <a:xfrm>
            <a:off x="6599903" y="1228015"/>
            <a:ext cx="4386412" cy="7170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Speech Bubble: Oval 16">
            <a:extLst>
              <a:ext uri="{FF2B5EF4-FFF2-40B4-BE49-F238E27FC236}">
                <a16:creationId xmlns:a16="http://schemas.microsoft.com/office/drawing/2014/main" id="{BE2CFF53-270B-40C8-89A7-A12598CDC757}"/>
              </a:ext>
            </a:extLst>
          </p:cNvPr>
          <p:cNvSpPr/>
          <p:nvPr/>
        </p:nvSpPr>
        <p:spPr>
          <a:xfrm>
            <a:off x="14838722" y="5662766"/>
            <a:ext cx="3112524" cy="2208571"/>
          </a:xfrm>
          <a:prstGeom prst="wedgeEllipse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Will work on this Sector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CA4900-D95E-4AB5-88CC-EC80CEFE3799}"/>
              </a:ext>
            </a:extLst>
          </p:cNvPr>
          <p:cNvSpPr/>
          <p:nvPr/>
        </p:nvSpPr>
        <p:spPr>
          <a:xfrm>
            <a:off x="7383410" y="2844238"/>
            <a:ext cx="2743200" cy="1673942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ACO Model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(Proposed Model)</a:t>
            </a:r>
          </a:p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411374-84D5-41F6-ACB3-63EC977F0CF3}"/>
              </a:ext>
            </a:extLst>
          </p:cNvPr>
          <p:cNvSpPr/>
          <p:nvPr/>
        </p:nvSpPr>
        <p:spPr>
          <a:xfrm>
            <a:off x="7105936" y="4813409"/>
            <a:ext cx="3455138" cy="2631548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Chaos based Theory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Cost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DTW Patterns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PSO/GA Parameter Tuning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Pheromone Update</a:t>
            </a:r>
          </a:p>
          <a:p>
            <a:pPr algn="ctr"/>
            <a:endParaRPr lang="en-US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DC92924-8243-4892-B41D-56818539164D}"/>
              </a:ext>
            </a:extLst>
          </p:cNvPr>
          <p:cNvSpPr/>
          <p:nvPr/>
        </p:nvSpPr>
        <p:spPr>
          <a:xfrm>
            <a:off x="10986315" y="8075971"/>
            <a:ext cx="4838986" cy="409268"/>
          </a:xfrm>
          <a:prstGeom prst="rightArrow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34C3EA-BB72-4C58-838E-195E74611D60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  <p:grpSp>
        <p:nvGrpSpPr>
          <p:cNvPr id="18" name="Group 14">
            <a:extLst>
              <a:ext uri="{FF2B5EF4-FFF2-40B4-BE49-F238E27FC236}">
                <a16:creationId xmlns:a16="http://schemas.microsoft.com/office/drawing/2014/main" id="{26434553-2F8D-47F5-B071-554D2501BAAD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19" name="Group 15">
              <a:extLst>
                <a:ext uri="{FF2B5EF4-FFF2-40B4-BE49-F238E27FC236}">
                  <a16:creationId xmlns:a16="http://schemas.microsoft.com/office/drawing/2014/main" id="{9A994243-0D68-4B4E-993D-9A371FFE3B02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22" name="Freeform 16">
                <a:extLst>
                  <a:ext uri="{FF2B5EF4-FFF2-40B4-BE49-F238E27FC236}">
                    <a16:creationId xmlns:a16="http://schemas.microsoft.com/office/drawing/2014/main" id="{C0217E14-914F-465C-A157-148B8C85FAA1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25" name="TextBox 17">
                <a:extLst>
                  <a:ext uri="{FF2B5EF4-FFF2-40B4-BE49-F238E27FC236}">
                    <a16:creationId xmlns:a16="http://schemas.microsoft.com/office/drawing/2014/main" id="{3237ADA0-EDB2-44DB-AD47-85789E30A2FA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21" name="TextBox 18">
              <a:extLst>
                <a:ext uri="{FF2B5EF4-FFF2-40B4-BE49-F238E27FC236}">
                  <a16:creationId xmlns:a16="http://schemas.microsoft.com/office/drawing/2014/main" id="{46D3A6DC-31F4-4722-BEB7-6063D904C66F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12/23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5269617-324E-46E0-9E30-CDB3C4D8F411}"/>
              </a:ext>
            </a:extLst>
          </p:cNvPr>
          <p:cNvSpPr/>
          <p:nvPr/>
        </p:nvSpPr>
        <p:spPr>
          <a:xfrm>
            <a:off x="2596863" y="8629636"/>
            <a:ext cx="13780609" cy="747193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4 : </a:t>
            </a:r>
            <a:r>
              <a:rPr lang="en-GB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Scope - Proposed ACO Enhancement Components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89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96"/>
    </mc:Choice>
    <mc:Fallback xmlns="">
      <p:transition spd="slow" advTm="419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D98414BA-7FB9-4DCF-906D-B32DB17D7635}"/>
              </a:ext>
            </a:extLst>
          </p:cNvPr>
          <p:cNvSpPr/>
          <p:nvPr/>
        </p:nvSpPr>
        <p:spPr>
          <a:xfrm>
            <a:off x="5237692" y="66454"/>
            <a:ext cx="8696023" cy="8425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Methodology(Contd.)</a:t>
            </a:r>
          </a:p>
        </p:txBody>
      </p:sp>
      <p:sp>
        <p:nvSpPr>
          <p:cNvPr id="22" name="Flowchart: Decision 21">
            <a:extLst>
              <a:ext uri="{FF2B5EF4-FFF2-40B4-BE49-F238E27FC236}">
                <a16:creationId xmlns:a16="http://schemas.microsoft.com/office/drawing/2014/main" id="{49118C74-C687-49CC-8035-F1BB25AD502B}"/>
              </a:ext>
            </a:extLst>
          </p:cNvPr>
          <p:cNvSpPr/>
          <p:nvPr/>
        </p:nvSpPr>
        <p:spPr>
          <a:xfrm>
            <a:off x="8180570" y="7464488"/>
            <a:ext cx="4184596" cy="1041044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Termination Condition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0627720-5E2A-4719-A228-B083748A9B95}"/>
              </a:ext>
            </a:extLst>
          </p:cNvPr>
          <p:cNvSpPr/>
          <p:nvPr/>
        </p:nvSpPr>
        <p:spPr>
          <a:xfrm>
            <a:off x="3490156" y="7548593"/>
            <a:ext cx="4148606" cy="8334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7E9A75-9BC2-4995-B59D-93B3C51324EC}"/>
              </a:ext>
            </a:extLst>
          </p:cNvPr>
          <p:cNvSpPr txBox="1"/>
          <p:nvPr/>
        </p:nvSpPr>
        <p:spPr>
          <a:xfrm>
            <a:off x="7638762" y="8039858"/>
            <a:ext cx="14877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43016CE-CD9D-40D5-A55C-1E7A3553874B}"/>
              </a:ext>
            </a:extLst>
          </p:cNvPr>
          <p:cNvSpPr/>
          <p:nvPr/>
        </p:nvSpPr>
        <p:spPr>
          <a:xfrm>
            <a:off x="2362199" y="8585045"/>
            <a:ext cx="14856029" cy="925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5 : </a:t>
            </a:r>
            <a:r>
              <a:rPr lang="en-GB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 of the Proposed Improved ACO Methodology</a:t>
            </a:r>
            <a:endParaRPr lang="en-GB" sz="320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8C597D-E3CA-4683-9DDF-2B371E80A0A1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CSE   4000 :PROJECT/THESIS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Group 14">
            <a:extLst>
              <a:ext uri="{FF2B5EF4-FFF2-40B4-BE49-F238E27FC236}">
                <a16:creationId xmlns:a16="http://schemas.microsoft.com/office/drawing/2014/main" id="{3411D4E0-0E60-43BA-AC96-178BE466608D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44" name="Group 15">
              <a:extLst>
                <a:ext uri="{FF2B5EF4-FFF2-40B4-BE49-F238E27FC236}">
                  <a16:creationId xmlns:a16="http://schemas.microsoft.com/office/drawing/2014/main" id="{9E4EEB75-6A6A-4224-B52F-F2B6A1507E60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47" name="Freeform 16">
                <a:extLst>
                  <a:ext uri="{FF2B5EF4-FFF2-40B4-BE49-F238E27FC236}">
                    <a16:creationId xmlns:a16="http://schemas.microsoft.com/office/drawing/2014/main" id="{6F9A8344-F728-4C89-9B24-CA447247E24A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48" name="TextBox 17">
                <a:extLst>
                  <a:ext uri="{FF2B5EF4-FFF2-40B4-BE49-F238E27FC236}">
                    <a16:creationId xmlns:a16="http://schemas.microsoft.com/office/drawing/2014/main" id="{C5004FB8-BEA1-40FF-AF3B-3E5BD4E2212F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5" name="TextBox 18">
              <a:extLst>
                <a:ext uri="{FF2B5EF4-FFF2-40B4-BE49-F238E27FC236}">
                  <a16:creationId xmlns:a16="http://schemas.microsoft.com/office/drawing/2014/main" id="{87E053BA-4218-469A-9A0F-CBE425AE51BF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13/23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97E8B267-9E63-4393-B01D-FCF476699A00}"/>
              </a:ext>
            </a:extLst>
          </p:cNvPr>
          <p:cNvSpPr/>
          <p:nvPr/>
        </p:nvSpPr>
        <p:spPr>
          <a:xfrm>
            <a:off x="628213" y="1561186"/>
            <a:ext cx="4089492" cy="718633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6E5C32-EDEF-4B5F-B985-67E479EB6399}"/>
              </a:ext>
            </a:extLst>
          </p:cNvPr>
          <p:cNvSpPr/>
          <p:nvPr/>
        </p:nvSpPr>
        <p:spPr>
          <a:xfrm>
            <a:off x="342900" y="2699021"/>
            <a:ext cx="4660119" cy="9581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Parameters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(Chaos Based)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3544228-80AF-47D0-B9A4-F352AA3753CD}"/>
              </a:ext>
            </a:extLst>
          </p:cNvPr>
          <p:cNvGrpSpPr/>
          <p:nvPr/>
        </p:nvGrpSpPr>
        <p:grpSpPr>
          <a:xfrm>
            <a:off x="7659386" y="1513169"/>
            <a:ext cx="4520762" cy="4536494"/>
            <a:chOff x="8856377" y="2019300"/>
            <a:chExt cx="3737517" cy="586816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4F682F-1D4B-4327-9E67-BAD4CA447C74}"/>
                </a:ext>
              </a:extLst>
            </p:cNvPr>
            <p:cNvSpPr/>
            <p:nvPr/>
          </p:nvSpPr>
          <p:spPr>
            <a:xfrm>
              <a:off x="8860094" y="2019300"/>
              <a:ext cx="3733800" cy="1219200"/>
            </a:xfrm>
            <a:prstGeom prst="rect">
              <a:avLst/>
            </a:prstGeom>
            <a:solidFill>
              <a:srgbClr val="99FF99"/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DTW Traffic Pattern Analysis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C903718-A675-4B48-84E6-1E46D20EC8B8}"/>
                </a:ext>
              </a:extLst>
            </p:cNvPr>
            <p:cNvSpPr/>
            <p:nvPr/>
          </p:nvSpPr>
          <p:spPr>
            <a:xfrm>
              <a:off x="8860094" y="3621823"/>
              <a:ext cx="3733800" cy="12192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Calculate Congestion Cost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E883DA6-872D-40F7-8F53-2110E1DEFE09}"/>
                </a:ext>
              </a:extLst>
            </p:cNvPr>
            <p:cNvSpPr/>
            <p:nvPr/>
          </p:nvSpPr>
          <p:spPr>
            <a:xfrm>
              <a:off x="8860094" y="5121128"/>
              <a:ext cx="3733800" cy="12192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Trasistion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Rule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7D1BF2A-7266-47E5-A0A2-744A47984836}"/>
                </a:ext>
              </a:extLst>
            </p:cNvPr>
            <p:cNvSpPr/>
            <p:nvPr/>
          </p:nvSpPr>
          <p:spPr>
            <a:xfrm>
              <a:off x="8856377" y="6668268"/>
              <a:ext cx="3733800" cy="1219200"/>
            </a:xfrm>
            <a:prstGeom prst="rect">
              <a:avLst/>
            </a:prstGeom>
            <a:solidFill>
              <a:srgbClr val="FFCCCC"/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 &amp; Global Pheromone</a:t>
              </a:r>
            </a:p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Update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46E0EEF-1C07-461B-AD48-0662DD0D40DF}"/>
              </a:ext>
            </a:extLst>
          </p:cNvPr>
          <p:cNvSpPr txBox="1"/>
          <p:nvPr/>
        </p:nvSpPr>
        <p:spPr>
          <a:xfrm>
            <a:off x="7380630" y="997404"/>
            <a:ext cx="6189633" cy="621356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9A8BDD-4042-48B0-92AF-01EDE5917E20}"/>
              </a:ext>
            </a:extLst>
          </p:cNvPr>
          <p:cNvSpPr/>
          <p:nvPr/>
        </p:nvSpPr>
        <p:spPr>
          <a:xfrm>
            <a:off x="8071896" y="6298735"/>
            <a:ext cx="4516266" cy="9425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PSO/GA Parameter Tuning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A455CB5-9232-4DC9-AB10-C6D6DBAD9813}"/>
              </a:ext>
            </a:extLst>
          </p:cNvPr>
          <p:cNvSpPr/>
          <p:nvPr/>
        </p:nvSpPr>
        <p:spPr>
          <a:xfrm>
            <a:off x="13853637" y="7246673"/>
            <a:ext cx="1236356" cy="7186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501FE71-0E5E-49A1-9012-ECB41F8D2FC4}"/>
              </a:ext>
            </a:extLst>
          </p:cNvPr>
          <p:cNvCxnSpPr>
            <a:cxnSpLocks/>
            <a:stCxn id="2" idx="4"/>
          </p:cNvCxnSpPr>
          <p:nvPr/>
        </p:nvCxnSpPr>
        <p:spPr>
          <a:xfrm>
            <a:off x="2672959" y="2279818"/>
            <a:ext cx="0" cy="472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894414A-34CE-4456-AC8D-BAA1FD89B1CB}"/>
              </a:ext>
            </a:extLst>
          </p:cNvPr>
          <p:cNvCxnSpPr/>
          <p:nvPr/>
        </p:nvCxnSpPr>
        <p:spPr>
          <a:xfrm>
            <a:off x="10167384" y="2505672"/>
            <a:ext cx="0" cy="308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D12C3D7-397E-48E0-94EA-0F2A5BFEC9BB}"/>
              </a:ext>
            </a:extLst>
          </p:cNvPr>
          <p:cNvCxnSpPr>
            <a:cxnSpLocks/>
            <a:stCxn id="18" idx="1"/>
          </p:cNvCxnSpPr>
          <p:nvPr/>
        </p:nvCxnSpPr>
        <p:spPr>
          <a:xfrm flipV="1">
            <a:off x="7380630" y="2310311"/>
            <a:ext cx="1" cy="179387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BD7A637-3977-4F71-B963-D8477708E85A}"/>
              </a:ext>
            </a:extLst>
          </p:cNvPr>
          <p:cNvCxnSpPr/>
          <p:nvPr/>
        </p:nvCxnSpPr>
        <p:spPr>
          <a:xfrm flipV="1">
            <a:off x="13570263" y="2495590"/>
            <a:ext cx="0" cy="239792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A589B1D-B0C3-46DF-A8C4-FBE7231B7215}"/>
              </a:ext>
            </a:extLst>
          </p:cNvPr>
          <p:cNvCxnSpPr>
            <a:cxnSpLocks/>
          </p:cNvCxnSpPr>
          <p:nvPr/>
        </p:nvCxnSpPr>
        <p:spPr>
          <a:xfrm>
            <a:off x="10167384" y="6049663"/>
            <a:ext cx="0" cy="249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4C9BC49-E8ED-4DA4-B06C-D046646010C2}"/>
              </a:ext>
            </a:extLst>
          </p:cNvPr>
          <p:cNvCxnSpPr>
            <a:cxnSpLocks/>
            <a:stCxn id="22" idx="1"/>
            <a:endCxn id="41" idx="6"/>
          </p:cNvCxnSpPr>
          <p:nvPr/>
        </p:nvCxnSpPr>
        <p:spPr>
          <a:xfrm flipH="1" flipV="1">
            <a:off x="7638762" y="7965306"/>
            <a:ext cx="541808" cy="19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5D10FE7-B6D0-4646-A9BC-828A454F9858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12365166" y="7984042"/>
            <a:ext cx="1246917" cy="9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7A7EA4A-9BFD-43AF-BCA1-D7DD680F0A1C}"/>
              </a:ext>
            </a:extLst>
          </p:cNvPr>
          <p:cNvCxnSpPr/>
          <p:nvPr/>
        </p:nvCxnSpPr>
        <p:spPr>
          <a:xfrm flipV="1">
            <a:off x="13570263" y="7210969"/>
            <a:ext cx="0" cy="754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699879C-7FAE-4ACD-B933-DA7B387A6774}"/>
              </a:ext>
            </a:extLst>
          </p:cNvPr>
          <p:cNvCxnSpPr/>
          <p:nvPr/>
        </p:nvCxnSpPr>
        <p:spPr>
          <a:xfrm>
            <a:off x="10167384" y="997404"/>
            <a:ext cx="0" cy="563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2D46A09-9E5E-46FB-8619-F1FEBA3748E5}"/>
              </a:ext>
            </a:extLst>
          </p:cNvPr>
          <p:cNvCxnSpPr/>
          <p:nvPr/>
        </p:nvCxnSpPr>
        <p:spPr>
          <a:xfrm>
            <a:off x="10167384" y="4853619"/>
            <a:ext cx="0" cy="253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0FB998D8-17E9-40B2-B221-124778D3E044}"/>
              </a:ext>
            </a:extLst>
          </p:cNvPr>
          <p:cNvCxnSpPr/>
          <p:nvPr/>
        </p:nvCxnSpPr>
        <p:spPr>
          <a:xfrm>
            <a:off x="10167384" y="7241260"/>
            <a:ext cx="0" cy="307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18D7E3FD-8463-46B3-8647-3F3076A28635}"/>
              </a:ext>
            </a:extLst>
          </p:cNvPr>
          <p:cNvCxnSpPr>
            <a:stCxn id="3" idx="2"/>
          </p:cNvCxnSpPr>
          <p:nvPr/>
        </p:nvCxnSpPr>
        <p:spPr>
          <a:xfrm rot="16200000" flipH="1">
            <a:off x="4588444" y="1741714"/>
            <a:ext cx="876702" cy="47076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3480F00-6CDD-430A-8555-436228A00438}"/>
              </a:ext>
            </a:extLst>
          </p:cNvPr>
          <p:cNvCxnSpPr/>
          <p:nvPr/>
        </p:nvCxnSpPr>
        <p:spPr>
          <a:xfrm>
            <a:off x="10167384" y="3694554"/>
            <a:ext cx="0" cy="216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67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508"/>
    </mc:Choice>
    <mc:Fallback xmlns="">
      <p:transition spd="slow" advTm="42508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6F83C8-E161-40FC-A926-1059E7B13622}"/>
              </a:ext>
            </a:extLst>
          </p:cNvPr>
          <p:cNvSpPr/>
          <p:nvPr/>
        </p:nvSpPr>
        <p:spPr>
          <a:xfrm>
            <a:off x="4589497" y="495300"/>
            <a:ext cx="8382000" cy="1295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Flowchart of  Improved ACO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434490-FDD2-4585-B383-339B97837BFD}"/>
              </a:ext>
            </a:extLst>
          </p:cNvPr>
          <p:cNvSpPr txBox="1"/>
          <p:nvPr/>
        </p:nvSpPr>
        <p:spPr>
          <a:xfrm>
            <a:off x="5181600" y="3086100"/>
            <a:ext cx="105918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Chaos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initialization enhances solution diversity</a:t>
            </a:r>
          </a:p>
          <a:p>
            <a:pPr>
              <a:lnSpc>
                <a:spcPct val="15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DTW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traffic patterns</a:t>
            </a:r>
          </a:p>
          <a:p>
            <a:pPr>
              <a:lnSpc>
                <a:spcPct val="15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cost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using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density,time,capacity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Pheromone updates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path selection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PSO/GA tunes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until convergence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8DFD2A-37DF-4029-9903-341D0ED6C2E8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  <p:grpSp>
        <p:nvGrpSpPr>
          <p:cNvPr id="7" name="Group 14">
            <a:extLst>
              <a:ext uri="{FF2B5EF4-FFF2-40B4-BE49-F238E27FC236}">
                <a16:creationId xmlns:a16="http://schemas.microsoft.com/office/drawing/2014/main" id="{3E228EFD-7E50-4008-BB5F-835DA601B2F7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8" name="Group 15">
              <a:extLst>
                <a:ext uri="{FF2B5EF4-FFF2-40B4-BE49-F238E27FC236}">
                  <a16:creationId xmlns:a16="http://schemas.microsoft.com/office/drawing/2014/main" id="{5B2E0313-16E0-47A3-AB50-D03A6DDDF984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0" name="Freeform 16">
                <a:extLst>
                  <a:ext uri="{FF2B5EF4-FFF2-40B4-BE49-F238E27FC236}">
                    <a16:creationId xmlns:a16="http://schemas.microsoft.com/office/drawing/2014/main" id="{3F92EA75-C20A-4877-8825-85619A886943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7">
                <a:extLst>
                  <a:ext uri="{FF2B5EF4-FFF2-40B4-BE49-F238E27FC236}">
                    <a16:creationId xmlns:a16="http://schemas.microsoft.com/office/drawing/2014/main" id="{449F75F0-9102-4FA0-BD85-7291709A543A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9" name="TextBox 18">
              <a:extLst>
                <a:ext uri="{FF2B5EF4-FFF2-40B4-BE49-F238E27FC236}">
                  <a16:creationId xmlns:a16="http://schemas.microsoft.com/office/drawing/2014/main" id="{A0D280DA-EE84-4AE4-8A18-1C3A98106160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14/23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758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D39A568-707D-4700-8EF4-874600E14515}"/>
              </a:ext>
            </a:extLst>
          </p:cNvPr>
          <p:cNvGrpSpPr/>
          <p:nvPr/>
        </p:nvGrpSpPr>
        <p:grpSpPr>
          <a:xfrm>
            <a:off x="199361" y="1028700"/>
            <a:ext cx="17889278" cy="7017068"/>
            <a:chOff x="381000" y="495300"/>
            <a:chExt cx="17889278" cy="701706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AF4520B-6AA2-4BC6-BE82-CB5792A62D82}"/>
                </a:ext>
              </a:extLst>
            </p:cNvPr>
            <p:cNvSpPr/>
            <p:nvPr/>
          </p:nvSpPr>
          <p:spPr>
            <a:xfrm>
              <a:off x="6019800" y="495300"/>
              <a:ext cx="6743700" cy="79270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Contributions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1EEA4E5-CE8E-4369-9463-C25963FD67CC}"/>
                </a:ext>
              </a:extLst>
            </p:cNvPr>
            <p:cNvSpPr txBox="1"/>
            <p:nvPr/>
          </p:nvSpPr>
          <p:spPr>
            <a:xfrm>
              <a:off x="4038600" y="1866900"/>
              <a:ext cx="1005840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  <a:p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  <a:p>
              <a:endParaRPr lang="en-US" altLang="en-US" dirty="0">
                <a:latin typeface="Arial" panose="020B0604020202020204" pitchFamily="34" charset="0"/>
              </a:endParaRPr>
            </a:p>
            <a:p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F3F8F7-FD47-4E83-AEDA-64D1EE32368C}"/>
                </a:ext>
              </a:extLst>
            </p:cNvPr>
            <p:cNvSpPr txBox="1"/>
            <p:nvPr/>
          </p:nvSpPr>
          <p:spPr>
            <a:xfrm>
              <a:off x="381000" y="2095500"/>
              <a:ext cx="11125200" cy="54168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lnSpc>
                  <a:spcPct val="200000"/>
                </a:lnSpc>
                <a:buFont typeface="Wingdings" panose="05000000000000000000" pitchFamily="2" charset="2"/>
                <a:buChar char="Ø"/>
              </a:pPr>
              <a:r>
                <a:rPr kumimoji="0" lang="en-US" alt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Multi-factor ACO framework </a:t>
              </a:r>
              <a:r>
                <a:rPr kumimoji="0" lang="en-US" altLang="en-US" sz="32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with congestion integration</a:t>
              </a:r>
            </a:p>
            <a:p>
              <a:pPr marL="457200" indent="-457200">
                <a:lnSpc>
                  <a:spcPct val="200000"/>
                </a:lnSpc>
                <a:buFont typeface="Wingdings" panose="05000000000000000000" pitchFamily="2" charset="2"/>
                <a:buChar char="Ø"/>
              </a:pPr>
              <a:r>
                <a:rPr kumimoji="0" lang="en-US" alt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Chaos initialization</a:t>
              </a:r>
              <a:r>
                <a:rPr kumimoji="0" lang="en-US" altLang="en-US" sz="32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</a:t>
              </a:r>
              <a:r>
                <a:rPr kumimoji="0" lang="en-US" alt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DTW</a:t>
              </a:r>
              <a:r>
                <a:rPr kumimoji="0" lang="en-US" altLang="en-US" sz="32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improve performance </a:t>
              </a:r>
            </a:p>
            <a:p>
              <a:pPr marL="457200" indent="-457200">
                <a:lnSpc>
                  <a:spcPct val="200000"/>
                </a:lnSpc>
                <a:buFont typeface="Wingdings" panose="05000000000000000000" pitchFamily="2" charset="2"/>
                <a:buChar char="Ø"/>
              </a:pPr>
              <a:r>
                <a:rPr kumimoji="0" lang="en-US" alt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Dynamic pheromone updates </a:t>
              </a:r>
              <a:r>
                <a:rPr kumimoji="0" lang="en-US" altLang="en-US" sz="32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for real-time routing </a:t>
              </a:r>
            </a:p>
            <a:p>
              <a:pPr marL="457200" indent="-457200">
                <a:lnSpc>
                  <a:spcPct val="200000"/>
                </a:lnSpc>
                <a:buFont typeface="Wingdings" panose="05000000000000000000" pitchFamily="2" charset="2"/>
                <a:buChar char="Ø"/>
              </a:pPr>
              <a:r>
                <a:rPr kumimoji="0" lang="en-US" altLang="en-US" sz="32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Superior results vs classical ACO validated </a:t>
              </a:r>
            </a:p>
            <a:p>
              <a:endPara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230CDF8-8153-4879-B788-A088AC609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26577" y="1443990"/>
              <a:ext cx="6743701" cy="590931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4C8F360-CB62-467E-9F29-343D8BD67DAE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  <p:grpSp>
        <p:nvGrpSpPr>
          <p:cNvPr id="9" name="Group 14">
            <a:extLst>
              <a:ext uri="{FF2B5EF4-FFF2-40B4-BE49-F238E27FC236}">
                <a16:creationId xmlns:a16="http://schemas.microsoft.com/office/drawing/2014/main" id="{A0A8D452-B673-4B41-B953-B50ECE42843D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10" name="Group 15">
              <a:extLst>
                <a:ext uri="{FF2B5EF4-FFF2-40B4-BE49-F238E27FC236}">
                  <a16:creationId xmlns:a16="http://schemas.microsoft.com/office/drawing/2014/main" id="{C69B1EBF-148A-4AD6-B085-7EA0F2D697B0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2" name="Freeform 16">
                <a:extLst>
                  <a:ext uri="{FF2B5EF4-FFF2-40B4-BE49-F238E27FC236}">
                    <a16:creationId xmlns:a16="http://schemas.microsoft.com/office/drawing/2014/main" id="{69553CEE-66DC-4B1E-A2C9-BFD7C38B7306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3" name="TextBox 17">
                <a:extLst>
                  <a:ext uri="{FF2B5EF4-FFF2-40B4-BE49-F238E27FC236}">
                    <a16:creationId xmlns:a16="http://schemas.microsoft.com/office/drawing/2014/main" id="{C462C22A-BC04-49EE-88A3-1FFB69D573A4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11" name="TextBox 18">
              <a:extLst>
                <a:ext uri="{FF2B5EF4-FFF2-40B4-BE49-F238E27FC236}">
                  <a16:creationId xmlns:a16="http://schemas.microsoft.com/office/drawing/2014/main" id="{E6F944E3-30D4-4BFC-A4D5-862DBF56BD87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15/23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2118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9908BD4-95E7-4915-9D87-2E18A7883C8B}"/>
              </a:ext>
            </a:extLst>
          </p:cNvPr>
          <p:cNvSpPr txBox="1">
            <a:spLocks/>
          </p:cNvSpPr>
          <p:nvPr/>
        </p:nvSpPr>
        <p:spPr>
          <a:xfrm>
            <a:off x="4038600" y="2019300"/>
            <a:ext cx="10515600" cy="132556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 defTabSz="13716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kern="1200" spc="-75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Studies</a:t>
            </a:r>
          </a:p>
        </p:txBody>
      </p:sp>
      <p:pic>
        <p:nvPicPr>
          <p:cNvPr id="4" name="Picture 2" descr="Why Scientists Should Celebrate Failed Experiments | Time">
            <a:extLst>
              <a:ext uri="{FF2B5EF4-FFF2-40B4-BE49-F238E27FC236}">
                <a16:creationId xmlns:a16="http://schemas.microsoft.com/office/drawing/2014/main" id="{1F9BF8AF-8DFD-4F5A-A72A-865710F91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350306"/>
            <a:ext cx="8991600" cy="4389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7115AC-7E32-4B10-803F-74C378E4AB56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  <p:grpSp>
        <p:nvGrpSpPr>
          <p:cNvPr id="6" name="Group 14">
            <a:extLst>
              <a:ext uri="{FF2B5EF4-FFF2-40B4-BE49-F238E27FC236}">
                <a16:creationId xmlns:a16="http://schemas.microsoft.com/office/drawing/2014/main" id="{0217CF3A-E929-4831-A1B1-65903EF0DDD7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7" name="Group 15">
              <a:extLst>
                <a:ext uri="{FF2B5EF4-FFF2-40B4-BE49-F238E27FC236}">
                  <a16:creationId xmlns:a16="http://schemas.microsoft.com/office/drawing/2014/main" id="{B6A3D2F9-4955-406C-9AEB-16CAD0D4BE96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9" name="Freeform 16">
                <a:extLst>
                  <a:ext uri="{FF2B5EF4-FFF2-40B4-BE49-F238E27FC236}">
                    <a16:creationId xmlns:a16="http://schemas.microsoft.com/office/drawing/2014/main" id="{CA89DF15-7FF1-4F83-81F6-342535BA4B6D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0" name="TextBox 17">
                <a:extLst>
                  <a:ext uri="{FF2B5EF4-FFF2-40B4-BE49-F238E27FC236}">
                    <a16:creationId xmlns:a16="http://schemas.microsoft.com/office/drawing/2014/main" id="{2C1AA448-0DEE-4EF8-8D84-FE9D9B477420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8" name="TextBox 18">
              <a:extLst>
                <a:ext uri="{FF2B5EF4-FFF2-40B4-BE49-F238E27FC236}">
                  <a16:creationId xmlns:a16="http://schemas.microsoft.com/office/drawing/2014/main" id="{7FCF5721-460A-400A-ACE7-300E05E262CA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16/23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421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52"/>
    </mc:Choice>
    <mc:Fallback xmlns="">
      <p:transition spd="slow" advTm="1552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C6BEF1-FAA8-4FF5-9802-FE2E9961297A}"/>
              </a:ext>
            </a:extLst>
          </p:cNvPr>
          <p:cNvSpPr/>
          <p:nvPr/>
        </p:nvSpPr>
        <p:spPr>
          <a:xfrm>
            <a:off x="4589497" y="495300"/>
            <a:ext cx="8382000" cy="9328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7649DA1-CDE2-42EA-A7BC-5C6E6BE32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433975"/>
              </p:ext>
            </p:extLst>
          </p:nvPr>
        </p:nvGraphicFramePr>
        <p:xfrm>
          <a:off x="397330" y="2151018"/>
          <a:ext cx="17509670" cy="2796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453">
                  <a:extLst>
                    <a:ext uri="{9D8B030D-6E8A-4147-A177-3AD203B41FA5}">
                      <a16:colId xmlns:a16="http://schemas.microsoft.com/office/drawing/2014/main" val="30027759"/>
                    </a:ext>
                  </a:extLst>
                </a:gridCol>
                <a:gridCol w="2960332">
                  <a:extLst>
                    <a:ext uri="{9D8B030D-6E8A-4147-A177-3AD203B41FA5}">
                      <a16:colId xmlns:a16="http://schemas.microsoft.com/office/drawing/2014/main" val="2238006970"/>
                    </a:ext>
                  </a:extLst>
                </a:gridCol>
                <a:gridCol w="1834944">
                  <a:extLst>
                    <a:ext uri="{9D8B030D-6E8A-4147-A177-3AD203B41FA5}">
                      <a16:colId xmlns:a16="http://schemas.microsoft.com/office/drawing/2014/main" val="1741730020"/>
                    </a:ext>
                  </a:extLst>
                </a:gridCol>
                <a:gridCol w="1491717">
                  <a:extLst>
                    <a:ext uri="{9D8B030D-6E8A-4147-A177-3AD203B41FA5}">
                      <a16:colId xmlns:a16="http://schemas.microsoft.com/office/drawing/2014/main" val="3757413856"/>
                    </a:ext>
                  </a:extLst>
                </a:gridCol>
                <a:gridCol w="1634288">
                  <a:extLst>
                    <a:ext uri="{9D8B030D-6E8A-4147-A177-3AD203B41FA5}">
                      <a16:colId xmlns:a16="http://schemas.microsoft.com/office/drawing/2014/main" val="2269142823"/>
                    </a:ext>
                  </a:extLst>
                </a:gridCol>
                <a:gridCol w="1454754">
                  <a:extLst>
                    <a:ext uri="{9D8B030D-6E8A-4147-A177-3AD203B41FA5}">
                      <a16:colId xmlns:a16="http://schemas.microsoft.com/office/drawing/2014/main" val="164762237"/>
                    </a:ext>
                  </a:extLst>
                </a:gridCol>
                <a:gridCol w="1663330">
                  <a:extLst>
                    <a:ext uri="{9D8B030D-6E8A-4147-A177-3AD203B41FA5}">
                      <a16:colId xmlns:a16="http://schemas.microsoft.com/office/drawing/2014/main" val="711407516"/>
                    </a:ext>
                  </a:extLst>
                </a:gridCol>
                <a:gridCol w="2594267">
                  <a:extLst>
                    <a:ext uri="{9D8B030D-6E8A-4147-A177-3AD203B41FA5}">
                      <a16:colId xmlns:a16="http://schemas.microsoft.com/office/drawing/2014/main" val="3999553914"/>
                    </a:ext>
                  </a:extLst>
                </a:gridCol>
                <a:gridCol w="1925585">
                  <a:extLst>
                    <a:ext uri="{9D8B030D-6E8A-4147-A177-3AD203B41FA5}">
                      <a16:colId xmlns:a16="http://schemas.microsoft.com/office/drawing/2014/main" val="1439955869"/>
                    </a:ext>
                  </a:extLst>
                </a:gridCol>
              </a:tblGrid>
              <a:tr h="1059448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Depot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738038"/>
                  </a:ext>
                </a:extLst>
              </a:tr>
              <a:tr h="168375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Solomon VRPTW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Vehicle Routing with Time Windows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per instance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Euclidean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Congestion-aware routing evaluation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347260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522587-4782-4AFD-B56B-7E08E084F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957338"/>
              </p:ext>
            </p:extLst>
          </p:nvPr>
        </p:nvGraphicFramePr>
        <p:xfrm>
          <a:off x="277761" y="5713737"/>
          <a:ext cx="1750967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333">
                  <a:extLst>
                    <a:ext uri="{9D8B030D-6E8A-4147-A177-3AD203B41FA5}">
                      <a16:colId xmlns:a16="http://schemas.microsoft.com/office/drawing/2014/main" val="30027759"/>
                    </a:ext>
                  </a:extLst>
                </a:gridCol>
                <a:gridCol w="2963185">
                  <a:extLst>
                    <a:ext uri="{9D8B030D-6E8A-4147-A177-3AD203B41FA5}">
                      <a16:colId xmlns:a16="http://schemas.microsoft.com/office/drawing/2014/main" val="2238006970"/>
                    </a:ext>
                  </a:extLst>
                </a:gridCol>
                <a:gridCol w="1342118">
                  <a:extLst>
                    <a:ext uri="{9D8B030D-6E8A-4147-A177-3AD203B41FA5}">
                      <a16:colId xmlns:a16="http://schemas.microsoft.com/office/drawing/2014/main" val="1741730020"/>
                    </a:ext>
                  </a:extLst>
                </a:gridCol>
                <a:gridCol w="1936493">
                  <a:extLst>
                    <a:ext uri="{9D8B030D-6E8A-4147-A177-3AD203B41FA5}">
                      <a16:colId xmlns:a16="http://schemas.microsoft.com/office/drawing/2014/main" val="3757413856"/>
                    </a:ext>
                  </a:extLst>
                </a:gridCol>
                <a:gridCol w="1859033">
                  <a:extLst>
                    <a:ext uri="{9D8B030D-6E8A-4147-A177-3AD203B41FA5}">
                      <a16:colId xmlns:a16="http://schemas.microsoft.com/office/drawing/2014/main" val="2269142823"/>
                    </a:ext>
                  </a:extLst>
                </a:gridCol>
                <a:gridCol w="1704113">
                  <a:extLst>
                    <a:ext uri="{9D8B030D-6E8A-4147-A177-3AD203B41FA5}">
                      <a16:colId xmlns:a16="http://schemas.microsoft.com/office/drawing/2014/main" val="164762237"/>
                    </a:ext>
                  </a:extLst>
                </a:gridCol>
                <a:gridCol w="1859033">
                  <a:extLst>
                    <a:ext uri="{9D8B030D-6E8A-4147-A177-3AD203B41FA5}">
                      <a16:colId xmlns:a16="http://schemas.microsoft.com/office/drawing/2014/main" val="711407516"/>
                    </a:ext>
                  </a:extLst>
                </a:gridCol>
                <a:gridCol w="1982798">
                  <a:extLst>
                    <a:ext uri="{9D8B030D-6E8A-4147-A177-3AD203B41FA5}">
                      <a16:colId xmlns:a16="http://schemas.microsoft.com/office/drawing/2014/main" val="3999553914"/>
                    </a:ext>
                  </a:extLst>
                </a:gridCol>
                <a:gridCol w="1910565">
                  <a:extLst>
                    <a:ext uri="{9D8B030D-6E8A-4147-A177-3AD203B41FA5}">
                      <a16:colId xmlns:a16="http://schemas.microsoft.com/office/drawing/2014/main" val="1439955869"/>
                    </a:ext>
                  </a:extLst>
                </a:gridCol>
              </a:tblGrid>
              <a:tr h="1059448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Nodes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Customers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Coordinates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Time Windows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 Metric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738038"/>
                  </a:ext>
                </a:extLst>
              </a:tr>
              <a:tr h="1683752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Eil51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TSPLIB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50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2D Euclidean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Extended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Uniform / Predefined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Euclidean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benchmark &amp; validation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4726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225F02C-9D43-4E7D-90D9-D2ACC515E5F4}"/>
              </a:ext>
            </a:extLst>
          </p:cNvPr>
          <p:cNvSpPr txBox="1"/>
          <p:nvPr/>
        </p:nvSpPr>
        <p:spPr>
          <a:xfrm>
            <a:off x="4038600" y="1562809"/>
            <a:ext cx="1021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 : Solomon Benchmark Dataset (VRPTW)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51D120-7C93-49F1-B72A-D217BD2542BE}"/>
              </a:ext>
            </a:extLst>
          </p:cNvPr>
          <p:cNvSpPr txBox="1"/>
          <p:nvPr/>
        </p:nvSpPr>
        <p:spPr>
          <a:xfrm>
            <a:off x="2760697" y="5128962"/>
            <a:ext cx="1021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3 : VRPTW / TSPLIB (Eil51) Dataset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F872D1-2A7D-4FD6-81AD-D8A47D3A3D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4461" y="170610"/>
            <a:ext cx="1924646" cy="19246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0A1EDC-4B85-4F0F-A532-1428DA6E6FC2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  <p:grpSp>
        <p:nvGrpSpPr>
          <p:cNvPr id="9" name="Group 14">
            <a:extLst>
              <a:ext uri="{FF2B5EF4-FFF2-40B4-BE49-F238E27FC236}">
                <a16:creationId xmlns:a16="http://schemas.microsoft.com/office/drawing/2014/main" id="{11250A3B-B810-4A6F-87CE-C3DEE4976585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10" name="Group 15">
              <a:extLst>
                <a:ext uri="{FF2B5EF4-FFF2-40B4-BE49-F238E27FC236}">
                  <a16:creationId xmlns:a16="http://schemas.microsoft.com/office/drawing/2014/main" id="{41D5D0DE-66A9-4C78-AA04-5BDFBFCC297D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2" name="Freeform 16">
                <a:extLst>
                  <a:ext uri="{FF2B5EF4-FFF2-40B4-BE49-F238E27FC236}">
                    <a16:creationId xmlns:a16="http://schemas.microsoft.com/office/drawing/2014/main" id="{D5933249-6D41-40A0-920A-B1B9A1C808F9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3" name="TextBox 17">
                <a:extLst>
                  <a:ext uri="{FF2B5EF4-FFF2-40B4-BE49-F238E27FC236}">
                    <a16:creationId xmlns:a16="http://schemas.microsoft.com/office/drawing/2014/main" id="{E4767511-E9A2-4AB6-AA2C-F317379F98B0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11" name="TextBox 18">
              <a:extLst>
                <a:ext uri="{FF2B5EF4-FFF2-40B4-BE49-F238E27FC236}">
                  <a16:creationId xmlns:a16="http://schemas.microsoft.com/office/drawing/2014/main" id="{DEAC233A-F310-4CA2-B636-182AE6E351CD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17/23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265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7"/>
    </mc:Choice>
    <mc:Fallback xmlns="">
      <p:transition spd="slow" advTm="6727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EE0AB0-1F02-438B-8238-CBC69E7BDCFB}"/>
              </a:ext>
            </a:extLst>
          </p:cNvPr>
          <p:cNvSpPr/>
          <p:nvPr/>
        </p:nvSpPr>
        <p:spPr>
          <a:xfrm>
            <a:off x="4589496" y="495300"/>
            <a:ext cx="8821703" cy="1219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&amp; Simulation Environment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52855F-5F86-475A-AC2E-1E9556F2D41F}"/>
              </a:ext>
            </a:extLst>
          </p:cNvPr>
          <p:cNvSpPr txBox="1"/>
          <p:nvPr/>
        </p:nvSpPr>
        <p:spPr>
          <a:xfrm>
            <a:off x="1447800" y="2552700"/>
            <a:ext cx="16611600" cy="5913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Simulation Platform(Expected):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32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MATLAB/Python</a:t>
            </a:r>
            <a:r>
              <a:rPr lang="en-GB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matplotlib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pandas</a:t>
            </a:r>
            <a:r>
              <a:rPr lang="en-GB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simulation environment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 ACO </a:t>
            </a:r>
            <a:r>
              <a:rPr lang="en-GB" sz="32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 </a:t>
            </a:r>
            <a:r>
              <a:rPr lang="en-GB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GB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multi-factor</a:t>
            </a:r>
            <a:r>
              <a:rPr lang="en-GB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cost modelling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Parameters: (Expected) :</a:t>
            </a:r>
            <a:endParaRPr lang="en-GB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of ants: 50–100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Pheromone decay: 0.1–0.6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Iterations: 500–1000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 intensity: Low/Medium/High congestion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77767B8-7E7A-4854-A644-46E966A49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442632-1CB5-4181-B458-FC99FD1CED7D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  <p:grpSp>
        <p:nvGrpSpPr>
          <p:cNvPr id="6" name="Group 14">
            <a:extLst>
              <a:ext uri="{FF2B5EF4-FFF2-40B4-BE49-F238E27FC236}">
                <a16:creationId xmlns:a16="http://schemas.microsoft.com/office/drawing/2014/main" id="{7586089F-19D6-4D7A-A5AF-02AE832D14D6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9" name="Group 15">
              <a:extLst>
                <a:ext uri="{FF2B5EF4-FFF2-40B4-BE49-F238E27FC236}">
                  <a16:creationId xmlns:a16="http://schemas.microsoft.com/office/drawing/2014/main" id="{9F282468-0441-4B45-9188-E2336183DD17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6">
                <a:extLst>
                  <a:ext uri="{FF2B5EF4-FFF2-40B4-BE49-F238E27FC236}">
                    <a16:creationId xmlns:a16="http://schemas.microsoft.com/office/drawing/2014/main" id="{2A24659D-6F41-4B8B-B3D1-08D859192A38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7">
                <a:extLst>
                  <a:ext uri="{FF2B5EF4-FFF2-40B4-BE49-F238E27FC236}">
                    <a16:creationId xmlns:a16="http://schemas.microsoft.com/office/drawing/2014/main" id="{79A467FD-3AEE-4A3C-B841-CD610AFFCC41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10" name="TextBox 18">
              <a:extLst>
                <a:ext uri="{FF2B5EF4-FFF2-40B4-BE49-F238E27FC236}">
                  <a16:creationId xmlns:a16="http://schemas.microsoft.com/office/drawing/2014/main" id="{9123E077-2DD8-4BF3-BC15-5C00A2D4B0E4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18/23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507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18"/>
    </mc:Choice>
    <mc:Fallback xmlns="">
      <p:transition spd="slow" advTm="19418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7DDF8E-62F0-4480-B9F7-AC5EE9AE812E}"/>
              </a:ext>
            </a:extLst>
          </p:cNvPr>
          <p:cNvSpPr/>
          <p:nvPr/>
        </p:nvSpPr>
        <p:spPr>
          <a:xfrm>
            <a:off x="5382332" y="183146"/>
            <a:ext cx="6705600" cy="856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ctr"/>
            <a:endParaRPr lang="en-US" sz="4000" b="1" dirty="0">
              <a:solidFill>
                <a:srgbClr val="0F1115"/>
              </a:solidFill>
              <a:latin typeface="quote-cjk-patch"/>
            </a:endParaRPr>
          </a:p>
          <a:p>
            <a:pPr algn="ctr"/>
            <a:endParaRPr lang="en-US" sz="4000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ctr"/>
            <a:r>
              <a:rPr lang="en-US" sz="4000" b="1" i="0" dirty="0">
                <a:solidFill>
                  <a:srgbClr val="0F1115"/>
                </a:solidFill>
                <a:effectLst/>
                <a:latin typeface="quote-cjk-patch"/>
              </a:rPr>
              <a:t>Expected Results Analysis</a:t>
            </a:r>
            <a:endParaRPr lang="en-US" sz="4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ctr"/>
            <a:br>
              <a:rPr lang="en-GB" sz="4000" dirty="0"/>
            </a:br>
            <a:r>
              <a:rPr lang="en-GB" sz="4000" b="1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</a:p>
          <a:p>
            <a:pPr algn="ctr"/>
            <a:endParaRPr lang="en-US" sz="40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7DD04CE-0892-49ED-B78A-61CC775C6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769746"/>
              </p:ext>
            </p:extLst>
          </p:nvPr>
        </p:nvGraphicFramePr>
        <p:xfrm>
          <a:off x="877836" y="1639483"/>
          <a:ext cx="16687800" cy="6553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>
                  <a:extLst>
                    <a:ext uri="{9D8B030D-6E8A-4147-A177-3AD203B41FA5}">
                      <a16:colId xmlns:a16="http://schemas.microsoft.com/office/drawing/2014/main" val="2533988356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103832933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23338213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105085788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1217445995"/>
                    </a:ext>
                  </a:extLst>
                </a:gridCol>
              </a:tblGrid>
              <a:tr h="1447800">
                <a:tc>
                  <a:txBody>
                    <a:bodyPr/>
                    <a:lstStyle/>
                    <a:p>
                      <a:pPr algn="ctr"/>
                      <a:endParaRPr lang="en-US" sz="2700" b="1" i="0" kern="1200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32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Algorithm</a:t>
                      </a:r>
                      <a:endParaRPr lang="en-US" sz="3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700" b="1" i="0" kern="1200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32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Avg. Travel Time (min)</a:t>
                      </a:r>
                      <a:endParaRPr lang="en-US" sz="3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i="0" kern="1200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32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Route Distance (km)</a:t>
                      </a:r>
                      <a:endParaRPr lang="en-US" sz="3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700" b="1" i="0" kern="1200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32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Convergence Iterations</a:t>
                      </a:r>
                      <a:endParaRPr lang="en-US" sz="3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b="1" i="0" kern="1200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32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Congestion Exposure</a:t>
                      </a:r>
                      <a:endParaRPr lang="en-US" sz="3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832278"/>
                  </a:ext>
                </a:extLst>
              </a:tr>
              <a:tr h="1209161"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Proposed I-ACO</a:t>
                      </a:r>
                    </a:p>
                    <a:p>
                      <a:pPr algn="ctr"/>
                      <a:r>
                        <a:rPr lang="en-US" sz="2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(Expected)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85.2</a:t>
                      </a:r>
                    </a:p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(Expected)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92.5</a:t>
                      </a:r>
                    </a:p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(Expected)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78</a:t>
                      </a:r>
                    </a:p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(Expected)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Low</a:t>
                      </a:r>
                    </a:p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(Expected)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696842"/>
                  </a:ext>
                </a:extLst>
              </a:tr>
              <a:tr h="1209161"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Classical ACO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112.4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118.3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240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Medium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802902"/>
                  </a:ext>
                </a:extLst>
              </a:tr>
              <a:tr h="1209161"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GA-PSACO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96.8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104.7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120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Medium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499603"/>
                  </a:ext>
                </a:extLst>
              </a:tr>
              <a:tr h="1209161"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Dijkstra/A*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124.6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132.5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760412"/>
                  </a:ext>
                </a:extLst>
              </a:tr>
            </a:tbl>
          </a:graphicData>
        </a:graphic>
      </p:graphicFrame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E1627323-20A5-4646-8DF8-E52B78195006}"/>
              </a:ext>
            </a:extLst>
          </p:cNvPr>
          <p:cNvSpPr/>
          <p:nvPr/>
        </p:nvSpPr>
        <p:spPr>
          <a:xfrm>
            <a:off x="-95373" y="8536766"/>
            <a:ext cx="17661010" cy="98654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We have to  calculate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Accuracy,precision,F1 score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 compare performance of  our proposed  model with existing models</a:t>
            </a:r>
          </a:p>
        </p:txBody>
      </p:sp>
      <p:pic>
        <p:nvPicPr>
          <p:cNvPr id="7" name="Graphic 6" descr="Lightning bolt with solid fill">
            <a:extLst>
              <a:ext uri="{FF2B5EF4-FFF2-40B4-BE49-F238E27FC236}">
                <a16:creationId xmlns:a16="http://schemas.microsoft.com/office/drawing/2014/main" id="{8CDAB2FE-2BC4-4F50-BBC0-2A6D2651A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8536766"/>
            <a:ext cx="632354" cy="6323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817D2-7E74-4DD6-9FD5-A81B1145F9C9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  <p:grpSp>
        <p:nvGrpSpPr>
          <p:cNvPr id="8" name="Group 14">
            <a:extLst>
              <a:ext uri="{FF2B5EF4-FFF2-40B4-BE49-F238E27FC236}">
                <a16:creationId xmlns:a16="http://schemas.microsoft.com/office/drawing/2014/main" id="{350B42CC-04EE-4BE7-83A1-9B20C59A4413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9" name="Group 15">
              <a:extLst>
                <a:ext uri="{FF2B5EF4-FFF2-40B4-BE49-F238E27FC236}">
                  <a16:creationId xmlns:a16="http://schemas.microsoft.com/office/drawing/2014/main" id="{4B0D4BB7-2938-407D-8B15-06B9D475EC2A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1" name="Freeform 16">
                <a:extLst>
                  <a:ext uri="{FF2B5EF4-FFF2-40B4-BE49-F238E27FC236}">
                    <a16:creationId xmlns:a16="http://schemas.microsoft.com/office/drawing/2014/main" id="{66AF6E89-08B4-4248-A07D-E2D60905CAEF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2" name="TextBox 17">
                <a:extLst>
                  <a:ext uri="{FF2B5EF4-FFF2-40B4-BE49-F238E27FC236}">
                    <a16:creationId xmlns:a16="http://schemas.microsoft.com/office/drawing/2014/main" id="{0340F5FB-24D2-4C2C-8541-8132466B6518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10" name="TextBox 18">
              <a:extLst>
                <a:ext uri="{FF2B5EF4-FFF2-40B4-BE49-F238E27FC236}">
                  <a16:creationId xmlns:a16="http://schemas.microsoft.com/office/drawing/2014/main" id="{6AA6DCD3-069A-4B3F-B338-00E92F6C2CD9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19/23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1EA620A-BC1A-4014-99E1-D379BDF61305}"/>
              </a:ext>
            </a:extLst>
          </p:cNvPr>
          <p:cNvSpPr txBox="1"/>
          <p:nvPr/>
        </p:nvSpPr>
        <p:spPr>
          <a:xfrm>
            <a:off x="3072166" y="1039464"/>
            <a:ext cx="113259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4 :</a:t>
            </a:r>
            <a:r>
              <a:rPr lang="en-GB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Expected vs. Baseline Algorithm Performance Metrics</a:t>
            </a:r>
          </a:p>
          <a:p>
            <a:b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86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038"/>
    </mc:Choice>
    <mc:Fallback xmlns="">
      <p:transition spd="slow" advTm="27038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6CCC17-FDC5-4949-933E-840F1555DBDC}"/>
              </a:ext>
            </a:extLst>
          </p:cNvPr>
          <p:cNvSpPr/>
          <p:nvPr/>
        </p:nvSpPr>
        <p:spPr>
          <a:xfrm>
            <a:off x="6019800" y="190500"/>
            <a:ext cx="7086600" cy="1295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Gantt Chart for Future workflow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A9B0C46-C422-4C7E-BC00-02662B77267D}"/>
              </a:ext>
            </a:extLst>
          </p:cNvPr>
          <p:cNvCxnSpPr/>
          <p:nvPr/>
        </p:nvCxnSpPr>
        <p:spPr>
          <a:xfrm flipV="1">
            <a:off x="3429000" y="2781300"/>
            <a:ext cx="0" cy="293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D7B3A7-3E61-430F-9040-DE2A5D88CAB1}"/>
              </a:ext>
            </a:extLst>
          </p:cNvPr>
          <p:cNvCxnSpPr/>
          <p:nvPr/>
        </p:nvCxnSpPr>
        <p:spPr>
          <a:xfrm>
            <a:off x="-2590800" y="22479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DA20F43-1B7F-42E9-B707-1A95CBA2C079}"/>
              </a:ext>
            </a:extLst>
          </p:cNvPr>
          <p:cNvSpPr/>
          <p:nvPr/>
        </p:nvSpPr>
        <p:spPr>
          <a:xfrm>
            <a:off x="4887257" y="8179686"/>
            <a:ext cx="9999697" cy="538047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6 :Gantt chart for future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46E45C-8FD5-4C76-A2C2-7FDE202B9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2039912"/>
            <a:ext cx="8496613" cy="57784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CE8717-93B3-4DAD-B016-46DDBC9CFFDF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  <p:grpSp>
        <p:nvGrpSpPr>
          <p:cNvPr id="10" name="Group 14">
            <a:extLst>
              <a:ext uri="{FF2B5EF4-FFF2-40B4-BE49-F238E27FC236}">
                <a16:creationId xmlns:a16="http://schemas.microsoft.com/office/drawing/2014/main" id="{3DDEF2C8-1500-4072-A8D4-675DF74060E6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11" name="Group 15">
              <a:extLst>
                <a:ext uri="{FF2B5EF4-FFF2-40B4-BE49-F238E27FC236}">
                  <a16:creationId xmlns:a16="http://schemas.microsoft.com/office/drawing/2014/main" id="{7705C68F-AE39-4696-95FB-39D8837E0C86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5" name="Freeform 16">
                <a:extLst>
                  <a:ext uri="{FF2B5EF4-FFF2-40B4-BE49-F238E27FC236}">
                    <a16:creationId xmlns:a16="http://schemas.microsoft.com/office/drawing/2014/main" id="{60FA053E-9205-475A-9FFF-99EFF838FEA4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6" name="TextBox 17">
                <a:extLst>
                  <a:ext uri="{FF2B5EF4-FFF2-40B4-BE49-F238E27FC236}">
                    <a16:creationId xmlns:a16="http://schemas.microsoft.com/office/drawing/2014/main" id="{53D3423C-0B24-416A-AA9C-4D9D84AB2B6C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13" name="TextBox 18">
              <a:extLst>
                <a:ext uri="{FF2B5EF4-FFF2-40B4-BE49-F238E27FC236}">
                  <a16:creationId xmlns:a16="http://schemas.microsoft.com/office/drawing/2014/main" id="{15016C6C-956A-4211-998D-149F56FE2A4D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20/23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25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87"/>
    </mc:Choice>
    <mc:Fallback xmlns="">
      <p:transition spd="slow" advTm="24187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882262-7401-4C2F-8894-5E7D80345E86}"/>
              </a:ext>
            </a:extLst>
          </p:cNvPr>
          <p:cNvSpPr/>
          <p:nvPr/>
        </p:nvSpPr>
        <p:spPr>
          <a:xfrm>
            <a:off x="6019800" y="190500"/>
            <a:ext cx="6743700" cy="7927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82C757-DF6F-4018-A37C-5A844017CB8D}"/>
              </a:ext>
            </a:extLst>
          </p:cNvPr>
          <p:cNvSpPr txBox="1"/>
          <p:nvPr/>
        </p:nvSpPr>
        <p:spPr>
          <a:xfrm>
            <a:off x="555522" y="1725454"/>
            <a:ext cx="10950677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Expected to develop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congestion-aware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ACO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 successfully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 to 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chieve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dynamic routing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erformance results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overhead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higher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 classical ACO </a:t>
            </a:r>
          </a:p>
          <a:p>
            <a:pPr marL="457200" indent="-45720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 tuning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extensive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efforts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F43AFE-D595-4912-9E34-72D78352F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280" y="2204655"/>
            <a:ext cx="6872946" cy="3722846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9AD5D4F8-48DD-4990-8DC7-4C2653B8B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B17A4-F14B-43B4-BF4D-8A23D03B6D25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  <p:grpSp>
        <p:nvGrpSpPr>
          <p:cNvPr id="9" name="Group 14">
            <a:extLst>
              <a:ext uri="{FF2B5EF4-FFF2-40B4-BE49-F238E27FC236}">
                <a16:creationId xmlns:a16="http://schemas.microsoft.com/office/drawing/2014/main" id="{52981DE8-6EF4-49E1-B6F7-39668BB4C66E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12" name="Group 15">
              <a:extLst>
                <a:ext uri="{FF2B5EF4-FFF2-40B4-BE49-F238E27FC236}">
                  <a16:creationId xmlns:a16="http://schemas.microsoft.com/office/drawing/2014/main" id="{BCBB2A98-8555-442A-B566-C8F74BF08F8B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923A238B-7870-4FE3-82C6-545332B02900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5" name="TextBox 17">
                <a:extLst>
                  <a:ext uri="{FF2B5EF4-FFF2-40B4-BE49-F238E27FC236}">
                    <a16:creationId xmlns:a16="http://schemas.microsoft.com/office/drawing/2014/main" id="{22CF54CE-2420-4A4E-B836-BE390ABBD1F8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13" name="TextBox 18">
              <a:extLst>
                <a:ext uri="{FF2B5EF4-FFF2-40B4-BE49-F238E27FC236}">
                  <a16:creationId xmlns:a16="http://schemas.microsoft.com/office/drawing/2014/main" id="{B90C2303-8F5B-4285-9EEB-591A20B2D649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21/23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318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418"/>
    </mc:Choice>
    <mc:Fallback xmlns="">
      <p:transition spd="slow" advTm="28418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882262-7401-4C2F-8894-5E7D80345E86}"/>
              </a:ext>
            </a:extLst>
          </p:cNvPr>
          <p:cNvSpPr/>
          <p:nvPr/>
        </p:nvSpPr>
        <p:spPr>
          <a:xfrm>
            <a:off x="6019800" y="190500"/>
            <a:ext cx="6743700" cy="7927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6582C-D1A7-4C17-9E34-E322602F1132}"/>
              </a:ext>
            </a:extLst>
          </p:cNvPr>
          <p:cNvSpPr txBox="1"/>
          <p:nvPr/>
        </p:nvSpPr>
        <p:spPr>
          <a:xfrm>
            <a:off x="267929" y="1235595"/>
            <a:ext cx="17983200" cy="831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Wang, “Dynamic path optimization of cold chain logistics based on improved ant colony algorithm from a low-carbon perspective,” Sustainable Operations and Computers, vol. 6, pp. 297–305, 2025,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10.1016/j.susoc.2025.10.001. 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Wu, S. Zhou, and L. Xiao, “Dynamic path planning based on improved ant colony algorithm in traffic congestion,” IEEE Access, vol. 8, pp. 180773–180783, 2020,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10.1109/ACCESS.2020.3028467. 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Liu and H. Wu, “Analysis of the application of path finding system based on efficiency improvement in smart tourism,” Intelligent Systems with Applications, vol. 20, p. 200265, 2023,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10.1016/j.iswa.2023.200265. 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Zhu, W. Cai, and H. Kong, “Optimal path planning based on ACO in intelligent transportation,” International Journal of Cognitive Computing in Engineering, vol. 6, pp. 441–450, 2025,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10.1016/j.ijcce.2025.02.006.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Melaouene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Razaque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R. Rahal, “Heterogeneous algorithm for efficient-path detection and congestion avoidance for a vehicular-management system,”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23, no. 12, p. 5471, Jun. 2023,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10.3390/s23125471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DC9D55-22E6-4042-9F33-48A0A49AE61F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  <p:grpSp>
        <p:nvGrpSpPr>
          <p:cNvPr id="6" name="Group 14">
            <a:extLst>
              <a:ext uri="{FF2B5EF4-FFF2-40B4-BE49-F238E27FC236}">
                <a16:creationId xmlns:a16="http://schemas.microsoft.com/office/drawing/2014/main" id="{7D2354C7-CE1B-43CF-B839-6223C2DFDE05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7" name="Group 15">
              <a:extLst>
                <a:ext uri="{FF2B5EF4-FFF2-40B4-BE49-F238E27FC236}">
                  <a16:creationId xmlns:a16="http://schemas.microsoft.com/office/drawing/2014/main" id="{02D1FBC9-4241-471E-B17D-A36E13F57EBB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9" name="Freeform 16">
                <a:extLst>
                  <a:ext uri="{FF2B5EF4-FFF2-40B4-BE49-F238E27FC236}">
                    <a16:creationId xmlns:a16="http://schemas.microsoft.com/office/drawing/2014/main" id="{9C109EC2-7F39-4758-8B16-DF1F651A62AA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0" name="TextBox 17">
                <a:extLst>
                  <a:ext uri="{FF2B5EF4-FFF2-40B4-BE49-F238E27FC236}">
                    <a16:creationId xmlns:a16="http://schemas.microsoft.com/office/drawing/2014/main" id="{0E655404-83AB-4F0F-AF02-108275CC3FD1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8" name="TextBox 18">
              <a:extLst>
                <a:ext uri="{FF2B5EF4-FFF2-40B4-BE49-F238E27FC236}">
                  <a16:creationId xmlns:a16="http://schemas.microsoft.com/office/drawing/2014/main" id="{BFC91288-40F7-457C-9EB5-404062FA705A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22/23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9226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7"/>
    </mc:Choice>
    <mc:Fallback xmlns="">
      <p:transition spd="slow" advTm="1367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218BE17-7EF1-4E81-AB26-25697D65BFFA}"/>
              </a:ext>
            </a:extLst>
          </p:cNvPr>
          <p:cNvSpPr/>
          <p:nvPr/>
        </p:nvSpPr>
        <p:spPr>
          <a:xfrm>
            <a:off x="3886200" y="3124200"/>
            <a:ext cx="11049000" cy="40386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GB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2930D2-D31C-4678-BB16-2FFB2D85CAD9}"/>
              </a:ext>
            </a:extLst>
          </p:cNvPr>
          <p:cNvSpPr txBox="1"/>
          <p:nvPr/>
        </p:nvSpPr>
        <p:spPr>
          <a:xfrm>
            <a:off x="304800" y="9617137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47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   4000 :PROJECT/THESIS</a:t>
            </a:r>
            <a:endParaRPr lang="en-US" sz="2400" dirty="0"/>
          </a:p>
        </p:txBody>
      </p:sp>
      <p:grpSp>
        <p:nvGrpSpPr>
          <p:cNvPr id="6" name="Group 14">
            <a:extLst>
              <a:ext uri="{FF2B5EF4-FFF2-40B4-BE49-F238E27FC236}">
                <a16:creationId xmlns:a16="http://schemas.microsoft.com/office/drawing/2014/main" id="{CF5771FC-757F-4AF2-87E2-491139558C6B}"/>
              </a:ext>
            </a:extLst>
          </p:cNvPr>
          <p:cNvGrpSpPr/>
          <p:nvPr/>
        </p:nvGrpSpPr>
        <p:grpSpPr>
          <a:xfrm>
            <a:off x="16701575" y="9368957"/>
            <a:ext cx="1562612" cy="1352825"/>
            <a:chOff x="37840" y="-287325"/>
            <a:chExt cx="2083482" cy="2518292"/>
          </a:xfrm>
        </p:grpSpPr>
        <p:grpSp>
          <p:nvGrpSpPr>
            <p:cNvPr id="7" name="Group 15">
              <a:extLst>
                <a:ext uri="{FF2B5EF4-FFF2-40B4-BE49-F238E27FC236}">
                  <a16:creationId xmlns:a16="http://schemas.microsoft.com/office/drawing/2014/main" id="{E1FB5AD8-0B49-4E76-99D2-3099DD3F6642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9" name="Freeform 16">
                <a:extLst>
                  <a:ext uri="{FF2B5EF4-FFF2-40B4-BE49-F238E27FC236}">
                    <a16:creationId xmlns:a16="http://schemas.microsoft.com/office/drawing/2014/main" id="{5E88C148-06FF-4C6A-A19B-0A4C8D51B9FE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0" name="TextBox 17">
                <a:extLst>
                  <a:ext uri="{FF2B5EF4-FFF2-40B4-BE49-F238E27FC236}">
                    <a16:creationId xmlns:a16="http://schemas.microsoft.com/office/drawing/2014/main" id="{802EEFE2-03AE-4F55-A380-9D569F915EB7}"/>
                  </a:ext>
                </a:extLst>
              </p:cNvPr>
              <p:cNvSpPr txBox="1"/>
              <p:nvPr/>
            </p:nvSpPr>
            <p:spPr>
              <a:xfrm>
                <a:off x="0" y="-76200"/>
                <a:ext cx="703982" cy="762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8" name="TextBox 18">
              <a:extLst>
                <a:ext uri="{FF2B5EF4-FFF2-40B4-BE49-F238E27FC236}">
                  <a16:creationId xmlns:a16="http://schemas.microsoft.com/office/drawing/2014/main" id="{1886C1FC-A8E3-4FFD-9C8F-035AB61C4B14}"/>
                </a:ext>
              </a:extLst>
            </p:cNvPr>
            <p:cNvSpPr txBox="1"/>
            <p:nvPr/>
          </p:nvSpPr>
          <p:spPr>
            <a:xfrm>
              <a:off x="37840" y="-287325"/>
              <a:ext cx="2083482" cy="1177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Bold"/>
                </a:rPr>
                <a:t>23/23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072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68"/>
    </mc:Choice>
    <mc:Fallback xmlns="">
      <p:transition spd="slow" advTm="3168"/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8534</TotalTime>
  <Words>1409</Words>
  <Application>Microsoft Office PowerPoint</Application>
  <PresentationFormat>Custom</PresentationFormat>
  <Paragraphs>393</Paragraphs>
  <Slides>23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Calibri</vt:lpstr>
      <vt:lpstr>Times New Roman MT Bold</vt:lpstr>
      <vt:lpstr>quote-cjk-patch</vt:lpstr>
      <vt:lpstr>Arial</vt:lpstr>
      <vt:lpstr>Times New Roman</vt:lpstr>
      <vt:lpstr>Times New Roman Bold</vt:lpstr>
      <vt:lpstr>Calibri Light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dc:creator>Tausif</dc:creator>
  <cp:lastModifiedBy>SOURAV DEBNATH</cp:lastModifiedBy>
  <cp:revision>119</cp:revision>
  <dcterms:created xsi:type="dcterms:W3CDTF">2006-08-16T00:00:00Z</dcterms:created>
  <dcterms:modified xsi:type="dcterms:W3CDTF">2025-12-15T04:04:42Z</dcterms:modified>
  <dc:identifier>DAGC39NaIyg</dc:identifier>
</cp:coreProperties>
</file>