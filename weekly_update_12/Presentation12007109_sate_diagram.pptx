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68" autoAdjust="0"/>
    <p:restoredTop sz="94660"/>
  </p:normalViewPr>
  <p:slideViewPr>
    <p:cSldViewPr snapToGrid="0">
      <p:cViewPr>
        <p:scale>
          <a:sx n="66" d="100"/>
          <a:sy n="66" d="100"/>
        </p:scale>
        <p:origin x="129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FB423-B5E4-47F8-BA80-B3B27F076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D6D3C-22E3-46EB-8B77-A43C53A5C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0970F-5898-4A5B-A08F-96C6A2881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1F20-5133-48F3-A877-6A10226E262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814D0-038A-486B-AAE4-CA5675AB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6D990-2AF6-446E-AD91-1DDD2FF5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E36-ABDE-4A8A-93A2-57BBB5147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39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860B5-8C7F-405D-B084-6581AA4BE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495FD-8E09-4F7A-A01A-FA7FB04DD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76899-E934-4260-93DD-A73575BD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1F20-5133-48F3-A877-6A10226E262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8A331-E885-4E9A-B08B-17BEF7838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6016A-7A4C-4616-858C-AEC9675DF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E36-ABDE-4A8A-93A2-57BBB5147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7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C2C24-6A15-4AF2-AC6B-6D1803352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6E0E4-DCCC-45BD-B3DE-A64ED04AD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C9C56-B746-445D-9329-80722FFFD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1F20-5133-48F3-A877-6A10226E262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40B4E-E5C1-4923-9A55-D3ECB896F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0ED61-E4DE-487F-BC80-D8FA4E53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E36-ABDE-4A8A-93A2-57BBB5147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8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7142-37DB-4A1D-AD22-FA0B1574F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195CA-487C-41D0-A7CF-77717092A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CBDF2-8E42-45CF-BD50-3D4D583AD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B5CC4-5303-4AAE-8F1F-94A705406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1F20-5133-48F3-A877-6A10226E262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93C7D-F434-4DB1-A6C3-69116A61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C7349-0A0A-4B88-A4D7-28226FD1A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E36-ABDE-4A8A-93A2-57BBB5147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8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CB0CF-2D66-42C1-B9B9-A653BB1AE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92CF6-DC93-4BC3-BB38-0B1CAF011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4986C-B806-42CB-8FE9-C0F9EBBA4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5ED30-6081-4563-966D-EF90BD67A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8B33F8-31BB-466A-9E77-DFE996042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AEB375-36EF-4068-8C6A-59408D64E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1F20-5133-48F3-A877-6A10226E262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E2E7E4-63BA-44F6-BF39-0CE520FF8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59DD6-C769-44A2-8512-EDB5FF84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E36-ABDE-4A8A-93A2-57BBB5147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2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5AE6-C80C-485D-8836-44B0C61EB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0B0266-9CF6-4C41-B922-1BDC9B449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1F20-5133-48F3-A877-6A10226E262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12013-E924-4793-9AED-BC55316C0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32241-FF2E-4EBC-B547-E067793C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E36-ABDE-4A8A-93A2-57BBB5147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AA4FFE-365C-4F88-932D-8D2E392B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1F20-5133-48F3-A877-6A10226E262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9BF40A-3817-49FF-8504-5A26C720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253DE-612F-4CB1-8A42-E48244F0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E36-ABDE-4A8A-93A2-57BBB5147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0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0980-47A2-477C-A4F4-FCD3009C5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DACAF-88DF-48A5-9DB0-7EA32E575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944A6-0053-4FBB-9253-3C7F98152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634F2-F58E-48CA-9171-CC210C405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1F20-5133-48F3-A877-6A10226E262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28B5A-7B76-4B25-B55A-BCA8BE66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E31F5-24CF-4571-850E-9C5A2709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E36-ABDE-4A8A-93A2-57BBB5147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29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E72E-2C90-41E6-A4C2-50AA5DB2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E6E812-D26D-42AE-A9D1-B5F983350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5B018-E479-4FDA-9A49-FFDF582C6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B2705-22DF-40BD-BAA4-9326602E4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1F20-5133-48F3-A877-6A10226E262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C8CCD-CA0B-4061-B869-B639CA7D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E4894-0E56-42A2-ACC8-17162817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E36-ABDE-4A8A-93A2-57BBB5147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2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A4CF-EF50-49CF-BD32-818A7830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585F85-EC16-4619-9AAE-B0140CDB3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5D1CB-14CC-4062-B296-0CD6ADD1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1F20-5133-48F3-A877-6A10226E262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5F27F-98F6-4B02-AD8A-B91CE5E1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49EF1-F9A7-45B8-8A1A-4C64B7FF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E36-ABDE-4A8A-93A2-57BBB5147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63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566C85-1281-4B2B-BD67-D156946D8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9B487-540A-452E-88AC-11636D9F0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57053-FE75-4691-989D-55924FDB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1F20-5133-48F3-A877-6A10226E262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2BC3-C2BE-454A-A5C1-A90DF0E6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19093-0DC4-4C60-9DF3-547D5FB9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23E36-ABDE-4A8A-93A2-57BBB5147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9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63A0D2-0C78-4F34-80E9-AFCEA6403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9EC08-2DFC-4C67-95FF-D0E376EAE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150B5-E1BE-4788-9E9F-E3A23B1BD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F1F20-5133-48F3-A877-6A10226E262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728AB-2309-46FF-89A7-00CC36E0A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ED8D-7B3F-4DF2-9020-714E90931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3E36-ABDE-4A8A-93A2-57BBB5147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03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1704B-D518-49F1-90E6-4ABDE59120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2BEED-EE23-41ED-9FBA-A0F3668ECC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27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8C2A24-BF48-43B9-8331-F029E077B661}"/>
              </a:ext>
            </a:extLst>
          </p:cNvPr>
          <p:cNvSpPr/>
          <p:nvPr/>
        </p:nvSpPr>
        <p:spPr>
          <a:xfrm>
            <a:off x="170329" y="1739148"/>
            <a:ext cx="1398494" cy="6454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csv,txt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file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839F71-ED85-4912-AB1F-A0DC99643135}"/>
              </a:ext>
            </a:extLst>
          </p:cNvPr>
          <p:cNvSpPr/>
          <p:nvPr/>
        </p:nvSpPr>
        <p:spPr>
          <a:xfrm>
            <a:off x="1766049" y="1739148"/>
            <a:ext cx="1398494" cy="6454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1EE3820-7272-4719-868F-4DA4AF348874}"/>
              </a:ext>
            </a:extLst>
          </p:cNvPr>
          <p:cNvSpPr/>
          <p:nvPr/>
        </p:nvSpPr>
        <p:spPr>
          <a:xfrm>
            <a:off x="3361769" y="1618124"/>
            <a:ext cx="1676400" cy="111163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road type and vehicle category type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2DB53F-6DA8-4963-B6A5-5912A5F174BF}"/>
              </a:ext>
            </a:extLst>
          </p:cNvPr>
          <p:cNvSpPr/>
          <p:nvPr/>
        </p:nvSpPr>
        <p:spPr>
          <a:xfrm>
            <a:off x="5293659" y="1618124"/>
            <a:ext cx="1676400" cy="11116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feasible route for each vehicle type create pool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6A3789-B3D5-4A70-9341-CD8DEBDF3C86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1568823" y="2061878"/>
            <a:ext cx="1972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F4A9086-1AEB-45D2-BD89-0D55F1F64095}"/>
              </a:ext>
            </a:extLst>
          </p:cNvPr>
          <p:cNvCxnSpPr/>
          <p:nvPr/>
        </p:nvCxnSpPr>
        <p:spPr>
          <a:xfrm>
            <a:off x="3164543" y="2057398"/>
            <a:ext cx="2330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01FA30C-BE6D-4933-8C5C-3E00E9B70712}"/>
              </a:ext>
            </a:extLst>
          </p:cNvPr>
          <p:cNvCxnSpPr/>
          <p:nvPr/>
        </p:nvCxnSpPr>
        <p:spPr>
          <a:xfrm>
            <a:off x="5038169" y="2057398"/>
            <a:ext cx="2330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C918EC-CE6F-4C3F-A8E2-76A0267C7C5B}"/>
              </a:ext>
            </a:extLst>
          </p:cNvPr>
          <p:cNvCxnSpPr/>
          <p:nvPr/>
        </p:nvCxnSpPr>
        <p:spPr>
          <a:xfrm>
            <a:off x="6970059" y="2102217"/>
            <a:ext cx="2330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CBF935-0B13-4CF3-A4B5-FB2EA003B1CC}"/>
              </a:ext>
            </a:extLst>
          </p:cNvPr>
          <p:cNvSpPr/>
          <p:nvPr/>
        </p:nvSpPr>
        <p:spPr>
          <a:xfrm>
            <a:off x="7404844" y="1497100"/>
            <a:ext cx="1676400" cy="8875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route using improved ACO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5D2BE6-E9B0-4E5B-9A17-447FCB152CD1}"/>
              </a:ext>
            </a:extLst>
          </p:cNvPr>
          <p:cNvSpPr/>
          <p:nvPr/>
        </p:nvSpPr>
        <p:spPr>
          <a:xfrm>
            <a:off x="9269502" y="1479171"/>
            <a:ext cx="1676400" cy="88750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Congestion block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BA56D68-45C0-443F-BC51-3FE1F56C34DD}"/>
              </a:ext>
            </a:extLst>
          </p:cNvPr>
          <p:cNvSpPr/>
          <p:nvPr/>
        </p:nvSpPr>
        <p:spPr>
          <a:xfrm>
            <a:off x="9314326" y="2635620"/>
            <a:ext cx="1577786" cy="79337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reroute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1E62948-3EBD-4398-840E-DC53F6C1136E}"/>
              </a:ext>
            </a:extLst>
          </p:cNvPr>
          <p:cNvCxnSpPr/>
          <p:nvPr/>
        </p:nvCxnSpPr>
        <p:spPr>
          <a:xfrm>
            <a:off x="9081244" y="1752597"/>
            <a:ext cx="2330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54340CF-854D-4311-AA16-FD8489E615BC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 flipH="1">
            <a:off x="10103219" y="2366678"/>
            <a:ext cx="4483" cy="2689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BE8986F-BAAE-4D75-ACA4-16B26C301428}"/>
              </a:ext>
            </a:extLst>
          </p:cNvPr>
          <p:cNvSpPr/>
          <p:nvPr/>
        </p:nvSpPr>
        <p:spPr>
          <a:xfrm>
            <a:off x="7225549" y="295838"/>
            <a:ext cx="3944472" cy="331917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988E230-1BD9-4D94-AD71-7689BC48476E}"/>
              </a:ext>
            </a:extLst>
          </p:cNvPr>
          <p:cNvSpPr/>
          <p:nvPr/>
        </p:nvSpPr>
        <p:spPr>
          <a:xfrm>
            <a:off x="7615514" y="552432"/>
            <a:ext cx="2931459" cy="5490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pool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99F7234-4C28-46A7-9065-2FFD0A5374EA}"/>
              </a:ext>
            </a:extLst>
          </p:cNvPr>
          <p:cNvSpPr/>
          <p:nvPr/>
        </p:nvSpPr>
        <p:spPr>
          <a:xfrm>
            <a:off x="4959746" y="2968859"/>
            <a:ext cx="1806810" cy="1155139"/>
          </a:xfrm>
          <a:prstGeom prst="round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Combined route optimization</a:t>
            </a:r>
            <a:endParaRPr lang="en-US" sz="14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236DD17-BFA4-4C38-8748-7D5BEE1DB9E8}"/>
              </a:ext>
            </a:extLst>
          </p:cNvPr>
          <p:cNvSpPr/>
          <p:nvPr/>
        </p:nvSpPr>
        <p:spPr>
          <a:xfrm>
            <a:off x="3164543" y="3088553"/>
            <a:ext cx="1521741" cy="92833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Stability check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E9DE710-E305-45A5-AB03-F465CC3E511C}"/>
              </a:ext>
            </a:extLst>
          </p:cNvPr>
          <p:cNvSpPr/>
          <p:nvPr/>
        </p:nvSpPr>
        <p:spPr>
          <a:xfrm>
            <a:off x="3003177" y="2880363"/>
            <a:ext cx="3944441" cy="20361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E03B8EE-BE65-4A2B-9385-AE44ACD2A504}"/>
              </a:ext>
            </a:extLst>
          </p:cNvPr>
          <p:cNvSpPr/>
          <p:nvPr/>
        </p:nvSpPr>
        <p:spPr>
          <a:xfrm>
            <a:off x="3688980" y="4332187"/>
            <a:ext cx="2931459" cy="5490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pool ( network level)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6F0EF46-8993-4572-AB4B-3070DCB9378E}"/>
              </a:ext>
            </a:extLst>
          </p:cNvPr>
          <p:cNvCxnSpPr>
            <a:cxnSpLocks/>
          </p:cNvCxnSpPr>
          <p:nvPr/>
        </p:nvCxnSpPr>
        <p:spPr>
          <a:xfrm flipH="1">
            <a:off x="6928597" y="3448039"/>
            <a:ext cx="4762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7AE4697-9A6C-44B5-A6AD-766EAA5BBAD2}"/>
              </a:ext>
            </a:extLst>
          </p:cNvPr>
          <p:cNvCxnSpPr>
            <a:cxnSpLocks/>
            <a:stCxn id="37" idx="1"/>
            <a:endCxn id="38" idx="3"/>
          </p:cNvCxnSpPr>
          <p:nvPr/>
        </p:nvCxnSpPr>
        <p:spPr>
          <a:xfrm flipH="1">
            <a:off x="4686284" y="3546429"/>
            <a:ext cx="273462" cy="629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1239FE3-9B40-4D16-9B59-D86AED173E23}"/>
              </a:ext>
            </a:extLst>
          </p:cNvPr>
          <p:cNvCxnSpPr>
            <a:cxnSpLocks/>
          </p:cNvCxnSpPr>
          <p:nvPr/>
        </p:nvCxnSpPr>
        <p:spPr>
          <a:xfrm flipH="1">
            <a:off x="2654300" y="3582594"/>
            <a:ext cx="306296" cy="5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4F3C0E7F-F69A-4775-80FB-D2A4E215DF87}"/>
              </a:ext>
            </a:extLst>
          </p:cNvPr>
          <p:cNvSpPr/>
          <p:nvPr/>
        </p:nvSpPr>
        <p:spPr>
          <a:xfrm>
            <a:off x="465792" y="3292284"/>
            <a:ext cx="2206062" cy="64545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Sudden block </a:t>
            </a:r>
          </a:p>
          <a:p>
            <a:pPr algn="ctr"/>
            <a:endParaRPr lang="en-US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9DD3E60-BEC6-4247-AE07-0A45D6CCB215}"/>
              </a:ext>
            </a:extLst>
          </p:cNvPr>
          <p:cNvSpPr/>
          <p:nvPr/>
        </p:nvSpPr>
        <p:spPr>
          <a:xfrm>
            <a:off x="465792" y="4768628"/>
            <a:ext cx="2698751" cy="158951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Disruption response and rerouting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1.From source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2.From source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3.From new pool</a:t>
            </a:r>
          </a:p>
          <a:p>
            <a:pPr marL="342900" indent="-342900" algn="ctr">
              <a:buFontTx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ctr">
              <a:buFontTx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ctr">
              <a:buFontTx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CED55A0-8615-4093-B115-280BCB3765FD}"/>
              </a:ext>
            </a:extLst>
          </p:cNvPr>
          <p:cNvSpPr/>
          <p:nvPr/>
        </p:nvSpPr>
        <p:spPr>
          <a:xfrm>
            <a:off x="982571" y="5283200"/>
            <a:ext cx="1978024" cy="9271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13C11C4-1562-4367-8250-E7089EC58598}"/>
              </a:ext>
            </a:extLst>
          </p:cNvPr>
          <p:cNvCxnSpPr/>
          <p:nvPr/>
        </p:nvCxnSpPr>
        <p:spPr>
          <a:xfrm>
            <a:off x="1568823" y="3937743"/>
            <a:ext cx="0" cy="830885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F657811-D342-4725-96E6-FC6CE0669648}"/>
              </a:ext>
            </a:extLst>
          </p:cNvPr>
          <p:cNvSpPr/>
          <p:nvPr/>
        </p:nvSpPr>
        <p:spPr>
          <a:xfrm>
            <a:off x="3556171" y="5021069"/>
            <a:ext cx="2266405" cy="130558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time,cost,stability for each case 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13EDD3A-2B0B-44DE-829F-2D4C974201C2}"/>
              </a:ext>
            </a:extLst>
          </p:cNvPr>
          <p:cNvCxnSpPr>
            <a:stCxn id="76" idx="3"/>
          </p:cNvCxnSpPr>
          <p:nvPr/>
        </p:nvCxnSpPr>
        <p:spPr>
          <a:xfrm flipV="1">
            <a:off x="3164543" y="5563384"/>
            <a:ext cx="39162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1B61B08A-77B7-4F7D-8048-D52DD3771B77}"/>
              </a:ext>
            </a:extLst>
          </p:cNvPr>
          <p:cNvSpPr/>
          <p:nvPr/>
        </p:nvSpPr>
        <p:spPr>
          <a:xfrm>
            <a:off x="5540467" y="2399504"/>
            <a:ext cx="1133476" cy="287567"/>
          </a:xfrm>
          <a:prstGeom prst="round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3D67C144-7FAC-47AE-8F13-B1B5CE9F1916}"/>
              </a:ext>
            </a:extLst>
          </p:cNvPr>
          <p:cNvSpPr/>
          <p:nvPr/>
        </p:nvSpPr>
        <p:spPr>
          <a:xfrm>
            <a:off x="3688980" y="5473650"/>
            <a:ext cx="1999126" cy="79807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64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SOURAV DEBNATH</dc:creator>
  <cp:lastModifiedBy>SOURAV DEBNATH</cp:lastModifiedBy>
  <cp:revision>1</cp:revision>
  <dcterms:created xsi:type="dcterms:W3CDTF">2026-03-31T19:42:19Z</dcterms:created>
  <dcterms:modified xsi:type="dcterms:W3CDTF">2026-03-31T19:42:41Z</dcterms:modified>
</cp:coreProperties>
</file>