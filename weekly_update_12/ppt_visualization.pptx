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1" r:id="rId12"/>
    <p:sldId id="266" r:id="rId13"/>
    <p:sldId id="270" r:id="rId14"/>
    <p:sldId id="267" r:id="rId15"/>
    <p:sldId id="268" r:id="rId16"/>
    <p:sldId id="269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4:11:29.203"/>
    </inkml:context>
    <inkml:brush xml:id="br0">
      <inkml:brushProperty name="width" value="0.025" units="cm"/>
      <inkml:brushProperty name="height" value="0.025" units="cm"/>
      <inkml:brushProperty name="color" value="#F6630D"/>
    </inkml:brush>
  </inkml:definitions>
  <inkml:trace contextRef="#ctx0" brushRef="#br0">7417 269 24575,'-8'-7'0,"-1"0"0,0 0 0,0 1 0,0 0 0,-1 1 0,0 0 0,0 0 0,-15-4 0,-96-23 0,61 17 0,-85-19 7,-272-28 0,-159 26-138,491 32 63,-1132-24-413,-7 30 102,582 1 313,168 17 609,-12 1 25,230-14-568,-256 41 0,-248 74 0,661-105 0,58-11 0,18-4 0,1 2 0,-1 0 0,-32 12 0,50-14 0,1-1 0,-1 1 0,1 0 0,0 0 0,0 1 0,0-1 0,0 1 0,0 0 0,1 0 0,-1 0 0,1 1 0,0-1 0,0 1 0,0 0 0,0-1 0,1 1 0,-1 1 0,1-1 0,0 0 0,0 0 0,1 1 0,-2 6 0,0 20 0,1-1 0,2 1 0,1-1 0,2 1 0,1-1 0,13 52 0,-9-55 0,1-1 0,2 0 0,1 0 0,0-1 0,2-1 0,1 0 0,1-1 0,1-1 0,1 0 0,1-2 0,0 0 0,2-1 0,0-1 0,30 20 0,6-1 0,1-3 0,2-2 0,1-2 0,120 39 0,-19-22-210,1-7-1,328 37 0,342-31-421,1030-41 1540,-858-12-552,-491 9-356,632-5 0,-1130 3 0,98-2 0,222-30 0,-327 30 0,1 0 0,-1 0 0,0-1 0,-1 0 0,1-1 0,0 0 0,-1 0 0,0-1 0,0 0 0,0 0 0,-1-1 0,0 0 0,0 0 0,11-13 0,-12 10 0,1-1 0,-2-1 0,1 1 0,-1-1 0,-1 0 0,0 0 0,0-1 0,-1 1 0,-1-1 0,0 1 0,1-14 0,3-51 0,-3 0 0,-10-116 0,2 146 0,-2 1 0,-2 0 0,-2 0 0,-1 1 0,-28-63 0,31 90 0,-1 1 0,0 0 0,-1 1 0,-1 0 0,-1 0 0,1 1 0,-2 1 0,0 0 0,-1 1 0,0 1 0,-1 0 0,0 1 0,-28-12 0,-1 1 0,-1 3 0,-1 2 0,0 2 0,-51-8 0,-58-2-455,-1 8 0,-239 4 0,323 13-6371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4:17:36.276"/>
    </inkml:context>
    <inkml:brush xml:id="br0">
      <inkml:brushProperty name="width" value="0.025" units="cm"/>
      <inkml:brushProperty name="height" value="0.025" units="cm"/>
      <inkml:brushProperty name="color" value="#F6630D"/>
    </inkml:brush>
  </inkml:definitions>
  <inkml:trace contextRef="#ctx0" brushRef="#br0">1 78 24575,'4954'0'0,"-4678"19"0,-42-1 0,174-19 0,110 4 0,-129 37 0,-107-7 0,26-3 0,177 15 0,-284-31 0,331 10 0,-408-25 0,595 23 0,185 35 0,9-57 0,-384-4 0,1252 4 0,-1653-6 0,217-39 0,-31 1 0,215 27 0,-259 14 0,-7-14 0,-3 0 0,75-4 0,-135 7 0,466-27 0,-427 24 0,74-2 0,177-23 0,-194 10 0,-139 17 0,202-10 0,1276 24 0,-754 3 0,-440 21 0,-274-11 0,331 27 0,-321-22 0,140 6 0,-222-22 0,9-1 0,167 20 0,-209-12-682,105 0-1,-136-8-6143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4:17:40.508"/>
    </inkml:context>
    <inkml:brush xml:id="br0">
      <inkml:brushProperty name="width" value="0.025" units="cm"/>
      <inkml:brushProperty name="height" value="0.025" units="cm"/>
      <inkml:brushProperty name="color" value="#F6630D"/>
    </inkml:brush>
  </inkml:definitions>
  <inkml:trace contextRef="#ctx0" brushRef="#br0">0 114 24575,'4478'0'-2480,"-4407"-3"3310,0-4 1,92-20-1,81-8-841,-9 18 11,232-7 0,944 26 0,-1238 5 0,190 34 0,-126-11 0,1145 108-401,-301-31 124,-1006-99 275,867 72 117,-730-75 506,54 4-677,576 69 56,197 11 0,636-44 0,3-45 0,-673-4 0,-252 23 0,-127 0 0,1620-16 64,-1161-5-1493,-1015 2-5397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4:17:47.350"/>
    </inkml:context>
    <inkml:brush xml:id="br0">
      <inkml:brushProperty name="width" value="0.025" units="cm"/>
      <inkml:brushProperty name="height" value="0.025" units="cm"/>
      <inkml:brushProperty name="color" value="#F6630D"/>
    </inkml:brush>
  </inkml:definitions>
  <inkml:trace contextRef="#ctx0" brushRef="#br0">0 301 24575,'60'0'0,"110"-14"0,-15-3 0,0 7 0,184 11 0,-118 2 0,526 13 0,-4 62 0,-607-54 0,1-7 0,158 1 0,1293-23 0,-1348 6 0,-138-7 0,1-4 0,102-23 0,37-6 0,261 9 0,7 33 0,-168 0 0,123-1 0,596-6 0,-502-33 0,110-2 0,-293 24 0,-58 0 0,255-4 0,204-3 0,-698 21 0,405-11 0,-334 2 0,181-36 0,-252 30 0,147-10 0,170 11 0,439-9 0,-339 22-1365,-274 2-5461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4:17:55.005"/>
    </inkml:context>
    <inkml:brush xml:id="br0">
      <inkml:brushProperty name="width" value="0.025" units="cm"/>
      <inkml:brushProperty name="height" value="0.025" units="cm"/>
      <inkml:brushProperty name="color" value="#F6630D"/>
    </inkml:brush>
  </inkml:definitions>
  <inkml:trace contextRef="#ctx0" brushRef="#br0">1 0 24575,'3817'0'0,"-3312"40"0,-261-13 0,208 19 0,-330-29 0,-61-8 0,78 3 0,86-14 0,-90-1 0,218 22 0,-142 0 0,318-13 0,-291-8 0,1995 2-1365,-2200 0-5461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4:17:56.463"/>
    </inkml:context>
    <inkml:brush xml:id="br0">
      <inkml:brushProperty name="width" value="0.025" units="cm"/>
      <inkml:brushProperty name="height" value="0.025" units="cm"/>
      <inkml:brushProperty name="color" value="#F6630D"/>
    </inkml:brush>
  </inkml:definitions>
  <inkml:trace contextRef="#ctx0" brushRef="#br0">1 1 24575,'0'6'0,"12"2"0,25 0 0,30-1 0,48-3 0,44-1 0,44-2 0,39 0 0,17-1 0,8 0 0,-9-1 0,-30 1 0,-40 0 0,-53 0-8191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4:17:59.979"/>
    </inkml:context>
    <inkml:brush xml:id="br0">
      <inkml:brushProperty name="width" value="0.025" units="cm"/>
      <inkml:brushProperty name="height" value="0.025" units="cm"/>
      <inkml:brushProperty name="color" value="#F6630D"/>
    </inkml:brush>
  </inkml:definitions>
  <inkml:trace contextRef="#ctx0" brushRef="#br0">14495 0 24575,'-138'7'0,"-259"48"0,190-21 0,-1395 96 0,-204-128 0,861-5 0,-806 3 0,1242-43 0,283 16 0,5 4 0,-605-36 0,-3215 62 36,2249-4-1437,1758 1-5425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4:18:01.200"/>
    </inkml:context>
    <inkml:brush xml:id="br0">
      <inkml:brushProperty name="width" value="0.025" units="cm"/>
      <inkml:brushProperty name="height" value="0.025" units="cm"/>
      <inkml:brushProperty name="color" value="#F6630D"/>
    </inkml:brush>
  </inkml:definitions>
  <inkml:trace contextRef="#ctx0" brushRef="#br0">1 1 24575,'1'1'0,"-1"0"0,1 1 0,0-1 0,-1 0 0,1 1 0,0-1 0,0 0 0,0 0 0,0 0 0,1 0 0,-1 0 0,0 0 0,0 0 0,1 0 0,-1 0 0,0 0 0,1-1 0,-1 1 0,1-1 0,-1 1 0,1-1 0,-1 1 0,1-1 0,-1 0 0,1 0 0,-1 0 0,1 0 0,-1 0 0,4 0 0,1 1 0,114 10 0,183-6 0,-163-5 0,870 17-372,143 1-621,-1109-18-5833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4:18:02.439"/>
    </inkml:context>
    <inkml:brush xml:id="br0">
      <inkml:brushProperty name="width" value="0.025" units="cm"/>
      <inkml:brushProperty name="height" value="0.025" units="cm"/>
      <inkml:brushProperty name="color" value="#F6630D"/>
    </inkml:brush>
  </inkml:definitions>
  <inkml:trace contextRef="#ctx0" brushRef="#br0">0 0 24575,'7700'0'0,"-7671"1"-341,1 2 0,-1 1-1,40 10 1,-41-7-6485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4:18:04.135"/>
    </inkml:context>
    <inkml:brush xml:id="br0">
      <inkml:brushProperty name="width" value="0.025" units="cm"/>
      <inkml:brushProperty name="height" value="0.025" units="cm"/>
      <inkml:brushProperty name="color" value="#F6630D"/>
    </inkml:brush>
  </inkml:definitions>
  <inkml:trace contextRef="#ctx0" brushRef="#br0">1 1 24575,'19'0'0,"31"0"0,53 0 0,71 0 0,96 0 0,122 0 0,89 6-3215,15 3 3215,-46 5 0,-100 1-4976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4:11:20.910"/>
    </inkml:context>
    <inkml:brush xml:id="br0">
      <inkml:brushProperty name="width" value="0.025" units="cm"/>
      <inkml:brushProperty name="height" value="0.025" units="cm"/>
      <inkml:brushProperty name="color" value="#F6630D"/>
    </inkml:brush>
  </inkml:definitions>
  <inkml:trace contextRef="#ctx0" brushRef="#br0">7815 534 24575,'-9'-7'0,"-1"0"0,0 1 0,-1 0 0,1 0 0,-1 1 0,0 1 0,-1 0 0,-11-3 0,-21-8 0,-36-15 0,-1 3 0,-1 4 0,-2 4 0,-156-16 0,-354 5 0,-7 32 0,251 2 0,-180-6 0,-408 6 0,426 32 0,45-1 0,-280 6 0,525-23 0,-120 2 0,262-21 0,-608 22 0,581-12 0,56-7 0,1 3 0,0 2 0,-82 22 0,-2 4 0,101-27 0,-1 1 0,1 2 0,1 2 0,-50 22 0,47-15 0,0 1 0,1 2 0,-51 41 0,77-54 0,-1 0 0,1 1 0,0 0 0,1 0 0,0 0 0,0 1 0,1 0 0,0 1 0,1-1 0,1 1 0,-1 0 0,2 0 0,-1 1 0,1-1 0,1 1 0,-1 19 0,1 3 0,1 0 0,2 0 0,1 0 0,10 44 0,-9-63 0,1 0 0,1 0 0,0-1 0,1 0 0,1 0 0,0 0 0,1-1 0,0 0 0,1 0 0,1-1 0,21 21 0,-10-15 0,1-1 0,1-1 0,1-1 0,0-1 0,1-1 0,0-1 0,41 13 0,195 42 0,-240-62 0,926 130 0,-585-116 0,-120-8 0,568 46 0,-26-8 0,482 51 0,-642-40 0,-598-58 0,757 13 0,-520-17 0,-214 0 0,0-2 0,0-3 0,-1-1 0,0-3 0,0-2 0,57-23 0,265-136 0,-362 168 0,42-22 0,32-14 0,-2-3 0,-2-4 0,83-66 0,-150 104 0,0-1 0,-1 1 0,-1-2 0,0 0 0,0 0 0,-1 0 0,0-1 0,-1 0 0,0-1 0,-1 1 0,-1-1 0,0 0 0,0-1 0,-2 1 0,1-1 0,-2 0 0,0 0 0,-1 0 0,0 0 0,-1-19 0,-1-51 0,-8-250 0,6 303 0,-2 0 0,-2 0 0,0 1 0,-2-1 0,-2 2 0,0 0 0,-2 0 0,-23-36 0,-17-20 0,-80-97 0,115 159 24,0 1 0,-1 1 0,-2 1 0,-37-30 0,47 42-148,-1 1 0,0 0 1,0 1-1,0 0 0,-1 0 0,0 2 1,0 0-1,0 0 0,0 1 0,-1 1 1,-24-2-1,4 4-6702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4:11:23.912"/>
    </inkml:context>
    <inkml:brush xml:id="br0">
      <inkml:brushProperty name="width" value="0.025" units="cm"/>
      <inkml:brushProperty name="height" value="0.025" units="cm"/>
      <inkml:brushProperty name="color" value="#F6630D"/>
    </inkml:brush>
  </inkml:definitions>
  <inkml:trace contextRef="#ctx0" brushRef="#br0">8337 86 24575,'-429'17'0,"69"0"0,-152-10-317,-445 12-489,-1591 65-1789,821-76 6679,997-10-4450,664 1 366,-258 10 0,273-5 0,-1 4 0,1 1 0,0 2 0,-58 22 0,75-20 0,-3 0 0,0 1 0,-35 21 0,60-28 0,1 0 0,0 1 0,0 0 0,1 1 0,0 0 0,1 0 0,0 1 0,0 1 0,-14 21 0,11-8 0,1 1 0,1 0 0,0 0 0,3 1 0,0 0 0,1 0 0,1 0 0,2 1 0,1 0 0,1 0 0,1 0 0,6 41 0,-4-56 0,0 0 0,2 0 0,-1 0 0,2 0 0,-1 0 0,2-1 0,-1 0 0,2 0 0,-1-1 0,1 1 0,1-1 0,0-1 0,0 0 0,1 0 0,13 10 0,10 7 0,2-2 0,1-1 0,47 23 0,-2-7 0,2-5 0,1-2 0,149 34 0,273 24 0,429-19-509,2-64-47,-878-7 553,1991-8 1071,-1556-4-1068,896-138 0,-739 47 0,4 33 0,-573 68 0,-49 2 0,1-1 0,53-10 0,-81 10 0,0-1 0,0 0 0,0 0 0,0 0 0,0 0 0,0-1 0,-1 0 0,1 0 0,-1 0 0,0 0 0,0-1 0,0 0 0,0 0 0,-1 0 0,1 0 0,-1 0 0,0-1 0,0 1 0,-1-1 0,1 0 0,-1 0 0,0 0 0,1-5 0,4-15 0,-2 0 0,-1 0 0,3-46 0,0 2 0,1 19 0,15-113 0,-22 141 0,0 1 0,-1-1 0,-1 0 0,-1 1 0,-7-30 0,4 35 0,-1 1 0,-1 0 0,0 0 0,-1 0 0,0 1 0,-1 0 0,-1 1 0,0 0 0,0 1 0,-2 0 0,1 0 0,-2 2 0,-25-19 0,0 4 0,-2 1 0,0 2 0,-76-28 0,19 16 24,-1 4 0,-2 5 0,-1 4 0,-143-10 0,40 18-767,-252 18 1,412-3-6084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4:12:34.481"/>
    </inkml:context>
    <inkml:brush xml:id="br0">
      <inkml:brushProperty name="width" value="0.025" units="cm"/>
      <inkml:brushProperty name="height" value="0.025" units="cm"/>
      <inkml:brushProperty name="color" value="#F6630D"/>
    </inkml:brush>
  </inkml:definitions>
  <inkml:trace contextRef="#ctx0" brushRef="#br0">1 0 24575,'0'0'-8191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4:12:34.972"/>
    </inkml:context>
    <inkml:brush xml:id="br0">
      <inkml:brushProperty name="width" value="0.025" units="cm"/>
      <inkml:brushProperty name="height" value="0.025" units="cm"/>
      <inkml:brushProperty name="color" value="#F6630D"/>
    </inkml:brush>
  </inkml:definitions>
  <inkml:trace contextRef="#ctx0" brushRef="#br0">0 1 24575,'0'0'-8191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14:12:35.717"/>
    </inkml:context>
    <inkml:brush xml:id="br0">
      <inkml:brushProperty name="width" value="0.025" units="cm"/>
      <inkml:brushProperty name="height" value="0.025" units="cm"/>
      <inkml:brushProperty name="color" value="#F6630D"/>
    </inkml:brush>
  </inkml:definitions>
  <inkml:trace contextRef="#ctx0" brushRef="#br0">1 0 24575,'0'0'-8191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E413D-DE30-4892-8A2C-9403D4DCD6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B66D8D-5B1E-4B1A-9A2F-A206061AA2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0F09B5-80CB-4BF2-B384-C88F591D2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18ED5-B3DE-42ED-B666-4778672C4E68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9AA34F-64FC-4C47-A6F6-85E1341AF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87C6F4-AE48-43E5-8745-9EF3A397D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E026B-81AC-409F-BA8A-A2EE6843F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8583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5C902-63AD-4B60-A9C1-B1DDC8979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72DEED-BDC6-48AC-A249-05016C5FD3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7E2690-7A34-4C86-B82B-0044F54C1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18ED5-B3DE-42ED-B666-4778672C4E68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32B29E-6577-4AED-88DF-A39B94FC1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2B253A-4A39-4693-B864-B4497109B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E026B-81AC-409F-BA8A-A2EE6843F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294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57D8F-70A6-4282-971E-6517F5502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782736-8EB9-4BC6-954E-449CD1A7F7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41332C-F3AB-46C3-963B-4072D903E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18ED5-B3DE-42ED-B666-4778672C4E68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FD29DA-D1DB-4820-A74C-DF17B8834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BE95BE-A308-4AE9-8111-BA257322C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E026B-81AC-409F-BA8A-A2EE6843F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9202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FC01C-8A5A-40B4-90CB-02D30CEFA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F4EEAB-52D6-4E40-AAAB-C593FB8D40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A8F600-C39B-4D6A-866C-D627DA2C33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102527-867C-47C6-B573-D65CAB353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18ED5-B3DE-42ED-B666-4778672C4E68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80A478-5091-401B-99BE-E1965CF22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757A48-8D15-417D-85D8-4BC720D86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E026B-81AC-409F-BA8A-A2EE6843F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1391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E8907-382A-433B-BA9B-482E06122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D41707-2F06-40EC-ADCD-BE89898DCB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505A95-5D96-4638-ABE9-36F53F33BA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B6E430-CDDE-4487-BEC5-A0E044340D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436EFA-668F-4BB0-A5C6-1A1BAAE8BF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FAFDC0-0DF6-4758-9595-36D8A8EA9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18ED5-B3DE-42ED-B666-4778672C4E68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E353FA-38A0-403F-AF9E-7C9341BCC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9DB662-2A9B-4153-8765-1B98125D1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E026B-81AC-409F-BA8A-A2EE6843F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568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E4B57-1ECC-47AA-86EA-3DD672998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97D125-17F6-4E2F-880F-E7A74F818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18ED5-B3DE-42ED-B666-4778672C4E68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0CE325-E05E-4512-B7D0-CDEF5C07E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3CBBBD-43C2-424C-A57C-3E31ACD4C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E026B-81AC-409F-BA8A-A2EE6843F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847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FF69A1-B105-4457-96FE-3D1B853CF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18ED5-B3DE-42ED-B666-4778672C4E68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7EE0DA-279F-4FFB-BB30-5289E04A6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E447B3-5B37-438A-B2EA-3E71BDC18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E026B-81AC-409F-BA8A-A2EE6843F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2100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4F6BF-596D-4283-861C-342613E6A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6EC08F-FAC0-445F-8DE1-B387DA4222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0AD430-3CF3-49E1-9032-2FD9B9DD14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BF0A54-3653-44BB-9AFE-BF4835DED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18ED5-B3DE-42ED-B666-4778672C4E68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2580F7-5775-4DE6-94C5-2EB7440CF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F3BB02-4983-4D42-8A25-45B6A8DDF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E026B-81AC-409F-BA8A-A2EE6843F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961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F35F2-40AB-4EDC-AE34-37C0384C5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0D00B0-537D-4991-8E16-10D3F67CFA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571D18-412E-4867-89C0-A1AD7DD68D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0BF1E8-AD81-4CE9-8C25-6C32B1C79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18ED5-B3DE-42ED-B666-4778672C4E68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F1AF11-2554-4E06-B2E6-B8CF77C1C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BEBB59-045D-4675-8432-678EE9F50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E026B-81AC-409F-BA8A-A2EE6843F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274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24DD4-F1A1-45F3-867F-887B386E2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137CCF-59F4-416B-97A2-EF6F6B2AF9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570FE5-3458-4859-AAE7-F8E9A17A0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18ED5-B3DE-42ED-B666-4778672C4E68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0C51E8-F596-4F5D-93B5-E8234BD82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119222-F082-4D2A-9500-D8489543C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E026B-81AC-409F-BA8A-A2EE6843F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586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49F427-D723-4CDB-B0C2-ED924BDA6B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0A3C7E-F184-4A14-9AAF-6334688DBF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307DA1-8DA3-49BC-95E3-9146CAE86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18ED5-B3DE-42ED-B666-4778672C4E68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E3EE2A-C00D-481B-A0E8-3A12065EA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37C7DA-51A6-4434-82F7-2B01C4AE3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E026B-81AC-409F-BA8A-A2EE6843F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2288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F89A5E-532E-4C46-9757-C8A8DB1F8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273AD5-26BF-4700-99DF-BDF2A54914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C302C5-F933-4029-8FAA-7FA0EF888C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318ED5-B3DE-42ED-B666-4778672C4E68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AD7062-DAA2-4965-AD58-5B28BD68A3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439219-B7F4-4332-A0D2-F3F01597E0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7E026B-81AC-409F-BA8A-A2EE6843F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561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customXml" Target="../ink/ink6.xml"/><Relationship Id="rId18" Type="http://schemas.openxmlformats.org/officeDocument/2006/relationships/image" Target="../media/image9.png"/><Relationship Id="rId3" Type="http://schemas.openxmlformats.org/officeDocument/2006/relationships/customXml" Target="../ink/ink1.xml"/><Relationship Id="rId21" Type="http://schemas.openxmlformats.org/officeDocument/2006/relationships/customXml" Target="../ink/ink10.xml"/><Relationship Id="rId7" Type="http://schemas.openxmlformats.org/officeDocument/2006/relationships/customXml" Target="../ink/ink3.xml"/><Relationship Id="rId12" Type="http://schemas.openxmlformats.org/officeDocument/2006/relationships/image" Target="../media/image6.png"/><Relationship Id="rId17" Type="http://schemas.openxmlformats.org/officeDocument/2006/relationships/customXml" Target="../ink/ink8.xml"/><Relationship Id="rId2" Type="http://schemas.openxmlformats.org/officeDocument/2006/relationships/image" Target="../media/image1.png"/><Relationship Id="rId16" Type="http://schemas.openxmlformats.org/officeDocument/2006/relationships/image" Target="../media/image8.png"/><Relationship Id="rId20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10" Type="http://schemas.openxmlformats.org/officeDocument/2006/relationships/image" Target="../media/image5.png"/><Relationship Id="rId19" Type="http://schemas.openxmlformats.org/officeDocument/2006/relationships/customXml" Target="../ink/ink9.xml"/><Relationship Id="rId4" Type="http://schemas.openxmlformats.org/officeDocument/2006/relationships/image" Target="../media/image2.png"/><Relationship Id="rId9" Type="http://schemas.openxmlformats.org/officeDocument/2006/relationships/customXml" Target="../ink/ink4.xml"/><Relationship Id="rId14" Type="http://schemas.openxmlformats.org/officeDocument/2006/relationships/image" Target="../media/image7.png"/><Relationship Id="rId22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1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customXml" Target="../ink/ink12.xml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5.xml"/><Relationship Id="rId5" Type="http://schemas.openxmlformats.org/officeDocument/2006/relationships/customXml" Target="../ink/ink14.xml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F1E87-A18D-471D-9786-98BB43F484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Summery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2C0DA6-C163-44B0-AF8C-D5E402C8DB2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Roll:2007109</a:t>
            </a:r>
          </a:p>
        </p:txBody>
      </p:sp>
    </p:spTree>
    <p:extLst>
      <p:ext uri="{BB962C8B-B14F-4D97-AF65-F5344CB8AC3E}">
        <p14:creationId xmlns:p14="http://schemas.microsoft.com/office/powerpoint/2010/main" val="14427522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5CDD5-050C-4789-BD52-BF0F437A9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ighlight>
                  <a:srgbClr val="FFFF00"/>
                </a:highlight>
              </a:rPr>
              <a:t>Vehicle_pool_planner.cpp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9CDE0C5-531C-476C-8957-979E6F4FF7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23683" y="2111188"/>
            <a:ext cx="9117105" cy="4020830"/>
          </a:xfr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0C4638EB-E7EA-4120-A3D2-7BD117D827BC}"/>
                  </a:ext>
                </a:extLst>
              </p14:cNvPr>
              <p14:cNvContentPartPr/>
              <p14:nvPr/>
            </p14:nvContentPartPr>
            <p14:xfrm>
              <a:off x="6984741" y="3829722"/>
              <a:ext cx="2715480" cy="5025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0C4638EB-E7EA-4120-A3D2-7BD117D827B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980421" y="3825402"/>
                <a:ext cx="2724120" cy="51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E3A62EC1-C79F-41FA-8439-66DECB8AD04C}"/>
                  </a:ext>
                </a:extLst>
              </p14:cNvPr>
              <p14:cNvContentPartPr/>
              <p14:nvPr/>
            </p14:nvContentPartPr>
            <p14:xfrm>
              <a:off x="1492221" y="4826202"/>
              <a:ext cx="8484480" cy="1371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E3A62EC1-C79F-41FA-8439-66DECB8AD04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487901" y="4821882"/>
                <a:ext cx="8493120" cy="14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61D80467-73E2-4828-9248-0D0654D45729}"/>
                  </a:ext>
                </a:extLst>
              </p14:cNvPr>
              <p14:cNvContentPartPr/>
              <p14:nvPr/>
            </p14:nvContentPartPr>
            <p14:xfrm>
              <a:off x="1788141" y="4423362"/>
              <a:ext cx="8240400" cy="2437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61D80467-73E2-4828-9248-0D0654D4572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783821" y="4419042"/>
                <a:ext cx="8249040" cy="25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E403C84E-EF78-432A-9202-8E5ED82AB2B6}"/>
                  </a:ext>
                </a:extLst>
              </p14:cNvPr>
              <p14:cNvContentPartPr/>
              <p14:nvPr/>
            </p14:nvContentPartPr>
            <p14:xfrm>
              <a:off x="1546221" y="5001522"/>
              <a:ext cx="5432400" cy="1504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E403C84E-EF78-432A-9202-8E5ED82AB2B6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541901" y="4997202"/>
                <a:ext cx="5441040" cy="15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D42032AA-DC04-4B73-BE44-A0B4A5E77FD3}"/>
                  </a:ext>
                </a:extLst>
              </p14:cNvPr>
              <p14:cNvContentPartPr/>
              <p14:nvPr/>
            </p14:nvContentPartPr>
            <p14:xfrm>
              <a:off x="1223301" y="3038802"/>
              <a:ext cx="3347280" cy="687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D42032AA-DC04-4B73-BE44-A0B4A5E77FD3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218981" y="3034482"/>
                <a:ext cx="3355920" cy="7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E5137A8B-43F5-41B2-AABD-D3807B23262E}"/>
                  </a:ext>
                </a:extLst>
              </p14:cNvPr>
              <p14:cNvContentPartPr/>
              <p14:nvPr/>
            </p14:nvContentPartPr>
            <p14:xfrm>
              <a:off x="9654501" y="2729562"/>
              <a:ext cx="781560" cy="140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E5137A8B-43F5-41B2-AABD-D3807B23262E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9650181" y="2725242"/>
                <a:ext cx="790200" cy="2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A4A2A6FD-09DA-48E9-BAD9-6408F1C43AA1}"/>
                  </a:ext>
                </a:extLst>
              </p14:cNvPr>
              <p14:cNvContentPartPr/>
              <p14:nvPr/>
            </p14:nvContentPartPr>
            <p14:xfrm>
              <a:off x="4477341" y="3052482"/>
              <a:ext cx="5218200" cy="8244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A4A2A6FD-09DA-48E9-BAD9-6408F1C43AA1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473021" y="3048162"/>
                <a:ext cx="5226840" cy="9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28E62423-319A-4081-AC0B-431297C0CF0A}"/>
                  </a:ext>
                </a:extLst>
              </p14:cNvPr>
              <p14:cNvContentPartPr/>
              <p14:nvPr/>
            </p14:nvContentPartPr>
            <p14:xfrm>
              <a:off x="1465221" y="3361362"/>
              <a:ext cx="1014120" cy="27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28E62423-319A-4081-AC0B-431297C0CF0A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460901" y="3357042"/>
                <a:ext cx="102276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D41EA0FA-604B-42D3-AFFF-347256912BF0}"/>
                  </a:ext>
                </a:extLst>
              </p14:cNvPr>
              <p14:cNvContentPartPr/>
              <p14:nvPr/>
            </p14:nvContentPartPr>
            <p14:xfrm>
              <a:off x="1169661" y="3697962"/>
              <a:ext cx="2838960" cy="108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D41EA0FA-604B-42D3-AFFF-347256912BF0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165341" y="3693642"/>
                <a:ext cx="2847600" cy="1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FC5464D4-7AA2-479F-8C9B-2C45175DD480}"/>
                  </a:ext>
                </a:extLst>
              </p14:cNvPr>
              <p14:cNvContentPartPr/>
              <p14:nvPr/>
            </p14:nvContentPartPr>
            <p14:xfrm>
              <a:off x="9305301" y="3361362"/>
              <a:ext cx="1002960" cy="162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FC5464D4-7AA2-479F-8C9B-2C45175DD480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9300981" y="3357042"/>
                <a:ext cx="1011600" cy="24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644956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B7D83-DB66-4381-8DF0-C64D16A60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992093-8320-4B9F-8BB7-6DADC999E5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C7268B-B2ED-4E63-A5C8-59FFF4AAFF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394" y="1825625"/>
            <a:ext cx="10233212" cy="447787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9B29EE5D-1E11-4F64-92B9-8D17D36BD697}"/>
                  </a:ext>
                </a:extLst>
              </p14:cNvPr>
              <p14:cNvContentPartPr/>
              <p14:nvPr/>
            </p14:nvContentPartPr>
            <p14:xfrm>
              <a:off x="4730061" y="2120802"/>
              <a:ext cx="2910960" cy="7178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9B29EE5D-1E11-4F64-92B9-8D17D36BD69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725741" y="2116482"/>
                <a:ext cx="2919600" cy="72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21CC1136-90F0-4863-98DB-92B06C5522A4}"/>
                  </a:ext>
                </a:extLst>
              </p14:cNvPr>
              <p14:cNvContentPartPr/>
              <p14:nvPr/>
            </p14:nvContentPartPr>
            <p14:xfrm>
              <a:off x="5591181" y="3935922"/>
              <a:ext cx="3178080" cy="5450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21CC1136-90F0-4863-98DB-92B06C5522A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586861" y="3931602"/>
                <a:ext cx="3186720" cy="553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905822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4A022-2503-403E-8BCE-9663B91E8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29B82F-A175-42AC-AD15-1724674CC8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3636C9-855E-476A-93B2-59008C6052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1929" y="2138082"/>
            <a:ext cx="9811871" cy="405203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A050248-2223-4FD4-ABEE-30799C0A51EA}"/>
                  </a:ext>
                </a:extLst>
              </p14:cNvPr>
              <p14:cNvContentPartPr/>
              <p14:nvPr/>
            </p14:nvContentPartPr>
            <p14:xfrm>
              <a:off x="2702901" y="3388362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A050248-2223-4FD4-ABEE-30799C0A51E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98581" y="3384042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A63B0FDE-3EB5-486C-84E2-1ACB8C24F521}"/>
                  </a:ext>
                </a:extLst>
              </p14:cNvPr>
              <p14:cNvContentPartPr/>
              <p14:nvPr/>
            </p14:nvContentPartPr>
            <p14:xfrm>
              <a:off x="2810181" y="3361362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A63B0FDE-3EB5-486C-84E2-1ACB8C24F52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05861" y="3357042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2DF4E9CF-227C-4E3F-B002-D080968363B4}"/>
                  </a:ext>
                </a:extLst>
              </p14:cNvPr>
              <p14:cNvContentPartPr/>
              <p14:nvPr/>
            </p14:nvContentPartPr>
            <p14:xfrm>
              <a:off x="4074141" y="3052482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2DF4E9CF-227C-4E3F-B002-D080968363B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069821" y="3048162"/>
                <a:ext cx="9000" cy="9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19386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6DB6B-6422-4B6F-8BBE-46918F87D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B4AFF1-FDEB-44D9-B40C-3A9147A6B5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4329" y="2144012"/>
            <a:ext cx="9372599" cy="3714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0752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B5CAA-2113-42F6-A9D0-7179F2D99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CE175F-77A0-4002-9367-AF7908D4A5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AA1AF7-3A83-44AB-A12E-AA2F89AE00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4341" y="2366682"/>
            <a:ext cx="9063317" cy="2622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2526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BC803-5A98-42FE-BB02-B106F6999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F662B5-D3C7-4DCC-831D-570E1816BD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047219-5CB5-4C28-BC2B-4EA249AD8A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10515600" cy="3647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0796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DA6E4-BC78-4ECF-BFC0-ABC4B38C4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ighlight>
                  <a:srgbClr val="FFFF00"/>
                </a:highlight>
              </a:rPr>
              <a:t>1 ant = 1 path?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2D47C62-D89E-43A1-BF9C-56D5FE2ED1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17016" y="1984822"/>
            <a:ext cx="3372321" cy="3629532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D4FC530-5550-4FA1-90BF-8D7B3BB83E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2658" y="2261086"/>
            <a:ext cx="3191320" cy="3077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2208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FEB76-E5AD-41EE-9FBA-FCBFF4E9F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A visualization: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EFAF5B-D121-48FC-9FD2-A025CC8AD3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GB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 Step A main function</a:t>
            </a:r>
          </a:p>
          <a:p>
            <a:r>
              <a:rPr lang="en-GB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en-GB" b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run_single_pair_vehicle</a:t>
            </a:r>
            <a:r>
              <a:rPr lang="en-GB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(...)</a:t>
            </a:r>
          </a:p>
          <a:p>
            <a:br>
              <a:rPr lang="en-GB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Work:</a:t>
            </a:r>
          </a:p>
          <a:p>
            <a:r>
              <a:rPr lang="en-GB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This is the main Step A function.</a:t>
            </a:r>
          </a:p>
          <a:p>
            <a:r>
              <a:rPr lang="en-GB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It does everything for one source-destination pair + one vehicle type:</a:t>
            </a:r>
          </a:p>
          <a:p>
            <a:br>
              <a:rPr lang="en-GB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builds feasible graph</a:t>
            </a:r>
          </a:p>
          <a:p>
            <a:r>
              <a:rPr lang="en-GB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runs ACO</a:t>
            </a:r>
          </a:p>
          <a:p>
            <a:r>
              <a:rPr lang="en-GB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makes pool</a:t>
            </a:r>
          </a:p>
          <a:p>
            <a:r>
              <a:rPr lang="en-GB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monitors traffic</a:t>
            </a:r>
          </a:p>
          <a:p>
            <a:r>
              <a:rPr lang="en-GB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reroutes if needed</a:t>
            </a:r>
          </a:p>
          <a:p>
            <a:r>
              <a:rPr lang="en-GB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saves final result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77582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C0840-A4AE-4A38-AD59-869A79992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98475"/>
          </a:xfrm>
        </p:spPr>
        <p:txBody>
          <a:bodyPr>
            <a:normAutofit fontScale="90000"/>
          </a:bodyPr>
          <a:lstStyle/>
          <a:p>
            <a:r>
              <a:rPr lang="en-GB" b="0" dirty="0">
                <a:solidFill>
                  <a:srgbClr val="8B949E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// Functions used inside Step A</a:t>
            </a:r>
            <a:br>
              <a:rPr lang="en-GB" b="0" dirty="0">
                <a:solidFill>
                  <a:srgbClr val="BBBEB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</a:br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52E736-DB60-4978-BF99-FB7F273A4B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3900"/>
            <a:ext cx="10515600" cy="5453063"/>
          </a:xfrm>
        </p:spPr>
        <p:txBody>
          <a:bodyPr>
            <a:normAutofit fontScale="85000" lnSpcReduction="20000"/>
          </a:bodyPr>
          <a:lstStyle/>
          <a:p>
            <a:r>
              <a:rPr lang="en-GB" sz="51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en-GB" sz="5100" b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build_feasible_edge_set</a:t>
            </a:r>
            <a:r>
              <a:rPr lang="en-GB" sz="51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(...)</a:t>
            </a:r>
          </a:p>
          <a:p>
            <a:br>
              <a:rPr lang="en-GB" sz="51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51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Work:</a:t>
            </a:r>
          </a:p>
          <a:p>
            <a:r>
              <a:rPr lang="en-GB" sz="51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Checks which roads a vehicle can use.</a:t>
            </a:r>
          </a:p>
          <a:p>
            <a:r>
              <a:rPr lang="en-GB" sz="51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Example: truck cannot use narrow roads.</a:t>
            </a:r>
          </a:p>
          <a:p>
            <a:br>
              <a:rPr lang="en-GB" sz="2300" b="0" dirty="0">
                <a:effectLst/>
                <a:latin typeface="Consolas" panose="020B0609020204030204" pitchFamily="49" charset="0"/>
                <a:cs typeface="Times New Roman" panose="02020603050405020304" pitchFamily="18" charset="0"/>
              </a:rPr>
            </a:br>
            <a:r>
              <a:rPr lang="en-GB" sz="2300" b="0" dirty="0">
                <a:effectLst/>
                <a:latin typeface="Consolas" panose="020B0609020204030204" pitchFamily="49" charset="0"/>
                <a:cs typeface="Times New Roman" panose="02020603050405020304" pitchFamily="18" charset="0"/>
              </a:rPr>
              <a:t>// </a:t>
            </a:r>
            <a:r>
              <a:rPr lang="en-GB" sz="2300" b="0" dirty="0" err="1">
                <a:effectLst/>
                <a:latin typeface="Consolas" panose="020B0609020204030204" pitchFamily="49" charset="0"/>
                <a:cs typeface="Times New Roman" panose="02020603050405020304" pitchFamily="18" charset="0"/>
              </a:rPr>
              <a:t>build_feasible_adjacency</a:t>
            </a:r>
            <a:r>
              <a:rPr lang="en-GB" sz="2300" b="0" dirty="0">
                <a:effectLst/>
                <a:latin typeface="Consolas" panose="020B0609020204030204" pitchFamily="49" charset="0"/>
                <a:cs typeface="Times New Roman" panose="02020603050405020304" pitchFamily="18" charset="0"/>
              </a:rPr>
              <a:t>(...)</a:t>
            </a:r>
          </a:p>
          <a:p>
            <a:br>
              <a:rPr lang="en-GB" sz="51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51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Work:</a:t>
            </a:r>
          </a:p>
          <a:p>
            <a:r>
              <a:rPr lang="en-GB" sz="51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Builds the vehicle-specific graph using only allowed roads.</a:t>
            </a:r>
          </a:p>
        </p:txBody>
      </p:sp>
    </p:spTree>
    <p:extLst>
      <p:ext uri="{BB962C8B-B14F-4D97-AF65-F5344CB8AC3E}">
        <p14:creationId xmlns:p14="http://schemas.microsoft.com/office/powerpoint/2010/main" val="13489591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B9422-ACAE-43AA-BED4-44D664258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281BA2-DB81-4454-BACF-212B42C6D1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br>
              <a:rPr lang="en-GB" sz="2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en-GB" sz="2800" b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run_aco</a:t>
            </a:r>
            <a:r>
              <a:rPr lang="en-GB" sz="2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(...)</a:t>
            </a:r>
          </a:p>
          <a:p>
            <a:br>
              <a:rPr lang="en-GB" sz="2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Work:</a:t>
            </a:r>
          </a:p>
          <a:p>
            <a:r>
              <a:rPr lang="en-GB" sz="2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Finds the best path using ACO.</a:t>
            </a:r>
          </a:p>
          <a:p>
            <a:r>
              <a:rPr lang="en-GB" sz="2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This gives the initial best route.</a:t>
            </a:r>
          </a:p>
          <a:p>
            <a:br>
              <a:rPr lang="en-GB" sz="2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en-GB" sz="2800" b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generate_pool</a:t>
            </a:r>
            <a:r>
              <a:rPr lang="en-GB" sz="2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(...)</a:t>
            </a:r>
          </a:p>
          <a:p>
            <a:br>
              <a:rPr lang="en-GB" sz="2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Work:</a:t>
            </a:r>
          </a:p>
          <a:p>
            <a:r>
              <a:rPr lang="en-GB" sz="2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Creates multiple alternative paths, not just one path.</a:t>
            </a:r>
          </a:p>
          <a:p>
            <a:r>
              <a:rPr lang="en-GB" sz="2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This is the path pool.</a:t>
            </a:r>
          </a:p>
          <a:p>
            <a:b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80686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22314-CD6E-48C5-A4EE-72767C647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6331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1C802E-80B2-4F75-B34C-B8E6AE2432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11456"/>
            <a:ext cx="10515600" cy="5165507"/>
          </a:xfrm>
        </p:spPr>
        <p:txBody>
          <a:bodyPr>
            <a:normAutofit fontScale="62500" lnSpcReduction="20000"/>
          </a:bodyPr>
          <a:lstStyle/>
          <a:p>
            <a:endParaRPr lang="en-GB" sz="43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43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en-GB" sz="4300" b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update_traffic</a:t>
            </a:r>
            <a:r>
              <a:rPr lang="en-GB" sz="43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(...)</a:t>
            </a:r>
          </a:p>
          <a:p>
            <a:br>
              <a:rPr lang="en-GB" sz="43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43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Work:</a:t>
            </a:r>
          </a:p>
          <a:p>
            <a:r>
              <a:rPr lang="en-GB" sz="43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Changes traffic values during simulation.</a:t>
            </a:r>
          </a:p>
          <a:p>
            <a:r>
              <a:rPr lang="en-GB" sz="43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So road conditions become dynamic over time.</a:t>
            </a:r>
          </a:p>
          <a:p>
            <a:br>
              <a:rPr lang="en-GB" sz="43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43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en-GB" sz="4300" b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compute_full_path_cost</a:t>
            </a:r>
            <a:r>
              <a:rPr lang="en-GB" sz="43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(...)</a:t>
            </a:r>
          </a:p>
          <a:p>
            <a:br>
              <a:rPr lang="en-GB" sz="43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43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Work:</a:t>
            </a:r>
          </a:p>
          <a:p>
            <a:r>
              <a:rPr lang="en-GB" sz="43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Calculates total cost of a whole path.</a:t>
            </a:r>
          </a:p>
          <a:p>
            <a:br>
              <a:rPr lang="en-GB" sz="43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AD2BAA-1515-4D60-8C03-33EF6FFFD58B}"/>
              </a:ext>
            </a:extLst>
          </p:cNvPr>
          <p:cNvSpPr txBox="1"/>
          <p:nvPr/>
        </p:nvSpPr>
        <p:spPr>
          <a:xfrm>
            <a:off x="3048000" y="-1603147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GB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GB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52783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4C6DE-E468-449B-B2D3-5F58D6016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8D1F29-3E7F-4D45-A552-BF502298EE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sz="2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en-GB" sz="2800" b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path_cost_from</a:t>
            </a:r>
            <a:r>
              <a:rPr lang="en-GB" sz="2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(...)</a:t>
            </a:r>
          </a:p>
          <a:p>
            <a:pPr marL="0" indent="0">
              <a:buNone/>
            </a:pPr>
            <a:br>
              <a:rPr lang="en-GB" sz="2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Work:</a:t>
            </a:r>
          </a:p>
          <a:p>
            <a:pPr marL="0" indent="0">
              <a:buNone/>
            </a:pPr>
            <a:r>
              <a:rPr lang="en-GB" sz="2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Calculates remaining cost from current node to destination on a path.</a:t>
            </a:r>
          </a:p>
          <a:p>
            <a:pPr marL="0" indent="0">
              <a:buNone/>
            </a:pPr>
            <a:br>
              <a:rPr lang="en-GB" sz="2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en-GB" sz="2800" b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is_path_feasible</a:t>
            </a:r>
            <a:r>
              <a:rPr lang="en-GB" sz="2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(...)</a:t>
            </a:r>
          </a:p>
          <a:p>
            <a:pPr marL="0" indent="0">
              <a:buNone/>
            </a:pPr>
            <a:br>
              <a:rPr lang="en-GB" sz="2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Work:</a:t>
            </a:r>
          </a:p>
          <a:p>
            <a:pPr marL="0" indent="0">
              <a:buNone/>
            </a:pPr>
            <a:r>
              <a:rPr lang="en-GB" sz="2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Checks if a path is still valid for that vehicle.</a:t>
            </a:r>
          </a:p>
          <a:p>
            <a:pPr marL="0" indent="0">
              <a:buNone/>
            </a:pPr>
            <a:br>
              <a:rPr lang="en-GB" sz="2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Very short flow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70887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6B064-B860-4A53-8D93-C098C4F6C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 of A with functions sequence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319645-5C4D-43CE-897E-45859303FF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b="0" dirty="0">
                <a:effectLst/>
                <a:latin typeface="Consolas" panose="020B0609020204030204" pitchFamily="49" charset="0"/>
              </a:rPr>
              <a:t>// Step A uses:</a:t>
            </a:r>
          </a:p>
          <a:p>
            <a:br>
              <a:rPr lang="en-GB" b="0" dirty="0">
                <a:effectLst/>
                <a:latin typeface="Consolas" panose="020B0609020204030204" pitchFamily="49" charset="0"/>
              </a:rPr>
            </a:br>
            <a:r>
              <a:rPr lang="en-GB" b="0" dirty="0">
                <a:effectLst/>
                <a:latin typeface="Consolas" panose="020B0609020204030204" pitchFamily="49" charset="0"/>
              </a:rPr>
              <a:t>// </a:t>
            </a:r>
            <a:r>
              <a:rPr lang="en-GB" b="0" dirty="0" err="1">
                <a:effectLst/>
                <a:latin typeface="Consolas" panose="020B0609020204030204" pitchFamily="49" charset="0"/>
              </a:rPr>
              <a:t>build_feasible_edge_set</a:t>
            </a:r>
            <a:r>
              <a:rPr lang="en-GB" b="0" dirty="0"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GB" b="0" dirty="0">
                <a:effectLst/>
                <a:latin typeface="Consolas" panose="020B0609020204030204" pitchFamily="49" charset="0"/>
              </a:rPr>
              <a:t>// </a:t>
            </a:r>
            <a:r>
              <a:rPr lang="en-GB" b="0" dirty="0" err="1">
                <a:effectLst/>
                <a:latin typeface="Consolas" panose="020B0609020204030204" pitchFamily="49" charset="0"/>
              </a:rPr>
              <a:t>build_feasible_adjacency</a:t>
            </a:r>
            <a:r>
              <a:rPr lang="en-GB" b="0" dirty="0"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GB" b="0" dirty="0">
                <a:effectLst/>
                <a:latin typeface="Consolas" panose="020B0609020204030204" pitchFamily="49" charset="0"/>
              </a:rPr>
              <a:t>// </a:t>
            </a:r>
            <a:r>
              <a:rPr lang="en-GB" b="0" dirty="0" err="1">
                <a:effectLst/>
                <a:latin typeface="Consolas" panose="020B0609020204030204" pitchFamily="49" charset="0"/>
              </a:rPr>
              <a:t>run_aco</a:t>
            </a:r>
            <a:r>
              <a:rPr lang="en-GB" b="0" dirty="0"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GB" b="0" dirty="0">
                <a:effectLst/>
                <a:latin typeface="Consolas" panose="020B0609020204030204" pitchFamily="49" charset="0"/>
              </a:rPr>
              <a:t>// </a:t>
            </a:r>
            <a:r>
              <a:rPr lang="en-GB" b="0" dirty="0" err="1">
                <a:effectLst/>
                <a:latin typeface="Consolas" panose="020B0609020204030204" pitchFamily="49" charset="0"/>
              </a:rPr>
              <a:t>generate_pool</a:t>
            </a:r>
            <a:r>
              <a:rPr lang="en-GB" b="0" dirty="0"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GB" b="0" dirty="0">
                <a:effectLst/>
                <a:latin typeface="Consolas" panose="020B0609020204030204" pitchFamily="49" charset="0"/>
              </a:rPr>
              <a:t>// </a:t>
            </a:r>
            <a:r>
              <a:rPr lang="en-GB" b="0" dirty="0" err="1">
                <a:effectLst/>
                <a:latin typeface="Consolas" panose="020B0609020204030204" pitchFamily="49" charset="0"/>
              </a:rPr>
              <a:t>update_traffic</a:t>
            </a:r>
            <a:r>
              <a:rPr lang="en-GB" b="0" dirty="0"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GB" b="0" dirty="0">
                <a:effectLst/>
                <a:latin typeface="Consolas" panose="020B0609020204030204" pitchFamily="49" charset="0"/>
              </a:rPr>
              <a:t>// </a:t>
            </a:r>
            <a:r>
              <a:rPr lang="en-GB" b="0" dirty="0" err="1">
                <a:effectLst/>
                <a:latin typeface="Consolas" panose="020B0609020204030204" pitchFamily="49" charset="0"/>
              </a:rPr>
              <a:t>is_path_feasible</a:t>
            </a:r>
            <a:r>
              <a:rPr lang="en-GB" b="0" dirty="0"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GB" b="0" dirty="0">
                <a:effectLst/>
                <a:latin typeface="Consolas" panose="020B0609020204030204" pitchFamily="49" charset="0"/>
              </a:rPr>
              <a:t>// </a:t>
            </a:r>
            <a:r>
              <a:rPr lang="en-GB" b="0" dirty="0" err="1">
                <a:effectLst/>
                <a:latin typeface="Consolas" panose="020B0609020204030204" pitchFamily="49" charset="0"/>
              </a:rPr>
              <a:t>path_cost_from</a:t>
            </a:r>
            <a:r>
              <a:rPr lang="en-GB" b="0" dirty="0">
                <a:effectLst/>
                <a:latin typeface="Consolas" panose="020B0609020204030204" pitchFamily="49" charset="0"/>
              </a:rPr>
              <a:t>() / </a:t>
            </a:r>
            <a:r>
              <a:rPr lang="en-GB" b="0" dirty="0" err="1">
                <a:effectLst/>
                <a:latin typeface="Consolas" panose="020B0609020204030204" pitchFamily="49" charset="0"/>
              </a:rPr>
              <a:t>compute_full_path_cost</a:t>
            </a:r>
            <a:r>
              <a:rPr lang="en-GB" b="0" dirty="0"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GB" b="0" dirty="0">
                <a:effectLst/>
                <a:latin typeface="Consolas" panose="020B0609020204030204" pitchFamily="49" charset="0"/>
              </a:rPr>
              <a:t>// </a:t>
            </a:r>
            <a:r>
              <a:rPr lang="en-GB" b="0" dirty="0" err="1">
                <a:effectLst/>
                <a:latin typeface="Consolas" panose="020B0609020204030204" pitchFamily="49" charset="0"/>
              </a:rPr>
              <a:t>run_single_pair_vehicle</a:t>
            </a:r>
            <a:r>
              <a:rPr lang="en-GB" b="0" dirty="0">
                <a:effectLst/>
                <a:latin typeface="Consolas" panose="020B0609020204030204" pitchFamily="49" charset="0"/>
              </a:rPr>
              <a:t>() controls all of them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03227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59D2F-220E-4F78-B402-5E29343FC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82625"/>
          </a:xfrm>
        </p:spPr>
        <p:txBody>
          <a:bodyPr>
            <a:normAutofit fontScale="90000"/>
          </a:bodyPr>
          <a:lstStyle/>
          <a:p>
            <a:r>
              <a:rPr lang="en-US" dirty="0"/>
              <a:t>Functions used inside step B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D8780E-674E-4EFE-A3E7-16261E212D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7300"/>
            <a:ext cx="10515600" cy="4919663"/>
          </a:xfrm>
        </p:spPr>
        <p:txBody>
          <a:bodyPr>
            <a:normAutofit fontScale="85000" lnSpcReduction="20000"/>
          </a:bodyPr>
          <a:lstStyle/>
          <a:p>
            <a:pPr marL="0" indent="0" algn="l">
              <a:buNone/>
            </a:pPr>
            <a:r>
              <a:rPr lang="en-GB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apply_aggregate_traffic</a:t>
            </a:r>
            <a:r>
              <a:rPr lang="en-GB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(...)</a:t>
            </a:r>
            <a:br>
              <a:rPr lang="en-GB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Work:</a:t>
            </a:r>
            <a:br>
              <a:rPr lang="en-GB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GB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Finds roads used by many routes</a:t>
            </a:r>
            <a:br>
              <a:rPr lang="en-GB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Increases congestion on those roads</a:t>
            </a:r>
            <a:br>
              <a:rPr lang="en-GB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Simple idea:</a:t>
            </a:r>
            <a:br>
              <a:rPr lang="en-GB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“Shared roads = more traffic penalty”</a:t>
            </a:r>
          </a:p>
          <a:p>
            <a:pPr marL="0" indent="0" algn="l">
              <a:buNone/>
            </a:pPr>
            <a:endParaRPr lang="en-GB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GB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run_combined_optimization</a:t>
            </a:r>
            <a:r>
              <a:rPr lang="en-GB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(...)</a:t>
            </a:r>
            <a:br>
              <a:rPr lang="en-GB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Work:</a:t>
            </a:r>
            <a:br>
              <a:rPr lang="en-GB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GB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Runs routing for all pairs and vehicles</a:t>
            </a:r>
            <a:br>
              <a:rPr lang="en-GB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Applies shared-road congestion</a:t>
            </a:r>
            <a:br>
              <a:rPr lang="en-GB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Repeats multiple times</a:t>
            </a:r>
            <a:br>
              <a:rPr lang="en-GB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Stops when results become stable</a:t>
            </a:r>
            <a:br>
              <a:rPr lang="en-GB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Simple idea:</a:t>
            </a:r>
            <a:br>
              <a:rPr lang="en-GB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“Run Step A again and again with updated traffic”</a:t>
            </a:r>
          </a:p>
        </p:txBody>
      </p:sp>
    </p:spTree>
    <p:extLst>
      <p:ext uri="{BB962C8B-B14F-4D97-AF65-F5344CB8AC3E}">
        <p14:creationId xmlns:p14="http://schemas.microsoft.com/office/powerpoint/2010/main" val="2520540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F6FC5-2B85-4D49-9AF1-10095F1A3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5475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1E3761-3A46-44E7-BC37-2BD9E93741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7300"/>
            <a:ext cx="10515600" cy="4919663"/>
          </a:xfrm>
        </p:spPr>
        <p:txBody>
          <a:bodyPr/>
          <a:lstStyle/>
          <a:p>
            <a:r>
              <a:rPr lang="en-US" b="0" i="0" dirty="0" err="1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run_single_pair_vehicle</a:t>
            </a:r>
            <a:r>
              <a:rPr lang="en-US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(...) (used inside Step B)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Work: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Does full routing for one pair (ACO + pool + reroute)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Simple idea: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“Core engine reused from Step A”</a:t>
            </a:r>
          </a:p>
          <a:p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Overall flow</a:t>
            </a:r>
            <a:br>
              <a:rPr lang="en-US" dirty="0"/>
            </a:br>
            <a:r>
              <a:rPr lang="en-US" b="0" i="0" dirty="0" err="1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run_combined_optimization</a:t>
            </a:r>
            <a:r>
              <a:rPr lang="en-US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() → main controller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calls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apply_aggregate_traffic</a:t>
            </a:r>
            <a:r>
              <a:rPr lang="en-US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() → add network congestion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calls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run_single_pair_vehicle</a:t>
            </a:r>
            <a:r>
              <a:rPr lang="en-US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() → recompute routes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94274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C159D-5158-4C9F-9C20-220830235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B simplified: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FCB36D-A0B6-4833-B868-29D4050E1E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 A: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Each vehicle finds its best path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Everyone chooses shortest/fastest road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Problem: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Many vehicles choose the same </a:t>
            </a:r>
            <a:r>
              <a:rPr lang="en-GB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roadStep</a:t>
            </a:r>
            <a:r>
              <a:rPr lang="en-GB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 idea (VERY SIMPLE)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City checks: “Which roads are too crowded?”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Now what Step B actually does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Step 1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All vehicles choose routes (Step A)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Step 2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Check: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Which roads are used by many vehicles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Step 3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Make those roads more expensive (more traffic)</a:t>
            </a:r>
            <a:br>
              <a:rPr lang="en-GB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62071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28177-022F-4ACB-967B-1A6B8CAAA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89CABF-911A-4255-8AFB-EFC86FA9F2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GB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Step 4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Now again: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Vehicles choose routes again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BUT this time: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crowded roads look worse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 some vehicles choose different roads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Step 5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Repeat: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check crowded roads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increase traffic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choose routes again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Step 6 (Stop)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When routes stop changing much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Stop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What that confusing sentence means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“Run Step A again and again with updated traffic”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Means: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First route → then increase traffic → then route again → repeat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One line (very easy)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 B = Fix traffic → reroute → fix traffic → reroute (until balanced)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22749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45857-7241-41FC-ACDC-93DAC87A5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Step C</a:t>
            </a:r>
            <a:br>
              <a:rPr lang="en-US" dirty="0"/>
            </a:b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disruption happens, Step C finds a new route and compares which method works better.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1EB28-DCF7-4A5F-8F5D-6747A3EE4B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C work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C handles disruption situations.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checks: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 road gets blocked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routes are affected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reroute them 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 it compares 3 rerouting cases:</a:t>
            </a:r>
          </a:p>
          <a:p>
            <a:pPr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Source-based reroute </a:t>
            </a:r>
          </a:p>
          <a:p>
            <a:pPr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Current-position reroute </a:t>
            </a:r>
          </a:p>
          <a:p>
            <a:pPr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Pool-based reroute (proposed method)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45751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D12E3-2E60-41CD-8FCF-366D1617A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F464B1-E6CB-4B66-94A5-6888EDEFF8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Think like a story</a:t>
            </a:r>
            <a:br>
              <a:rPr lang="en-GB" dirty="0"/>
            </a:br>
            <a:r>
              <a:rPr lang="en-GB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Step A:</a:t>
            </a:r>
            <a:br>
              <a:rPr lang="en-GB" dirty="0"/>
            </a:br>
            <a:r>
              <a:rPr lang="en-GB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Each vehicle finds its best path</a:t>
            </a:r>
            <a:br>
              <a:rPr lang="en-GB" dirty="0"/>
            </a:br>
            <a:r>
              <a:rPr lang="en-GB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Everyone chooses shortest/fastest road</a:t>
            </a:r>
            <a:br>
              <a:rPr lang="en-GB" dirty="0"/>
            </a:br>
            <a:r>
              <a:rPr lang="en-GB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 Problem:</a:t>
            </a:r>
            <a:br>
              <a:rPr lang="en-GB" dirty="0"/>
            </a:br>
            <a:r>
              <a:rPr lang="en-GB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Many vehicles choose the same road</a:t>
            </a:r>
            <a:br>
              <a:rPr lang="en-GB" dirty="0"/>
            </a:br>
            <a:r>
              <a:rPr lang="en-GB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Main Step C function</a:t>
            </a:r>
            <a:br>
              <a:rPr lang="en-GB" dirty="0"/>
            </a:br>
            <a:r>
              <a:rPr lang="en-GB" b="0" i="0" dirty="0" err="1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run_disruption_case</a:t>
            </a:r>
            <a:r>
              <a:rPr lang="en-GB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(...)</a:t>
            </a:r>
            <a:br>
              <a:rPr lang="en-GB" dirty="0"/>
            </a:br>
            <a:r>
              <a:rPr lang="en-GB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Work:</a:t>
            </a:r>
            <a:br>
              <a:rPr lang="en-GB" dirty="0"/>
            </a:br>
            <a:r>
              <a:rPr lang="en-GB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This is the main Step C function.</a:t>
            </a:r>
            <a:br>
              <a:rPr lang="en-GB" dirty="0"/>
            </a:br>
            <a:r>
              <a:rPr lang="en-GB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It:</a:t>
            </a:r>
            <a:br>
              <a:rPr lang="en-GB" dirty="0"/>
            </a:br>
            <a:r>
              <a:rPr lang="en-GB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takes one case number (1, 2, or 3)</a:t>
            </a:r>
            <a:br>
              <a:rPr lang="en-GB" dirty="0"/>
            </a:br>
            <a:r>
              <a:rPr lang="en-GB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checks affected routes</a:t>
            </a:r>
            <a:br>
              <a:rPr lang="en-GB" dirty="0"/>
            </a:br>
            <a:r>
              <a:rPr lang="en-GB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reroutes them based on that case</a:t>
            </a:r>
            <a:br>
              <a:rPr lang="en-GB" dirty="0"/>
            </a:br>
            <a:r>
              <a:rPr lang="en-GB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measures success, cost, time, and iterations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91586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0A80D-D1B7-437A-9C2C-881C4C8D4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 in step c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AAA3BD-F20D-44C8-BA5C-4E9DE5C724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is_edge_blocked</a:t>
            </a:r>
            <a:r>
              <a:rPr lang="en-GB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(...)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Work: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Checks whether a road/edge is blocked by a disruption event.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build_feasible_edge_set</a:t>
            </a:r>
            <a:r>
              <a:rPr lang="en-GB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(...)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Work: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Builds allowed roads for that vehicle type.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build_feasible_adjacency</a:t>
            </a:r>
            <a:r>
              <a:rPr lang="en-GB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(...)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Work: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Builds the vehicle-specific usable graph after removing blocked roads.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17486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5392B-7AF8-4490-AA72-D7ED080F1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D5EE5A-69F7-4C23-A71F-49798A4809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run_aco</a:t>
            </a:r>
            <a:r>
              <a:rPr lang="en-GB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(...)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Work: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Used in Case 1 and Case 2 to find a new reroute path.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Also used as a small repair step in Case 3 if pool fails.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compute_full_path_cost</a:t>
            </a:r>
            <a:r>
              <a:rPr lang="en-GB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(...)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Work: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Calculates total cost of the reroute path.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path_to_string</a:t>
            </a:r>
            <a:r>
              <a:rPr lang="en-GB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 / </a:t>
            </a:r>
            <a:r>
              <a:rPr lang="en-GB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path_to_csv</a:t>
            </a:r>
            <a:r>
              <a:rPr lang="en-GB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Work: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Used for saving/outputting reroute paths in logs and CSV files.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46194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F2730-B097-4979-BEFF-875C9B0C3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3F8740-959B-400D-ADCD-F99CAFFC61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Case-wise meaning in Step C</a:t>
            </a:r>
          </a:p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1: Source-based reroute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blocked road removed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reroute starts again from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full ACO again </a:t>
            </a:r>
          </a:p>
          <a:p>
            <a:pPr marL="0" indent="0"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2: Current-position reroute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reroute starts from the node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 blockage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nearby roads also become more congested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ACO again </a:t>
            </a:r>
          </a:p>
          <a:p>
            <a:pPr marL="0" indent="0"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3: Pool-based reroute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checks precomputed pool paths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picks the best feasible one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no pool path works, uses small repair ACO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your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31605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7C632-5BF1-42E7-B6B9-E00D6D03A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files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420A7E-1F09-4316-8050-201396617F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7"/>
            <a:ext cx="10515600" cy="4486275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Input files (used by code)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These files are read by the program: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config.txt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→ settings (parameters)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map_data.csv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→ road network + traffic + constraints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sd_pairs.csv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→ source-destination pairs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disruption_events.csv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→ blocked roads / disruptions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4282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08AFC-AF03-4659-A3A5-54653E28B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6F5F70-C641-42AD-A36D-FBAF413DDD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GB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Output files (generated by code)</a:t>
            </a:r>
            <a:br>
              <a:rPr lang="en-GB" dirty="0"/>
            </a:br>
            <a:r>
              <a:rPr lang="en-GB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 These files are created by the program: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Step A outputs</a:t>
            </a:r>
            <a:br>
              <a:rPr lang="en-GB" dirty="0"/>
            </a:br>
            <a:r>
              <a:rPr lang="en-GB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pair_stable_routes.csv</a:t>
            </a:r>
            <a:br>
              <a:rPr lang="en-GB" dirty="0"/>
            </a:br>
            <a:r>
              <a:rPr lang="en-GB" b="0" i="0" dirty="0" err="1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pair_pools.json</a:t>
            </a:r>
            <a:br>
              <a:rPr lang="en-GB" dirty="0"/>
            </a:br>
            <a:r>
              <a:rPr lang="en-GB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pair_metadata.csv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Step B output</a:t>
            </a:r>
            <a:br>
              <a:rPr lang="en-GB" dirty="0"/>
            </a:br>
            <a:r>
              <a:rPr lang="en-GB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network_pool_analysis.txt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61214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A38F0-00BD-480D-8156-5BBBDDD4B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81DB0B-006A-418D-A07D-5D0EAB3004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 C outputs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case1_results.csv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case2_results.csv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case3_results.csv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case_comparison_summary.csv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Log files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reroute_log.txt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reroute_log_case1.txt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reroute_log_case2.txt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reroute_log_case3.txt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reroute_log_combined.txt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One-line summary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Input = map + pairs + disruption + config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Output = routes + pools + analysis + case comparison + logs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08028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1379</Words>
  <Application>Microsoft Office PowerPoint</Application>
  <PresentationFormat>Widescreen</PresentationFormat>
  <Paragraphs>106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Arial</vt:lpstr>
      <vt:lpstr>Calibri</vt:lpstr>
      <vt:lpstr>Calibri Light</vt:lpstr>
      <vt:lpstr>Consolas</vt:lpstr>
      <vt:lpstr>Lato</vt:lpstr>
      <vt:lpstr>Times New Roman</vt:lpstr>
      <vt:lpstr>Wingdings</vt:lpstr>
      <vt:lpstr>Office Theme</vt:lpstr>
      <vt:lpstr>Summery</vt:lpstr>
      <vt:lpstr>Vehicle_pool_planner.cpp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1 ant = 1 path?</vt:lpstr>
      <vt:lpstr>Step A visualization:</vt:lpstr>
      <vt:lpstr>// Functions used inside Step A </vt:lpstr>
      <vt:lpstr>PowerPoint Presentation</vt:lpstr>
      <vt:lpstr>PowerPoint Presentation</vt:lpstr>
      <vt:lpstr>PowerPoint Presentation</vt:lpstr>
      <vt:lpstr>Work of A with functions sequence</vt:lpstr>
      <vt:lpstr>Functions used inside step B </vt:lpstr>
      <vt:lpstr>PowerPoint Presentation</vt:lpstr>
      <vt:lpstr>Step B simplified:</vt:lpstr>
      <vt:lpstr>PowerPoint Presentation</vt:lpstr>
      <vt:lpstr>Step C When disruption happens, Step C finds a new route and compares which method works better. </vt:lpstr>
      <vt:lpstr>PowerPoint Presentation</vt:lpstr>
      <vt:lpstr>Functions in step c </vt:lpstr>
      <vt:lpstr>PowerPoint Presentation</vt:lpstr>
      <vt:lpstr>PowerPoint Presentation</vt:lpstr>
      <vt:lpstr>Input files 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SOURAV DEBNATH</dc:creator>
  <cp:lastModifiedBy>SOURAV DEBNATH</cp:lastModifiedBy>
  <cp:revision>3</cp:revision>
  <dcterms:created xsi:type="dcterms:W3CDTF">2026-04-02T20:40:12Z</dcterms:created>
  <dcterms:modified xsi:type="dcterms:W3CDTF">2026-04-03T02:51:34Z</dcterms:modified>
</cp:coreProperties>
</file>